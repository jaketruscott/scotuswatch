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99" d="100"/>
          <a:sy n="99" d="100"/>
        </p:scale>
        <p:origin x="108" y="64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5/15/2025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15,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977837113"/>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4"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384705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creenshot of a graph&#10;&#10;AI-generated content may be incorrect.">
            <a:extLst>
              <a:ext uri="{FF2B5EF4-FFF2-40B4-BE49-F238E27FC236}">
                <a16:creationId xmlns:a16="http://schemas.microsoft.com/office/drawing/2014/main" id="{13CE2C12-4814-33E9-CCB6-DC3656BA38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01031" y="974983"/>
            <a:ext cx="10189937" cy="5094969"/>
          </a:xfrm>
          <a:prstGeom prst="rect">
            <a:avLst/>
          </a:prstGeom>
        </p:spPr>
      </p:pic>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a:t>
            </a:r>
            <a:br>
              <a:rPr lang="en-US" sz="1200" dirty="0">
                <a:latin typeface="MULISH REGULAR ROMAN"/>
              </a:rPr>
            </a:br>
            <a:r>
              <a:rPr lang="en-US" sz="1200" dirty="0">
                <a:latin typeface="MULISH REGULAR ROMAN"/>
              </a:rPr>
              <a:t>(in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blue and brown striped background&#10;&#10;AI-generated content may be incorrect.">
            <a:extLst>
              <a:ext uri="{FF2B5EF4-FFF2-40B4-BE49-F238E27FC236}">
                <a16:creationId xmlns:a16="http://schemas.microsoft.com/office/drawing/2014/main" id="{D9B05EA2-A4D5-88DB-E24A-C314EEDA49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35893" y="822431"/>
            <a:ext cx="8688564" cy="5213138"/>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12" name="Picture 11" descr="A graph with a bar of brown and blue bars&#10;&#10;AI-generated content may be incorrect.">
            <a:extLst>
              <a:ext uri="{FF2B5EF4-FFF2-40B4-BE49-F238E27FC236}">
                <a16:creationId xmlns:a16="http://schemas.microsoft.com/office/drawing/2014/main" id="{94755787-ACCE-95A2-5FC8-F8351768EA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7" y="822429"/>
            <a:ext cx="8688566" cy="5213139"/>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A graph with numbers and a bar&#10;&#10;AI-generated content may be incorrect.">
            <a:extLst>
              <a:ext uri="{FF2B5EF4-FFF2-40B4-BE49-F238E27FC236}">
                <a16:creationId xmlns:a16="http://schemas.microsoft.com/office/drawing/2014/main" id="{7C73CC38-6C1B-958C-B6E2-BDC3A81A525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69939"/>
            <a:ext cx="8688564" cy="5213138"/>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1" name="Picture 30" descr="A diagram of a pie chart&#10;&#10;AI-generated content may be incorrect.">
            <a:extLst>
              <a:ext uri="{FF2B5EF4-FFF2-40B4-BE49-F238E27FC236}">
                <a16:creationId xmlns:a16="http://schemas.microsoft.com/office/drawing/2014/main" id="{4AFFCD63-F08B-0625-0297-348F97B88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11" name="Picture 10" descr="A diagram of a pie chart&#10;&#10;AI-generated content may be incorrect.">
            <a:extLst>
              <a:ext uri="{FF2B5EF4-FFF2-40B4-BE49-F238E27FC236}">
                <a16:creationId xmlns:a16="http://schemas.microsoft.com/office/drawing/2014/main" id="{1230187C-AFC4-8FDC-6151-420C2E1B3C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11" name="Picture 10" descr="A graph with numbers and lines&#10;&#10;AI-generated content may be incorrect.">
            <a:extLst>
              <a:ext uri="{FF2B5EF4-FFF2-40B4-BE49-F238E27FC236}">
                <a16:creationId xmlns:a16="http://schemas.microsoft.com/office/drawing/2014/main" id="{0D868788-0A1C-BDB0-CE7C-971943171B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8"/>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3" name="Picture 12" descr="A graph with a line graph&#10;&#10;AI-generated content may be incorrect.">
            <a:extLst>
              <a:ext uri="{FF2B5EF4-FFF2-40B4-BE49-F238E27FC236}">
                <a16:creationId xmlns:a16="http://schemas.microsoft.com/office/drawing/2014/main" id="{9F6987BD-145A-1B10-AC5B-08F986966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9" y="1181095"/>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89635274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icture 33" descr="A group of people in suits&#10;&#10;AI-generated content may be incorrect.">
            <a:extLst>
              <a:ext uri="{FF2B5EF4-FFF2-40B4-BE49-F238E27FC236}">
                <a16:creationId xmlns:a16="http://schemas.microsoft.com/office/drawing/2014/main" id="{A387DD00-A65E-578B-20D0-29FAA2D7B6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4752" y="961858"/>
            <a:ext cx="7075371" cy="5896143"/>
          </a:xfrm>
          <a:prstGeom prst="rect">
            <a:avLst/>
          </a:prstGeom>
        </p:spPr>
      </p:pic>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20" name="Picture 19" descr="A group of people in suits&#10;&#10;AI-generated content may be incorrect.">
            <a:extLst>
              <a:ext uri="{FF2B5EF4-FFF2-40B4-BE49-F238E27FC236}">
                <a16:creationId xmlns:a16="http://schemas.microsoft.com/office/drawing/2014/main" id="{FCA2BC4F-CA7F-0350-27AA-8627DF8D9F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19391</TotalTime>
  <Words>4389</Words>
  <Application>Microsoft Office PowerPoint</Application>
  <PresentationFormat>Widescreen</PresentationFormat>
  <Paragraphs>1183</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15,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240</cp:revision>
  <cp:lastPrinted>2019-06-28T21:02:00Z</cp:lastPrinted>
  <dcterms:created xsi:type="dcterms:W3CDTF">2019-02-07T19:44:00Z</dcterms:created>
  <dcterms:modified xsi:type="dcterms:W3CDTF">2025-05-15T17:57:08Z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