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2"/>
  </p:notesMasterIdLst>
  <p:handoutMasterIdLst>
    <p:handoutMasterId r:id="rId33"/>
  </p:handoutMasterIdLst>
  <p:sldIdLst>
    <p:sldId id="392" r:id="rId2"/>
    <p:sldId id="269" r:id="rId3"/>
    <p:sldId id="393" r:id="rId4"/>
    <p:sldId id="391" r:id="rId5"/>
    <p:sldId id="345" r:id="rId6"/>
    <p:sldId id="411" r:id="rId7"/>
    <p:sldId id="404" r:id="rId8"/>
    <p:sldId id="395" r:id="rId9"/>
    <p:sldId id="407" r:id="rId10"/>
    <p:sldId id="396" r:id="rId11"/>
    <p:sldId id="350" r:id="rId12"/>
    <p:sldId id="413" r:id="rId13"/>
    <p:sldId id="324" r:id="rId14"/>
    <p:sldId id="383" r:id="rId15"/>
    <p:sldId id="340" r:id="rId16"/>
    <p:sldId id="406" r:id="rId17"/>
    <p:sldId id="410" r:id="rId18"/>
    <p:sldId id="409" r:id="rId19"/>
    <p:sldId id="381" r:id="rId20"/>
    <p:sldId id="390" r:id="rId21"/>
    <p:sldId id="299" r:id="rId22"/>
    <p:sldId id="414" r:id="rId23"/>
    <p:sldId id="343" r:id="rId24"/>
    <p:sldId id="412" r:id="rId25"/>
    <p:sldId id="415" r:id="rId26"/>
    <p:sldId id="398" r:id="rId27"/>
    <p:sldId id="399" r:id="rId28"/>
    <p:sldId id="400" r:id="rId29"/>
    <p:sldId id="401" r:id="rId30"/>
    <p:sldId id="402" r:id="rId31"/>
  </p:sldIdLst>
  <p:sldSz cx="12192000" cy="685800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986D7032-D21C-4DDA-B0EB-E1D7D4282753}">
          <p14:sldIdLst>
            <p14:sldId id="392"/>
            <p14:sldId id="269"/>
            <p14:sldId id="393"/>
            <p14:sldId id="391"/>
            <p14:sldId id="345"/>
            <p14:sldId id="411"/>
            <p14:sldId id="404"/>
            <p14:sldId id="395"/>
            <p14:sldId id="407"/>
            <p14:sldId id="396"/>
            <p14:sldId id="350"/>
            <p14:sldId id="413"/>
            <p14:sldId id="324"/>
            <p14:sldId id="383"/>
            <p14:sldId id="340"/>
            <p14:sldId id="406"/>
            <p14:sldId id="410"/>
            <p14:sldId id="409"/>
            <p14:sldId id="381"/>
            <p14:sldId id="390"/>
            <p14:sldId id="299"/>
            <p14:sldId id="414"/>
            <p14:sldId id="343"/>
            <p14:sldId id="412"/>
            <p14:sldId id="415"/>
            <p14:sldId id="398"/>
            <p14:sldId id="399"/>
            <p14:sldId id="400"/>
            <p14:sldId id="401"/>
            <p14:sldId id="402"/>
          </p14:sldIdLst>
        </p14:section>
      </p14:sectionLst>
    </p:ext>
    <p:ext uri="{EFAFB233-063F-42B5-8137-9DF3F51BA10A}">
      <p15:sldGuideLst xmlns:p15="http://schemas.microsoft.com/office/powerpoint/2012/main">
        <p15:guide id="1" orient="horz" pos="2156">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ndrew Hamm" initials="AH" lastIdx="4" clrIdx="0"/>
  <p:cmAuthor id="2" name="adam" initials="a" lastIdx="3" clrIdx="1"/>
  <p:cmAuthor id="3" name="Kalvis Golde" initials="KG" lastIdx="94" clrIdx="2">
    <p:extLst>
      <p:ext uri="{19B8F6BF-5375-455C-9EA6-DF929625EA0E}">
        <p15:presenceInfo xmlns:p15="http://schemas.microsoft.com/office/powerpoint/2012/main" userId="d12450372feb7484"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0CECE"/>
    <a:srgbClr val="FFFFFF"/>
    <a:srgbClr val="5B9BD5"/>
    <a:srgbClr val="4E478A"/>
    <a:srgbClr val="0F9147"/>
    <a:srgbClr val="FDD532"/>
    <a:srgbClr val="4F4789"/>
    <a:srgbClr val="0469A9"/>
    <a:srgbClr val="4FEDED"/>
    <a:srgbClr val="A9040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B4EF15D-42C9-844D-8A07-BC881FB6F23C}" v="468" dt="2021-06-22T21:45:02.225"/>
  </p1510:revLst>
</p1510:revInfo>
</file>

<file path=ppt/tableStyles.xml><?xml version="1.0" encoding="utf-8"?>
<a:tblStyleLst xmlns:a="http://schemas.openxmlformats.org/drawingml/2006/main" def="{7DF18680-E054-41AD-8BC1-D1AEF772440D}">
  <a:tblStyle styleId="{8FD4443E-F989-4FC4-A0C8-D5A2AF1F390B}" styleName="深色样式 1 - 强调 5">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5"/>
          </a:solidFill>
        </a:fill>
      </a:tcStyle>
    </a:wholeTbl>
    <a:band1H>
      <a:tcStyle>
        <a:tcBdr/>
        <a:fill>
          <a:solidFill>
            <a:schemeClr val="accent5">
              <a:shade val="60000"/>
            </a:schemeClr>
          </a:solidFill>
        </a:fill>
      </a:tcStyle>
    </a:band1H>
    <a:band1V>
      <a:tcStyle>
        <a:tcBdr/>
        <a:fill>
          <a:solidFill>
            <a:schemeClr val="accent5">
              <a:shade val="60000"/>
            </a:schemeClr>
          </a:solidFill>
        </a:fill>
      </a:tcStyle>
    </a:band1V>
    <a:lastCol>
      <a:tcTxStyle b="on"/>
      <a:tcStyle>
        <a:tcBdr>
          <a:left>
            <a:ln w="25400" cmpd="sng">
              <a:solidFill>
                <a:schemeClr val="lt1"/>
              </a:solidFill>
            </a:ln>
          </a:left>
        </a:tcBdr>
        <a:fill>
          <a:solidFill>
            <a:schemeClr val="accent5">
              <a:shade val="60000"/>
            </a:schemeClr>
          </a:solidFill>
        </a:fill>
      </a:tcStyle>
    </a:lastCol>
    <a:firstCol>
      <a:tcTxStyle b="on"/>
      <a:tcStyle>
        <a:tcBdr>
          <a:right>
            <a:ln w="25400" cmpd="sng">
              <a:solidFill>
                <a:schemeClr val="lt1"/>
              </a:solidFill>
            </a:ln>
          </a:right>
        </a:tcBdr>
        <a:fill>
          <a:solidFill>
            <a:schemeClr val="accent5">
              <a:shade val="60000"/>
            </a:schemeClr>
          </a:solidFill>
        </a:fill>
      </a:tcStyle>
    </a:firstCol>
    <a:lastRow>
      <a:tcTxStyle b="on"/>
      <a:tcStyle>
        <a:tcBdr>
          <a:top>
            <a:ln w="25400" cmpd="sng">
              <a:solidFill>
                <a:schemeClr val="lt1"/>
              </a:solidFill>
            </a:ln>
          </a:top>
        </a:tcBdr>
        <a:fill>
          <a:solidFill>
            <a:schemeClr val="accent5">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561" autoAdjust="0"/>
    <p:restoredTop sz="93220" autoAdjust="0"/>
  </p:normalViewPr>
  <p:slideViewPr>
    <p:cSldViewPr snapToGrid="0">
      <p:cViewPr varScale="1">
        <p:scale>
          <a:sx n="107" d="100"/>
          <a:sy n="107" d="100"/>
        </p:scale>
        <p:origin x="984" y="78"/>
      </p:cViewPr>
      <p:guideLst>
        <p:guide orient="horz" pos="2156"/>
        <p:guide pos="384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microsoft.com/office/2016/11/relationships/changesInfo" Target="changesInfos/changesInfo1.xml"/><Relationship Id="rId21" Type="http://schemas.openxmlformats.org/officeDocument/2006/relationships/slide" Target="slides/slide20.xml"/><Relationship Id="rId34" Type="http://schemas.openxmlformats.org/officeDocument/2006/relationships/commentAuthors" Target="commentAuthor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handoutMaster" Target="handoutMasters/handoutMaster1.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openxmlformats.org/officeDocument/2006/relationships/theme" Target="theme/theme1.xml"/><Relationship Id="rId40"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alvis Golde" userId="d12450372feb7484" providerId="LiveId" clId="{2B4EF15D-42C9-844D-8A07-BC881FB6F23C}"/>
    <pc:docChg chg="undo redo custSel addSld delSld modSld sldOrd modSection">
      <pc:chgData name="Kalvis Golde" userId="d12450372feb7484" providerId="LiveId" clId="{2B4EF15D-42C9-844D-8A07-BC881FB6F23C}" dt="2021-06-22T21:45:26.631" v="15652" actId="1076"/>
      <pc:docMkLst>
        <pc:docMk/>
      </pc:docMkLst>
      <pc:sldChg chg="modSp mod delCm">
        <pc:chgData name="Kalvis Golde" userId="d12450372feb7484" providerId="LiveId" clId="{2B4EF15D-42C9-844D-8A07-BC881FB6F23C}" dt="2021-06-22T20:08:24.048" v="14713" actId="14734"/>
        <pc:sldMkLst>
          <pc:docMk/>
          <pc:sldMk cId="0" sldId="269"/>
        </pc:sldMkLst>
        <pc:spChg chg="mod">
          <ac:chgData name="Kalvis Golde" userId="d12450372feb7484" providerId="LiveId" clId="{2B4EF15D-42C9-844D-8A07-BC881FB6F23C}" dt="2021-06-22T19:26:55.030" v="14128" actId="13926"/>
          <ac:spMkLst>
            <pc:docMk/>
            <pc:sldMk cId="0" sldId="269"/>
            <ac:spMk id="10" creationId="{41C3B68A-3143-8C40-9052-984CB81771DE}"/>
          </ac:spMkLst>
        </pc:spChg>
        <pc:graphicFrameChg chg="mod modGraphic">
          <ac:chgData name="Kalvis Golde" userId="d12450372feb7484" providerId="LiveId" clId="{2B4EF15D-42C9-844D-8A07-BC881FB6F23C}" dt="2021-06-22T20:08:24.048" v="14713" actId="14734"/>
          <ac:graphicFrameMkLst>
            <pc:docMk/>
            <pc:sldMk cId="0" sldId="269"/>
            <ac:graphicFrameMk id="13" creationId="{2816B8B4-2B75-4A4E-82B3-628AEF4C139E}"/>
          </ac:graphicFrameMkLst>
        </pc:graphicFrameChg>
      </pc:sldChg>
      <pc:sldChg chg="addSp delSp modSp mod addCm delCm modCm">
        <pc:chgData name="Kalvis Golde" userId="d12450372feb7484" providerId="LiveId" clId="{2B4EF15D-42C9-844D-8A07-BC881FB6F23C}" dt="2021-06-22T21:13:28.645" v="14732"/>
        <pc:sldMkLst>
          <pc:docMk/>
          <pc:sldMk cId="0" sldId="298"/>
        </pc:sldMkLst>
        <pc:spChg chg="del">
          <ac:chgData name="Kalvis Golde" userId="d12450372feb7484" providerId="LiveId" clId="{2B4EF15D-42C9-844D-8A07-BC881FB6F23C}" dt="2021-06-10T17:56:57.277" v="504" actId="478"/>
          <ac:spMkLst>
            <pc:docMk/>
            <pc:sldMk cId="0" sldId="298"/>
            <ac:spMk id="2" creationId="{00000000-0000-0000-0000-000000000000}"/>
          </ac:spMkLst>
        </pc:spChg>
        <pc:spChg chg="mod">
          <ac:chgData name="Kalvis Golde" userId="d12450372feb7484" providerId="LiveId" clId="{2B4EF15D-42C9-844D-8A07-BC881FB6F23C}" dt="2021-06-10T18:41:22.866" v="1689" actId="1036"/>
          <ac:spMkLst>
            <pc:docMk/>
            <pc:sldMk cId="0" sldId="298"/>
            <ac:spMk id="4" creationId="{00000000-0000-0000-0000-000000000000}"/>
          </ac:spMkLst>
        </pc:spChg>
        <pc:spChg chg="del mod">
          <ac:chgData name="Kalvis Golde" userId="d12450372feb7484" providerId="LiveId" clId="{2B4EF15D-42C9-844D-8A07-BC881FB6F23C}" dt="2021-06-10T18:11:54.475" v="928" actId="478"/>
          <ac:spMkLst>
            <pc:docMk/>
            <pc:sldMk cId="0" sldId="298"/>
            <ac:spMk id="5" creationId="{2CBC4E64-8FB4-2E4F-AE2A-FE9460394B32}"/>
          </ac:spMkLst>
        </pc:spChg>
        <pc:spChg chg="add del mod">
          <ac:chgData name="Kalvis Golde" userId="d12450372feb7484" providerId="LiveId" clId="{2B4EF15D-42C9-844D-8A07-BC881FB6F23C}" dt="2021-06-10T17:57:04.163" v="506" actId="478"/>
          <ac:spMkLst>
            <pc:docMk/>
            <pc:sldMk cId="0" sldId="298"/>
            <ac:spMk id="9" creationId="{3C9CF0BA-BC2E-1945-875F-30B34241A178}"/>
          </ac:spMkLst>
        </pc:spChg>
        <pc:spChg chg="add mod">
          <ac:chgData name="Kalvis Golde" userId="d12450372feb7484" providerId="LiveId" clId="{2B4EF15D-42C9-844D-8A07-BC881FB6F23C}" dt="2021-06-22T19:03:29.701" v="13685" actId="13926"/>
          <ac:spMkLst>
            <pc:docMk/>
            <pc:sldMk cId="0" sldId="298"/>
            <ac:spMk id="10" creationId="{68D6C34B-8497-B544-815A-2076A22DC17B}"/>
          </ac:spMkLst>
        </pc:spChg>
        <pc:graphicFrameChg chg="mod modGraphic">
          <ac:chgData name="Kalvis Golde" userId="d12450372feb7484" providerId="LiveId" clId="{2B4EF15D-42C9-844D-8A07-BC881FB6F23C}" dt="2021-06-22T19:05:42.048" v="13699" actId="13926"/>
          <ac:graphicFrameMkLst>
            <pc:docMk/>
            <pc:sldMk cId="0" sldId="298"/>
            <ac:graphicFrameMk id="7" creationId="{00000000-0000-0000-0000-000000000000}"/>
          </ac:graphicFrameMkLst>
        </pc:graphicFrameChg>
        <pc:graphicFrameChg chg="del modGraphic">
          <ac:chgData name="Kalvis Golde" userId="d12450372feb7484" providerId="LiveId" clId="{2B4EF15D-42C9-844D-8A07-BC881FB6F23C}" dt="2021-06-10T18:17:54.990" v="1000" actId="478"/>
          <ac:graphicFrameMkLst>
            <pc:docMk/>
            <pc:sldMk cId="0" sldId="298"/>
            <ac:graphicFrameMk id="8" creationId="{6B275725-D677-AE43-9CE5-096DF8400729}"/>
          </ac:graphicFrameMkLst>
        </pc:graphicFrameChg>
      </pc:sldChg>
      <pc:sldChg chg="addSp delSp modSp add del mod addCm delCm modCm">
        <pc:chgData name="Kalvis Golde" userId="d12450372feb7484" providerId="LiveId" clId="{2B4EF15D-42C9-844D-8A07-BC881FB6F23C}" dt="2021-06-22T21:21:28.146" v="15338"/>
        <pc:sldMkLst>
          <pc:docMk/>
          <pc:sldMk cId="0" sldId="299"/>
        </pc:sldMkLst>
        <pc:spChg chg="del">
          <ac:chgData name="Kalvis Golde" userId="d12450372feb7484" providerId="LiveId" clId="{2B4EF15D-42C9-844D-8A07-BC881FB6F23C}" dt="2021-06-22T16:15:15.372" v="11982" actId="478"/>
          <ac:spMkLst>
            <pc:docMk/>
            <pc:sldMk cId="0" sldId="299"/>
            <ac:spMk id="2" creationId="{00000000-0000-0000-0000-000000000000}"/>
          </ac:spMkLst>
        </pc:spChg>
        <pc:spChg chg="del">
          <ac:chgData name="Kalvis Golde" userId="d12450372feb7484" providerId="LiveId" clId="{2B4EF15D-42C9-844D-8A07-BC881FB6F23C}" dt="2021-06-10T19:44:10.673" v="6323" actId="478"/>
          <ac:spMkLst>
            <pc:docMk/>
            <pc:sldMk cId="0" sldId="299"/>
            <ac:spMk id="4" creationId="{00000000-0000-0000-0000-000000000000}"/>
          </ac:spMkLst>
        </pc:spChg>
        <pc:spChg chg="add del mod">
          <ac:chgData name="Kalvis Golde" userId="d12450372feb7484" providerId="LiveId" clId="{2B4EF15D-42C9-844D-8A07-BC881FB6F23C}" dt="2021-06-22T16:15:08.613" v="11980" actId="478"/>
          <ac:spMkLst>
            <pc:docMk/>
            <pc:sldMk cId="0" sldId="299"/>
            <ac:spMk id="5" creationId="{082B7746-FD95-0143-96B1-BFB512F69B9A}"/>
          </ac:spMkLst>
        </pc:spChg>
        <pc:spChg chg="add del mod">
          <ac:chgData name="Kalvis Golde" userId="d12450372feb7484" providerId="LiveId" clId="{2B4EF15D-42C9-844D-8A07-BC881FB6F23C}" dt="2021-06-22T16:15:16.864" v="11983" actId="478"/>
          <ac:spMkLst>
            <pc:docMk/>
            <pc:sldMk cId="0" sldId="299"/>
            <ac:spMk id="8" creationId="{C380418D-E24D-2143-9460-8687DBA7B618}"/>
          </ac:spMkLst>
        </pc:spChg>
        <pc:spChg chg="add mod">
          <ac:chgData name="Kalvis Golde" userId="d12450372feb7484" providerId="LiveId" clId="{2B4EF15D-42C9-844D-8A07-BC881FB6F23C}" dt="2021-06-22T19:08:37.600" v="13795" actId="13926"/>
          <ac:spMkLst>
            <pc:docMk/>
            <pc:sldMk cId="0" sldId="299"/>
            <ac:spMk id="10" creationId="{D366379E-E9D8-DB42-B1E2-38F621A2306F}"/>
          </ac:spMkLst>
        </pc:spChg>
        <pc:graphicFrameChg chg="add mod modGraphic">
          <ac:chgData name="Kalvis Golde" userId="d12450372feb7484" providerId="LiveId" clId="{2B4EF15D-42C9-844D-8A07-BC881FB6F23C}" dt="2021-06-22T19:32:07.263" v="14176"/>
          <ac:graphicFrameMkLst>
            <pc:docMk/>
            <pc:sldMk cId="0" sldId="299"/>
            <ac:graphicFrameMk id="7" creationId="{AFEE743B-3743-7B46-A02B-4C621618C449}"/>
          </ac:graphicFrameMkLst>
        </pc:graphicFrameChg>
        <pc:graphicFrameChg chg="del mod modGraphic">
          <ac:chgData name="Kalvis Golde" userId="d12450372feb7484" providerId="LiveId" clId="{2B4EF15D-42C9-844D-8A07-BC881FB6F23C}" dt="2021-06-22T16:15:06.621" v="11979" actId="478"/>
          <ac:graphicFrameMkLst>
            <pc:docMk/>
            <pc:sldMk cId="0" sldId="299"/>
            <ac:graphicFrameMk id="15" creationId="{00000000-0000-0000-0000-000000000000}"/>
          </ac:graphicFrameMkLst>
        </pc:graphicFrameChg>
      </pc:sldChg>
      <pc:sldChg chg="addSp modSp del mod">
        <pc:chgData name="Kalvis Golde" userId="d12450372feb7484" providerId="LiveId" clId="{2B4EF15D-42C9-844D-8A07-BC881FB6F23C}" dt="2021-06-10T20:14:05.850" v="8416" actId="2696"/>
        <pc:sldMkLst>
          <pc:docMk/>
          <pc:sldMk cId="3525443275" sldId="311"/>
        </pc:sldMkLst>
        <pc:spChg chg="add mod">
          <ac:chgData name="Kalvis Golde" userId="d12450372feb7484" providerId="LiveId" clId="{2B4EF15D-42C9-844D-8A07-BC881FB6F23C}" dt="2021-06-10T20:13:26.426" v="8415" actId="20577"/>
          <ac:spMkLst>
            <pc:docMk/>
            <pc:sldMk cId="3525443275" sldId="311"/>
            <ac:spMk id="5" creationId="{550F536A-B356-4645-A456-11B1879B464D}"/>
          </ac:spMkLst>
        </pc:spChg>
      </pc:sldChg>
      <pc:sldChg chg="addSp delSp modSp del mod">
        <pc:chgData name="Kalvis Golde" userId="d12450372feb7484" providerId="LiveId" clId="{2B4EF15D-42C9-844D-8A07-BC881FB6F23C}" dt="2021-06-10T20:41:36.773" v="8905" actId="2696"/>
        <pc:sldMkLst>
          <pc:docMk/>
          <pc:sldMk cId="4202496770" sldId="312"/>
        </pc:sldMkLst>
        <pc:spChg chg="add del mod">
          <ac:chgData name="Kalvis Golde" userId="d12450372feb7484" providerId="LiveId" clId="{2B4EF15D-42C9-844D-8A07-BC881FB6F23C}" dt="2021-06-10T20:36:33.989" v="8511" actId="478"/>
          <ac:spMkLst>
            <pc:docMk/>
            <pc:sldMk cId="4202496770" sldId="312"/>
            <ac:spMk id="3" creationId="{F7898CCD-F5AC-0642-B5FD-25A51C142840}"/>
          </ac:spMkLst>
        </pc:spChg>
        <pc:spChg chg="add mod">
          <ac:chgData name="Kalvis Golde" userId="d12450372feb7484" providerId="LiveId" clId="{2B4EF15D-42C9-844D-8A07-BC881FB6F23C}" dt="2021-06-10T20:39:27.653" v="8800" actId="20577"/>
          <ac:spMkLst>
            <pc:docMk/>
            <pc:sldMk cId="4202496770" sldId="312"/>
            <ac:spMk id="9" creationId="{46F2D4F4-13CF-7148-B38F-128E76F7F247}"/>
          </ac:spMkLst>
        </pc:spChg>
        <pc:graphicFrameChg chg="del">
          <ac:chgData name="Kalvis Golde" userId="d12450372feb7484" providerId="LiveId" clId="{2B4EF15D-42C9-844D-8A07-BC881FB6F23C}" dt="2021-06-10T20:36:32.271" v="8510" actId="478"/>
          <ac:graphicFrameMkLst>
            <pc:docMk/>
            <pc:sldMk cId="4202496770" sldId="312"/>
            <ac:graphicFrameMk id="8" creationId="{00000000-0000-0000-0000-000000000000}"/>
          </ac:graphicFrameMkLst>
        </pc:graphicFrameChg>
        <pc:picChg chg="add mod">
          <ac:chgData name="Kalvis Golde" userId="d12450372feb7484" providerId="LiveId" clId="{2B4EF15D-42C9-844D-8A07-BC881FB6F23C}" dt="2021-06-10T20:39:59.608" v="8813" actId="14100"/>
          <ac:picMkLst>
            <pc:docMk/>
            <pc:sldMk cId="4202496770" sldId="312"/>
            <ac:picMk id="7" creationId="{23F72518-6DC8-864C-8892-834A6AC85B3C}"/>
          </ac:picMkLst>
        </pc:picChg>
      </pc:sldChg>
      <pc:sldChg chg="addSp delSp modSp mod delCm">
        <pc:chgData name="Kalvis Golde" userId="d12450372feb7484" providerId="LiveId" clId="{2B4EF15D-42C9-844D-8A07-BC881FB6F23C}" dt="2021-06-22T19:12:47.350" v="13820" actId="13926"/>
        <pc:sldMkLst>
          <pc:docMk/>
          <pc:sldMk cId="25729686" sldId="324"/>
        </pc:sldMkLst>
        <pc:spChg chg="mod">
          <ac:chgData name="Kalvis Golde" userId="d12450372feb7484" providerId="LiveId" clId="{2B4EF15D-42C9-844D-8A07-BC881FB6F23C}" dt="2021-06-22T19:12:47.350" v="13820" actId="13926"/>
          <ac:spMkLst>
            <pc:docMk/>
            <pc:sldMk cId="25729686" sldId="324"/>
            <ac:spMk id="2" creationId="{00000000-0000-0000-0000-000000000000}"/>
          </ac:spMkLst>
        </pc:spChg>
        <pc:spChg chg="add del mod">
          <ac:chgData name="Kalvis Golde" userId="d12450372feb7484" providerId="LiveId" clId="{2B4EF15D-42C9-844D-8A07-BC881FB6F23C}" dt="2021-06-10T20:41:09.724" v="8901" actId="478"/>
          <ac:spMkLst>
            <pc:docMk/>
            <pc:sldMk cId="25729686" sldId="324"/>
            <ac:spMk id="5" creationId="{CCE820BC-FDA7-CB4B-8729-BCDB1EFEE735}"/>
          </ac:spMkLst>
        </pc:spChg>
        <pc:spChg chg="add mod">
          <ac:chgData name="Kalvis Golde" userId="d12450372feb7484" providerId="LiveId" clId="{2B4EF15D-42C9-844D-8A07-BC881FB6F23C}" dt="2021-06-17T18:20:14.554" v="11207" actId="207"/>
          <ac:spMkLst>
            <pc:docMk/>
            <pc:sldMk cId="25729686" sldId="324"/>
            <ac:spMk id="7" creationId="{CDBDE700-FBCA-6541-B954-86146E231962}"/>
          </ac:spMkLst>
        </pc:spChg>
        <pc:graphicFrameChg chg="mod modGraphic">
          <ac:chgData name="Kalvis Golde" userId="d12450372feb7484" providerId="LiveId" clId="{2B4EF15D-42C9-844D-8A07-BC881FB6F23C}" dt="2021-06-10T21:03:35.692" v="10259" actId="1076"/>
          <ac:graphicFrameMkLst>
            <pc:docMk/>
            <pc:sldMk cId="25729686" sldId="324"/>
            <ac:graphicFrameMk id="4" creationId="{00000000-0000-0000-0000-000000000000}"/>
          </ac:graphicFrameMkLst>
        </pc:graphicFrameChg>
        <pc:picChg chg="add mod">
          <ac:chgData name="Kalvis Golde" userId="d12450372feb7484" providerId="LiveId" clId="{2B4EF15D-42C9-844D-8A07-BC881FB6F23C}" dt="2021-06-10T20:40:38.608" v="8863"/>
          <ac:picMkLst>
            <pc:docMk/>
            <pc:sldMk cId="25729686" sldId="324"/>
            <ac:picMk id="6" creationId="{758F644C-B24F-2442-B084-057A22933CE9}"/>
          </ac:picMkLst>
        </pc:picChg>
      </pc:sldChg>
      <pc:sldChg chg="modSp mod delCm">
        <pc:chgData name="Kalvis Golde" userId="d12450372feb7484" providerId="LiveId" clId="{2B4EF15D-42C9-844D-8A07-BC881FB6F23C}" dt="2021-06-22T19:11:01.018" v="13808" actId="13926"/>
        <pc:sldMkLst>
          <pc:docMk/>
          <pc:sldMk cId="3618912480" sldId="328"/>
        </pc:sldMkLst>
        <pc:spChg chg="mod">
          <ac:chgData name="Kalvis Golde" userId="d12450372feb7484" providerId="LiveId" clId="{2B4EF15D-42C9-844D-8A07-BC881FB6F23C}" dt="2021-06-22T19:11:01.018" v="13808" actId="13926"/>
          <ac:spMkLst>
            <pc:docMk/>
            <pc:sldMk cId="3618912480" sldId="328"/>
            <ac:spMk id="2" creationId="{00000000-0000-0000-0000-000000000000}"/>
          </ac:spMkLst>
        </pc:spChg>
      </pc:sldChg>
      <pc:sldChg chg="addSp delSp modSp del mod delCm">
        <pc:chgData name="Kalvis Golde" userId="d12450372feb7484" providerId="LiveId" clId="{2B4EF15D-42C9-844D-8A07-BC881FB6F23C}" dt="2021-06-22T21:25:35.586" v="15344" actId="2696"/>
        <pc:sldMkLst>
          <pc:docMk/>
          <pc:sldMk cId="0" sldId="330"/>
        </pc:sldMkLst>
        <pc:spChg chg="add del mod">
          <ac:chgData name="Kalvis Golde" userId="d12450372feb7484" providerId="LiveId" clId="{2B4EF15D-42C9-844D-8A07-BC881FB6F23C}" dt="2021-06-22T19:25:56.114" v="14122" actId="478"/>
          <ac:spMkLst>
            <pc:docMk/>
            <pc:sldMk cId="0" sldId="330"/>
            <ac:spMk id="6" creationId="{D982773A-2492-7648-9BCB-EC44ADCD30F5}"/>
          </ac:spMkLst>
        </pc:spChg>
        <pc:spChg chg="add del mod">
          <ac:chgData name="Kalvis Golde" userId="d12450372feb7484" providerId="LiveId" clId="{2B4EF15D-42C9-844D-8A07-BC881FB6F23C}" dt="2021-06-22T19:25:34.772" v="14103" actId="478"/>
          <ac:spMkLst>
            <pc:docMk/>
            <pc:sldMk cId="0" sldId="330"/>
            <ac:spMk id="9" creationId="{0860544C-F92B-6A45-A080-951D06D6189E}"/>
          </ac:spMkLst>
        </pc:spChg>
        <pc:spChg chg="add mod">
          <ac:chgData name="Kalvis Golde" userId="d12450372feb7484" providerId="LiveId" clId="{2B4EF15D-42C9-844D-8A07-BC881FB6F23C}" dt="2021-06-22T19:25:44.245" v="14120" actId="20577"/>
          <ac:spMkLst>
            <pc:docMk/>
            <pc:sldMk cId="0" sldId="330"/>
            <ac:spMk id="31" creationId="{1700F6EB-E9DE-9C48-BA13-96401307D7F6}"/>
          </ac:spMkLst>
        </pc:spChg>
        <pc:spChg chg="del mod">
          <ac:chgData name="Kalvis Golde" userId="d12450372feb7484" providerId="LiveId" clId="{2B4EF15D-42C9-844D-8A07-BC881FB6F23C}" dt="2021-06-22T19:25:33.031" v="14102" actId="478"/>
          <ac:spMkLst>
            <pc:docMk/>
            <pc:sldMk cId="0" sldId="330"/>
            <ac:spMk id="1025" creationId="{00000000-0000-0000-0000-000000000000}"/>
          </ac:spMkLst>
        </pc:spChg>
        <pc:graphicFrameChg chg="modGraphic">
          <ac:chgData name="Kalvis Golde" userId="d12450372feb7484" providerId="LiveId" clId="{2B4EF15D-42C9-844D-8A07-BC881FB6F23C}" dt="2021-06-22T19:26:16.064" v="14123" actId="20577"/>
          <ac:graphicFrameMkLst>
            <pc:docMk/>
            <pc:sldMk cId="0" sldId="330"/>
            <ac:graphicFrameMk id="27" creationId="{00000000-0000-0000-0000-000000000000}"/>
          </ac:graphicFrameMkLst>
        </pc:graphicFrameChg>
      </pc:sldChg>
      <pc:sldChg chg="addSp delSp modSp mod addCm delCm modCm">
        <pc:chgData name="Kalvis Golde" userId="d12450372feb7484" providerId="LiveId" clId="{2B4EF15D-42C9-844D-8A07-BC881FB6F23C}" dt="2021-06-22T21:25:30.992" v="15343"/>
        <pc:sldMkLst>
          <pc:docMk/>
          <pc:sldMk cId="0" sldId="336"/>
        </pc:sldMkLst>
        <pc:spChg chg="del mod">
          <ac:chgData name="Kalvis Golde" userId="d12450372feb7484" providerId="LiveId" clId="{2B4EF15D-42C9-844D-8A07-BC881FB6F23C}" dt="2021-06-22T19:12:27.401" v="13816" actId="478"/>
          <ac:spMkLst>
            <pc:docMk/>
            <pc:sldMk cId="0" sldId="336"/>
            <ac:spMk id="2" creationId="{00000000-0000-0000-0000-000000000000}"/>
          </ac:spMkLst>
        </pc:spChg>
        <pc:spChg chg="add del mod">
          <ac:chgData name="Kalvis Golde" userId="d12450372feb7484" providerId="LiveId" clId="{2B4EF15D-42C9-844D-8A07-BC881FB6F23C}" dt="2021-06-22T19:13:16.556" v="13822" actId="478"/>
          <ac:spMkLst>
            <pc:docMk/>
            <pc:sldMk cId="0" sldId="336"/>
            <ac:spMk id="5" creationId="{6505EF0A-8AE4-1B48-A43C-9A2925D2ED14}"/>
          </ac:spMkLst>
        </pc:spChg>
        <pc:spChg chg="add mod">
          <ac:chgData name="Kalvis Golde" userId="d12450372feb7484" providerId="LiveId" clId="{2B4EF15D-42C9-844D-8A07-BC881FB6F23C}" dt="2021-06-22T19:14:00.652" v="13861" actId="13926"/>
          <ac:spMkLst>
            <pc:docMk/>
            <pc:sldMk cId="0" sldId="336"/>
            <ac:spMk id="8" creationId="{D4B9013C-C67A-AB48-AD8F-D43F29B11028}"/>
          </ac:spMkLst>
        </pc:spChg>
        <pc:graphicFrameChg chg="mod modGraphic">
          <ac:chgData name="Kalvis Golde" userId="d12450372feb7484" providerId="LiveId" clId="{2B4EF15D-42C9-844D-8A07-BC881FB6F23C}" dt="2021-06-22T19:24:56.463" v="14100" actId="20577"/>
          <ac:graphicFrameMkLst>
            <pc:docMk/>
            <pc:sldMk cId="0" sldId="336"/>
            <ac:graphicFrameMk id="7" creationId="{00000000-0000-0000-0000-000000000000}"/>
          </ac:graphicFrameMkLst>
        </pc:graphicFrameChg>
      </pc:sldChg>
      <pc:sldChg chg="addSp delSp modSp mod addCm delCm">
        <pc:chgData name="Kalvis Golde" userId="d12450372feb7484" providerId="LiveId" clId="{2B4EF15D-42C9-844D-8A07-BC881FB6F23C}" dt="2021-06-22T19:11:06.891" v="13809" actId="13926"/>
        <pc:sldMkLst>
          <pc:docMk/>
          <pc:sldMk cId="0" sldId="340"/>
        </pc:sldMkLst>
        <pc:spChg chg="mod">
          <ac:chgData name="Kalvis Golde" userId="d12450372feb7484" providerId="LiveId" clId="{2B4EF15D-42C9-844D-8A07-BC881FB6F23C}" dt="2021-06-22T19:11:06.891" v="13809" actId="13926"/>
          <ac:spMkLst>
            <pc:docMk/>
            <pc:sldMk cId="0" sldId="340"/>
            <ac:spMk id="2" creationId="{00000000-0000-0000-0000-000000000000}"/>
          </ac:spMkLst>
        </pc:spChg>
        <pc:spChg chg="del">
          <ac:chgData name="Kalvis Golde" userId="d12450372feb7484" providerId="LiveId" clId="{2B4EF15D-42C9-844D-8A07-BC881FB6F23C}" dt="2021-06-10T19:56:18.083" v="6758" actId="478"/>
          <ac:spMkLst>
            <pc:docMk/>
            <pc:sldMk cId="0" sldId="340"/>
            <ac:spMk id="3" creationId="{00000000-0000-0000-0000-000000000000}"/>
          </ac:spMkLst>
        </pc:spChg>
        <pc:spChg chg="add mod">
          <ac:chgData name="Kalvis Golde" userId="d12450372feb7484" providerId="LiveId" clId="{2B4EF15D-42C9-844D-8A07-BC881FB6F23C}" dt="2021-06-17T18:15:15.897" v="11075" actId="207"/>
          <ac:spMkLst>
            <pc:docMk/>
            <pc:sldMk cId="0" sldId="340"/>
            <ac:spMk id="9" creationId="{5998A571-73D0-D147-A688-45E2608B1237}"/>
          </ac:spMkLst>
        </pc:spChg>
        <pc:spChg chg="add mod">
          <ac:chgData name="Kalvis Golde" userId="d12450372feb7484" providerId="LiveId" clId="{2B4EF15D-42C9-844D-8A07-BC881FB6F23C}" dt="2021-06-17T18:15:15.897" v="11075" actId="207"/>
          <ac:spMkLst>
            <pc:docMk/>
            <pc:sldMk cId="0" sldId="340"/>
            <ac:spMk id="10" creationId="{5E15A7A7-B33C-AD49-86CC-AEC41D48DC42}"/>
          </ac:spMkLst>
        </pc:spChg>
        <pc:graphicFrameChg chg="mod">
          <ac:chgData name="Kalvis Golde" userId="d12450372feb7484" providerId="LiveId" clId="{2B4EF15D-42C9-844D-8A07-BC881FB6F23C}" dt="2021-06-10T19:56:09.482" v="6757" actId="1076"/>
          <ac:graphicFrameMkLst>
            <pc:docMk/>
            <pc:sldMk cId="0" sldId="340"/>
            <ac:graphicFrameMk id="5" creationId="{00000000-0000-0000-0000-000000000000}"/>
          </ac:graphicFrameMkLst>
        </pc:graphicFrameChg>
        <pc:graphicFrameChg chg="del">
          <ac:chgData name="Kalvis Golde" userId="d12450372feb7484" providerId="LiveId" clId="{2B4EF15D-42C9-844D-8A07-BC881FB6F23C}" dt="2021-06-10T19:55:26.777" v="6751" actId="478"/>
          <ac:graphicFrameMkLst>
            <pc:docMk/>
            <pc:sldMk cId="0" sldId="340"/>
            <ac:graphicFrameMk id="6" creationId="{00000000-0000-0000-0000-000000000000}"/>
          </ac:graphicFrameMkLst>
        </pc:graphicFrameChg>
        <pc:picChg chg="add mod">
          <ac:chgData name="Kalvis Golde" userId="d12450372feb7484" providerId="LiveId" clId="{2B4EF15D-42C9-844D-8A07-BC881FB6F23C}" dt="2021-06-10T19:55:53.383" v="6756" actId="1076"/>
          <ac:picMkLst>
            <pc:docMk/>
            <pc:sldMk cId="0" sldId="340"/>
            <ac:picMk id="8" creationId="{8B0D6A47-28ED-5E42-82EE-3858B691C735}"/>
          </ac:picMkLst>
        </pc:picChg>
      </pc:sldChg>
      <pc:sldChg chg="addSp delSp modSp mod delCm">
        <pc:chgData name="Kalvis Golde" userId="d12450372feb7484" providerId="LiveId" clId="{2B4EF15D-42C9-844D-8A07-BC881FB6F23C}" dt="2021-06-22T19:08:51.742" v="13796" actId="13926"/>
        <pc:sldMkLst>
          <pc:docMk/>
          <pc:sldMk cId="4162859104" sldId="343"/>
        </pc:sldMkLst>
        <pc:spChg chg="del">
          <ac:chgData name="Kalvis Golde" userId="d12450372feb7484" providerId="LiveId" clId="{2B4EF15D-42C9-844D-8A07-BC881FB6F23C}" dt="2021-06-10T18:58:13.943" v="3302" actId="478"/>
          <ac:spMkLst>
            <pc:docMk/>
            <pc:sldMk cId="4162859104" sldId="343"/>
            <ac:spMk id="2" creationId="{00000000-0000-0000-0000-000000000000}"/>
          </ac:spMkLst>
        </pc:spChg>
        <pc:spChg chg="del">
          <ac:chgData name="Kalvis Golde" userId="d12450372feb7484" providerId="LiveId" clId="{2B4EF15D-42C9-844D-8A07-BC881FB6F23C}" dt="2021-06-10T18:57:40.297" v="3298" actId="478"/>
          <ac:spMkLst>
            <pc:docMk/>
            <pc:sldMk cId="4162859104" sldId="343"/>
            <ac:spMk id="3" creationId="{00000000-0000-0000-0000-000000000000}"/>
          </ac:spMkLst>
        </pc:spChg>
        <pc:spChg chg="add del mod">
          <ac:chgData name="Kalvis Golde" userId="d12450372feb7484" providerId="LiveId" clId="{2B4EF15D-42C9-844D-8A07-BC881FB6F23C}" dt="2021-06-22T17:25:55.676" v="12303" actId="478"/>
          <ac:spMkLst>
            <pc:docMk/>
            <pc:sldMk cId="4162859104" sldId="343"/>
            <ac:spMk id="3" creationId="{EE8D0F3C-EAA3-9844-B0CC-DCF87CD1B496}"/>
          </ac:spMkLst>
        </pc:spChg>
        <pc:spChg chg="add del mod">
          <ac:chgData name="Kalvis Golde" userId="d12450372feb7484" providerId="LiveId" clId="{2B4EF15D-42C9-844D-8A07-BC881FB6F23C}" dt="2021-06-10T18:57:37.238" v="3296" actId="478"/>
          <ac:spMkLst>
            <pc:docMk/>
            <pc:sldMk cId="4162859104" sldId="343"/>
            <ac:spMk id="6" creationId="{744C2562-C29D-644D-BAE5-C71796875C99}"/>
          </ac:spMkLst>
        </pc:spChg>
        <pc:spChg chg="add mod">
          <ac:chgData name="Kalvis Golde" userId="d12450372feb7484" providerId="LiveId" clId="{2B4EF15D-42C9-844D-8A07-BC881FB6F23C}" dt="2021-06-22T19:08:51.742" v="13796" actId="13926"/>
          <ac:spMkLst>
            <pc:docMk/>
            <pc:sldMk cId="4162859104" sldId="343"/>
            <ac:spMk id="7" creationId="{86565480-92B6-5A4E-8946-30A6E964E5AD}"/>
          </ac:spMkLst>
        </pc:spChg>
        <pc:spChg chg="add del mod">
          <ac:chgData name="Kalvis Golde" userId="d12450372feb7484" providerId="LiveId" clId="{2B4EF15D-42C9-844D-8A07-BC881FB6F23C}" dt="2021-06-10T18:58:16.241" v="3303" actId="478"/>
          <ac:spMkLst>
            <pc:docMk/>
            <pc:sldMk cId="4162859104" sldId="343"/>
            <ac:spMk id="12" creationId="{68A9731A-2F8A-FB4C-B495-002DEB7BA672}"/>
          </ac:spMkLst>
        </pc:spChg>
        <pc:spChg chg="add del mod">
          <ac:chgData name="Kalvis Golde" userId="d12450372feb7484" providerId="LiveId" clId="{2B4EF15D-42C9-844D-8A07-BC881FB6F23C}" dt="2021-06-22T17:25:53.862" v="12302" actId="478"/>
          <ac:spMkLst>
            <pc:docMk/>
            <pc:sldMk cId="4162859104" sldId="343"/>
            <ac:spMk id="13" creationId="{48741A7A-2A35-9E46-9CC4-56FCD5405679}"/>
          </ac:spMkLst>
        </pc:spChg>
        <pc:graphicFrameChg chg="del">
          <ac:chgData name="Kalvis Golde" userId="d12450372feb7484" providerId="LiveId" clId="{2B4EF15D-42C9-844D-8A07-BC881FB6F23C}" dt="2021-06-10T18:57:38.115" v="3297" actId="478"/>
          <ac:graphicFrameMkLst>
            <pc:docMk/>
            <pc:sldMk cId="4162859104" sldId="343"/>
            <ac:graphicFrameMk id="7" creationId="{024D86C0-94F1-4D93-BC9A-BBEA3EAF4154}"/>
          </ac:graphicFrameMkLst>
        </pc:graphicFrameChg>
        <pc:graphicFrameChg chg="del">
          <ac:chgData name="Kalvis Golde" userId="d12450372feb7484" providerId="LiveId" clId="{2B4EF15D-42C9-844D-8A07-BC881FB6F23C}" dt="2021-06-10T18:57:29.648" v="3295" actId="478"/>
          <ac:graphicFrameMkLst>
            <pc:docMk/>
            <pc:sldMk cId="4162859104" sldId="343"/>
            <ac:graphicFrameMk id="8" creationId="{00000000-0000-0000-0000-000000000000}"/>
          </ac:graphicFrameMkLst>
        </pc:graphicFrameChg>
        <pc:picChg chg="add mod">
          <ac:chgData name="Kalvis Golde" userId="d12450372feb7484" providerId="LiveId" clId="{2B4EF15D-42C9-844D-8A07-BC881FB6F23C}" dt="2021-06-22T17:26:35.033" v="12313" actId="1076"/>
          <ac:picMkLst>
            <pc:docMk/>
            <pc:sldMk cId="4162859104" sldId="343"/>
            <ac:picMk id="6" creationId="{DA5A4708-E159-5046-B882-4EF2145E2C7F}"/>
          </ac:picMkLst>
        </pc:picChg>
        <pc:picChg chg="add del mod">
          <ac:chgData name="Kalvis Golde" userId="d12450372feb7484" providerId="LiveId" clId="{2B4EF15D-42C9-844D-8A07-BC881FB6F23C}" dt="2021-06-22T17:26:17.483" v="12307" actId="478"/>
          <ac:picMkLst>
            <pc:docMk/>
            <pc:sldMk cId="4162859104" sldId="343"/>
            <ac:picMk id="10" creationId="{48AC3804-9B8C-DF4D-94A1-E91D9895F978}"/>
          </ac:picMkLst>
        </pc:picChg>
      </pc:sldChg>
      <pc:sldChg chg="addSp delSp modSp mod delCm">
        <pc:chgData name="Kalvis Golde" userId="d12450372feb7484" providerId="LiveId" clId="{2B4EF15D-42C9-844D-8A07-BC881FB6F23C}" dt="2021-06-22T19:03:59.482" v="13689" actId="13926"/>
        <pc:sldMkLst>
          <pc:docMk/>
          <pc:sldMk cId="2584210198" sldId="345"/>
        </pc:sldMkLst>
        <pc:spChg chg="del">
          <ac:chgData name="Kalvis Golde" userId="d12450372feb7484" providerId="LiveId" clId="{2B4EF15D-42C9-844D-8A07-BC881FB6F23C}" dt="2021-06-22T14:53:50.066" v="11230" actId="478"/>
          <ac:spMkLst>
            <pc:docMk/>
            <pc:sldMk cId="2584210198" sldId="345"/>
            <ac:spMk id="2" creationId="{00000000-0000-0000-0000-000000000000}"/>
          </ac:spMkLst>
        </pc:spChg>
        <pc:spChg chg="del">
          <ac:chgData name="Kalvis Golde" userId="d12450372feb7484" providerId="LiveId" clId="{2B4EF15D-42C9-844D-8A07-BC881FB6F23C}" dt="2021-06-10T18:54:58.624" v="3115" actId="478"/>
          <ac:spMkLst>
            <pc:docMk/>
            <pc:sldMk cId="2584210198" sldId="345"/>
            <ac:spMk id="3" creationId="{00000000-0000-0000-0000-000000000000}"/>
          </ac:spMkLst>
        </pc:spChg>
        <pc:spChg chg="del">
          <ac:chgData name="Kalvis Golde" userId="d12450372feb7484" providerId="LiveId" clId="{2B4EF15D-42C9-844D-8A07-BC881FB6F23C}" dt="2021-06-10T18:55:04.378" v="3116" actId="478"/>
          <ac:spMkLst>
            <pc:docMk/>
            <pc:sldMk cId="2584210198" sldId="345"/>
            <ac:spMk id="4" creationId="{00000000-0000-0000-0000-000000000000}"/>
          </ac:spMkLst>
        </pc:spChg>
        <pc:spChg chg="add del mod">
          <ac:chgData name="Kalvis Golde" userId="d12450372feb7484" providerId="LiveId" clId="{2B4EF15D-42C9-844D-8A07-BC881FB6F23C}" dt="2021-06-22T14:53:51.865" v="11231" actId="478"/>
          <ac:spMkLst>
            <pc:docMk/>
            <pc:sldMk cId="2584210198" sldId="345"/>
            <ac:spMk id="4" creationId="{81BE7985-E363-8C47-BD95-3A5ABE7BB20E}"/>
          </ac:spMkLst>
        </pc:spChg>
        <pc:spChg chg="add del mod">
          <ac:chgData name="Kalvis Golde" userId="d12450372feb7484" providerId="LiveId" clId="{2B4EF15D-42C9-844D-8A07-BC881FB6F23C}" dt="2021-06-22T14:53:16.395" v="11228" actId="478"/>
          <ac:spMkLst>
            <pc:docMk/>
            <pc:sldMk cId="2584210198" sldId="345"/>
            <ac:spMk id="6" creationId="{42E3A18F-FDFD-D145-8536-80F8DDB0BB37}"/>
          </ac:spMkLst>
        </pc:spChg>
        <pc:spChg chg="add mod">
          <ac:chgData name="Kalvis Golde" userId="d12450372feb7484" providerId="LiveId" clId="{2B4EF15D-42C9-844D-8A07-BC881FB6F23C}" dt="2021-06-22T19:03:59.482" v="13689" actId="13926"/>
          <ac:spMkLst>
            <pc:docMk/>
            <pc:sldMk cId="2584210198" sldId="345"/>
            <ac:spMk id="8" creationId="{A5345AB6-7B44-E44F-983D-1098CCD088F2}"/>
          </ac:spMkLst>
        </pc:spChg>
        <pc:graphicFrameChg chg="del">
          <ac:chgData name="Kalvis Golde" userId="d12450372feb7484" providerId="LiveId" clId="{2B4EF15D-42C9-844D-8A07-BC881FB6F23C}" dt="2021-06-10T18:54:51.478" v="3111" actId="478"/>
          <ac:graphicFrameMkLst>
            <pc:docMk/>
            <pc:sldMk cId="2584210198" sldId="345"/>
            <ac:graphicFrameMk id="9" creationId="{00000000-0000-0000-0000-000000000000}"/>
          </ac:graphicFrameMkLst>
        </pc:graphicFrameChg>
        <pc:graphicFrameChg chg="del">
          <ac:chgData name="Kalvis Golde" userId="d12450372feb7484" providerId="LiveId" clId="{2B4EF15D-42C9-844D-8A07-BC881FB6F23C}" dt="2021-06-10T18:54:54.298" v="3113" actId="478"/>
          <ac:graphicFrameMkLst>
            <pc:docMk/>
            <pc:sldMk cId="2584210198" sldId="345"/>
            <ac:graphicFrameMk id="11" creationId="{00000000-0000-0000-0000-000000000000}"/>
          </ac:graphicFrameMkLst>
        </pc:graphicFrameChg>
        <pc:graphicFrameChg chg="del">
          <ac:chgData name="Kalvis Golde" userId="d12450372feb7484" providerId="LiveId" clId="{2B4EF15D-42C9-844D-8A07-BC881FB6F23C}" dt="2021-06-10T18:54:53.572" v="3112" actId="478"/>
          <ac:graphicFrameMkLst>
            <pc:docMk/>
            <pc:sldMk cId="2584210198" sldId="345"/>
            <ac:graphicFrameMk id="12" creationId="{00000000-0000-0000-0000-000000000000}"/>
          </ac:graphicFrameMkLst>
        </pc:graphicFrameChg>
        <pc:graphicFrameChg chg="del mod">
          <ac:chgData name="Kalvis Golde" userId="d12450372feb7484" providerId="LiveId" clId="{2B4EF15D-42C9-844D-8A07-BC881FB6F23C}" dt="2021-06-22T14:53:20.509" v="11229" actId="478"/>
          <ac:graphicFrameMkLst>
            <pc:docMk/>
            <pc:sldMk cId="2584210198" sldId="345"/>
            <ac:graphicFrameMk id="13" creationId="{00000000-0000-0000-0000-000000000000}"/>
          </ac:graphicFrameMkLst>
        </pc:graphicFrameChg>
      </pc:sldChg>
      <pc:sldChg chg="addSp delSp modSp mod delCm">
        <pc:chgData name="Kalvis Golde" userId="d12450372feb7484" providerId="LiveId" clId="{2B4EF15D-42C9-844D-8A07-BC881FB6F23C}" dt="2021-06-22T19:08:54.899" v="13797" actId="13926"/>
        <pc:sldMkLst>
          <pc:docMk/>
          <pc:sldMk cId="1171196212" sldId="346"/>
        </pc:sldMkLst>
        <pc:spChg chg="del mod">
          <ac:chgData name="Kalvis Golde" userId="d12450372feb7484" providerId="LiveId" clId="{2B4EF15D-42C9-844D-8A07-BC881FB6F23C}" dt="2021-06-10T18:59:06.678" v="3312" actId="478"/>
          <ac:spMkLst>
            <pc:docMk/>
            <pc:sldMk cId="1171196212" sldId="346"/>
            <ac:spMk id="2" creationId="{00000000-0000-0000-0000-000000000000}"/>
          </ac:spMkLst>
        </pc:spChg>
        <pc:spChg chg="del">
          <ac:chgData name="Kalvis Golde" userId="d12450372feb7484" providerId="LiveId" clId="{2B4EF15D-42C9-844D-8A07-BC881FB6F23C}" dt="2021-06-10T18:59:00.854" v="3309" actId="478"/>
          <ac:spMkLst>
            <pc:docMk/>
            <pc:sldMk cId="1171196212" sldId="346"/>
            <ac:spMk id="3" creationId="{00000000-0000-0000-0000-000000000000}"/>
          </ac:spMkLst>
        </pc:spChg>
        <pc:spChg chg="add del mod">
          <ac:chgData name="Kalvis Golde" userId="d12450372feb7484" providerId="LiveId" clId="{2B4EF15D-42C9-844D-8A07-BC881FB6F23C}" dt="2021-06-22T17:26:58.288" v="12317" actId="478"/>
          <ac:spMkLst>
            <pc:docMk/>
            <pc:sldMk cId="1171196212" sldId="346"/>
            <ac:spMk id="3" creationId="{7836D072-A336-4D48-8600-44871A061855}"/>
          </ac:spMkLst>
        </pc:spChg>
        <pc:spChg chg="add mod">
          <ac:chgData name="Kalvis Golde" userId="d12450372feb7484" providerId="LiveId" clId="{2B4EF15D-42C9-844D-8A07-BC881FB6F23C}" dt="2021-06-22T17:33:42.346" v="12624" actId="1037"/>
          <ac:spMkLst>
            <pc:docMk/>
            <pc:sldMk cId="1171196212" sldId="346"/>
            <ac:spMk id="5" creationId="{3B11E498-C84D-3542-AABE-CEE9AB4BD6EE}"/>
          </ac:spMkLst>
        </pc:spChg>
        <pc:spChg chg="add del mod">
          <ac:chgData name="Kalvis Golde" userId="d12450372feb7484" providerId="LiveId" clId="{2B4EF15D-42C9-844D-8A07-BC881FB6F23C}" dt="2021-06-10T18:59:08.909" v="3313" actId="478"/>
          <ac:spMkLst>
            <pc:docMk/>
            <pc:sldMk cId="1171196212" sldId="346"/>
            <ac:spMk id="6" creationId="{DCB32969-64FE-864B-967E-AD8213C3288F}"/>
          </ac:spMkLst>
        </pc:spChg>
        <pc:spChg chg="add mod">
          <ac:chgData name="Kalvis Golde" userId="d12450372feb7484" providerId="LiveId" clId="{2B4EF15D-42C9-844D-8A07-BC881FB6F23C}" dt="2021-06-22T19:08:54.899" v="13797" actId="13926"/>
          <ac:spMkLst>
            <pc:docMk/>
            <pc:sldMk cId="1171196212" sldId="346"/>
            <ac:spMk id="7" creationId="{20BA9BF7-B19D-8046-A716-301EFC5EBF4E}"/>
          </ac:spMkLst>
        </pc:spChg>
        <pc:spChg chg="add del mod">
          <ac:chgData name="Kalvis Golde" userId="d12450372feb7484" providerId="LiveId" clId="{2B4EF15D-42C9-844D-8A07-BC881FB6F23C}" dt="2021-06-10T18:59:11.514" v="3314" actId="478"/>
          <ac:spMkLst>
            <pc:docMk/>
            <pc:sldMk cId="1171196212" sldId="346"/>
            <ac:spMk id="9" creationId="{D95DBDBF-125A-C140-888B-FEDC877FE076}"/>
          </ac:spMkLst>
        </pc:spChg>
        <pc:spChg chg="add del mod">
          <ac:chgData name="Kalvis Golde" userId="d12450372feb7484" providerId="LiveId" clId="{2B4EF15D-42C9-844D-8A07-BC881FB6F23C}" dt="2021-06-22T17:26:53.603" v="12315" actId="478"/>
          <ac:spMkLst>
            <pc:docMk/>
            <pc:sldMk cId="1171196212" sldId="346"/>
            <ac:spMk id="12" creationId="{2A4741C6-071F-F343-9F40-92D5E5343558}"/>
          </ac:spMkLst>
        </pc:spChg>
        <pc:graphicFrameChg chg="del modGraphic">
          <ac:chgData name="Kalvis Golde" userId="d12450372feb7484" providerId="LiveId" clId="{2B4EF15D-42C9-844D-8A07-BC881FB6F23C}" dt="2021-06-10T18:59:03.958" v="3310" actId="478"/>
          <ac:graphicFrameMkLst>
            <pc:docMk/>
            <pc:sldMk cId="1171196212" sldId="346"/>
            <ac:graphicFrameMk id="7" creationId="{00000000-0000-0000-0000-000000000000}"/>
          </ac:graphicFrameMkLst>
        </pc:graphicFrameChg>
        <pc:picChg chg="add del mod">
          <ac:chgData name="Kalvis Golde" userId="d12450372feb7484" providerId="LiveId" clId="{2B4EF15D-42C9-844D-8A07-BC881FB6F23C}" dt="2021-06-10T20:56:19.705" v="9687" actId="478"/>
          <ac:picMkLst>
            <pc:docMk/>
            <pc:sldMk cId="1171196212" sldId="346"/>
            <ac:picMk id="11" creationId="{BFA1BDFF-033B-5D4A-8236-FC73573325AD}"/>
          </ac:picMkLst>
        </pc:picChg>
        <pc:picChg chg="add mod">
          <ac:chgData name="Kalvis Golde" userId="d12450372feb7484" providerId="LiveId" clId="{2B4EF15D-42C9-844D-8A07-BC881FB6F23C}" dt="2021-06-22T19:02:58.166" v="13684" actId="1076"/>
          <ac:picMkLst>
            <pc:docMk/>
            <pc:sldMk cId="1171196212" sldId="346"/>
            <ac:picMk id="14" creationId="{30DF6DD2-6D36-CF43-B40F-3BC5CF8D1A02}"/>
          </ac:picMkLst>
        </pc:picChg>
      </pc:sldChg>
      <pc:sldChg chg="addSp delSp modSp mod delCm">
        <pc:chgData name="Kalvis Golde" userId="d12450372feb7484" providerId="LiveId" clId="{2B4EF15D-42C9-844D-8A07-BC881FB6F23C}" dt="2021-06-22T19:12:35.094" v="13817" actId="13926"/>
        <pc:sldMkLst>
          <pc:docMk/>
          <pc:sldMk cId="2978318038" sldId="348"/>
        </pc:sldMkLst>
        <pc:spChg chg="mod">
          <ac:chgData name="Kalvis Golde" userId="d12450372feb7484" providerId="LiveId" clId="{2B4EF15D-42C9-844D-8A07-BC881FB6F23C}" dt="2021-06-22T19:12:35.094" v="13817" actId="13926"/>
          <ac:spMkLst>
            <pc:docMk/>
            <pc:sldMk cId="2978318038" sldId="348"/>
            <ac:spMk id="2" creationId="{00000000-0000-0000-0000-000000000000}"/>
          </ac:spMkLst>
        </pc:spChg>
        <pc:spChg chg="del">
          <ac:chgData name="Kalvis Golde" userId="d12450372feb7484" providerId="LiveId" clId="{2B4EF15D-42C9-844D-8A07-BC881FB6F23C}" dt="2021-06-10T20:08:17.043" v="7922" actId="478"/>
          <ac:spMkLst>
            <pc:docMk/>
            <pc:sldMk cId="2978318038" sldId="348"/>
            <ac:spMk id="3" creationId="{00000000-0000-0000-0000-000000000000}"/>
          </ac:spMkLst>
        </pc:spChg>
        <pc:spChg chg="add mod">
          <ac:chgData name="Kalvis Golde" userId="d12450372feb7484" providerId="LiveId" clId="{2B4EF15D-42C9-844D-8A07-BC881FB6F23C}" dt="2021-06-17T18:15:32.371" v="11076" actId="207"/>
          <ac:spMkLst>
            <pc:docMk/>
            <pc:sldMk cId="2978318038" sldId="348"/>
            <ac:spMk id="6" creationId="{604D38DC-2BAB-E347-BB0D-92A64F59EA09}"/>
          </ac:spMkLst>
        </pc:spChg>
      </pc:sldChg>
      <pc:sldChg chg="del">
        <pc:chgData name="Kalvis Golde" userId="d12450372feb7484" providerId="LiveId" clId="{2B4EF15D-42C9-844D-8A07-BC881FB6F23C}" dt="2021-06-10T20:58:25.743" v="9796" actId="2696"/>
        <pc:sldMkLst>
          <pc:docMk/>
          <pc:sldMk cId="870864457" sldId="349"/>
        </pc:sldMkLst>
      </pc:sldChg>
      <pc:sldChg chg="addSp modSp mod addCm delCm">
        <pc:chgData name="Kalvis Golde" userId="d12450372feb7484" providerId="LiveId" clId="{2B4EF15D-42C9-844D-8A07-BC881FB6F23C}" dt="2021-06-22T19:12:42.603" v="13819" actId="13926"/>
        <pc:sldMkLst>
          <pc:docMk/>
          <pc:sldMk cId="2490458516" sldId="350"/>
        </pc:sldMkLst>
        <pc:spChg chg="mod">
          <ac:chgData name="Kalvis Golde" userId="d12450372feb7484" providerId="LiveId" clId="{2B4EF15D-42C9-844D-8A07-BC881FB6F23C}" dt="2021-06-22T19:12:42.603" v="13819" actId="13926"/>
          <ac:spMkLst>
            <pc:docMk/>
            <pc:sldMk cId="2490458516" sldId="350"/>
            <ac:spMk id="2" creationId="{00000000-0000-0000-0000-000000000000}"/>
          </ac:spMkLst>
        </pc:spChg>
        <pc:spChg chg="add mod">
          <ac:chgData name="Kalvis Golde" userId="d12450372feb7484" providerId="LiveId" clId="{2B4EF15D-42C9-844D-8A07-BC881FB6F23C}" dt="2021-06-17T18:20:05.269" v="11205" actId="207"/>
          <ac:spMkLst>
            <pc:docMk/>
            <pc:sldMk cId="2490458516" sldId="350"/>
            <ac:spMk id="4" creationId="{EBB4B57C-D160-FF4E-A10F-420A073A4FF2}"/>
          </ac:spMkLst>
        </pc:spChg>
        <pc:picChg chg="add mod">
          <ac:chgData name="Kalvis Golde" userId="d12450372feb7484" providerId="LiveId" clId="{2B4EF15D-42C9-844D-8A07-BC881FB6F23C}" dt="2021-06-10T20:40:19.830" v="8818" actId="1076"/>
          <ac:picMkLst>
            <pc:docMk/>
            <pc:sldMk cId="2490458516" sldId="350"/>
            <ac:picMk id="6" creationId="{69EF4B9C-DA31-1043-88DB-484CDCD83CE3}"/>
          </ac:picMkLst>
        </pc:picChg>
        <pc:picChg chg="mod">
          <ac:chgData name="Kalvis Golde" userId="d12450372feb7484" providerId="LiveId" clId="{2B4EF15D-42C9-844D-8A07-BC881FB6F23C}" dt="2021-06-10T20:40:12.949" v="8816" actId="1076"/>
          <ac:picMkLst>
            <pc:docMk/>
            <pc:sldMk cId="2490458516" sldId="350"/>
            <ac:picMk id="12" creationId="{17AB583D-3F7D-F540-A125-62EEE7803317}"/>
          </ac:picMkLst>
        </pc:picChg>
      </pc:sldChg>
      <pc:sldChg chg="addSp delSp modSp mod delCm">
        <pc:chgData name="Kalvis Golde" userId="d12450372feb7484" providerId="LiveId" clId="{2B4EF15D-42C9-844D-8A07-BC881FB6F23C}" dt="2021-06-22T19:14:36.935" v="13866" actId="13926"/>
        <pc:sldMkLst>
          <pc:docMk/>
          <pc:sldMk cId="0" sldId="366"/>
        </pc:sldMkLst>
        <pc:spChg chg="del mod">
          <ac:chgData name="Kalvis Golde" userId="d12450372feb7484" providerId="LiveId" clId="{2B4EF15D-42C9-844D-8A07-BC881FB6F23C}" dt="2021-06-22T19:14:09.970" v="13862" actId="478"/>
          <ac:spMkLst>
            <pc:docMk/>
            <pc:sldMk cId="0" sldId="366"/>
            <ac:spMk id="2" creationId="{00000000-0000-0000-0000-000000000000}"/>
          </ac:spMkLst>
        </pc:spChg>
        <pc:spChg chg="add mod">
          <ac:chgData name="Kalvis Golde" userId="d12450372feb7484" providerId="LiveId" clId="{2B4EF15D-42C9-844D-8A07-BC881FB6F23C}" dt="2021-06-17T18:20:19.443" v="11208" actId="207"/>
          <ac:spMkLst>
            <pc:docMk/>
            <pc:sldMk cId="0" sldId="366"/>
            <ac:spMk id="5" creationId="{41E15243-F231-B943-B384-F39052C8FD56}"/>
          </ac:spMkLst>
        </pc:spChg>
        <pc:spChg chg="add del mod">
          <ac:chgData name="Kalvis Golde" userId="d12450372feb7484" providerId="LiveId" clId="{2B4EF15D-42C9-844D-8A07-BC881FB6F23C}" dt="2021-06-22T19:14:18.689" v="13863" actId="478"/>
          <ac:spMkLst>
            <pc:docMk/>
            <pc:sldMk cId="0" sldId="366"/>
            <ac:spMk id="7" creationId="{071FC67B-0F1A-F244-9348-2C609F6D3696}"/>
          </ac:spMkLst>
        </pc:spChg>
        <pc:spChg chg="add mod">
          <ac:chgData name="Kalvis Golde" userId="d12450372feb7484" providerId="LiveId" clId="{2B4EF15D-42C9-844D-8A07-BC881FB6F23C}" dt="2021-06-22T19:14:36.935" v="13866" actId="13926"/>
          <ac:spMkLst>
            <pc:docMk/>
            <pc:sldMk cId="0" sldId="366"/>
            <ac:spMk id="13" creationId="{21C79908-CC05-7E4A-9D1A-812B2A930E7D}"/>
          </ac:spMkLst>
        </pc:spChg>
        <pc:graphicFrameChg chg="mod">
          <ac:chgData name="Kalvis Golde" userId="d12450372feb7484" providerId="LiveId" clId="{2B4EF15D-42C9-844D-8A07-BC881FB6F23C}" dt="2021-06-22T19:14:31.398" v="13865" actId="1076"/>
          <ac:graphicFrameMkLst>
            <pc:docMk/>
            <pc:sldMk cId="0" sldId="366"/>
            <ac:graphicFrameMk id="8" creationId="{00000000-0000-0000-0000-000000000000}"/>
          </ac:graphicFrameMkLst>
        </pc:graphicFrameChg>
        <pc:graphicFrameChg chg="mod">
          <ac:chgData name="Kalvis Golde" userId="d12450372feb7484" providerId="LiveId" clId="{2B4EF15D-42C9-844D-8A07-BC881FB6F23C}" dt="2021-06-10T20:42:21.259" v="8912" actId="1076"/>
          <ac:graphicFrameMkLst>
            <pc:docMk/>
            <pc:sldMk cId="0" sldId="366"/>
            <ac:graphicFrameMk id="10" creationId="{00000000-0000-0000-0000-000000000000}"/>
          </ac:graphicFrameMkLst>
        </pc:graphicFrameChg>
        <pc:graphicFrameChg chg="mod">
          <ac:chgData name="Kalvis Golde" userId="d12450372feb7484" providerId="LiveId" clId="{2B4EF15D-42C9-844D-8A07-BC881FB6F23C}" dt="2021-06-10T20:42:12.728" v="8910" actId="1076"/>
          <ac:graphicFrameMkLst>
            <pc:docMk/>
            <pc:sldMk cId="0" sldId="366"/>
            <ac:graphicFrameMk id="11" creationId="{00000000-0000-0000-0000-000000000000}"/>
          </ac:graphicFrameMkLst>
        </pc:graphicFrameChg>
        <pc:graphicFrameChg chg="mod">
          <ac:chgData name="Kalvis Golde" userId="d12450372feb7484" providerId="LiveId" clId="{2B4EF15D-42C9-844D-8A07-BC881FB6F23C}" dt="2021-06-10T20:42:16.610" v="8911" actId="1076"/>
          <ac:graphicFrameMkLst>
            <pc:docMk/>
            <pc:sldMk cId="0" sldId="366"/>
            <ac:graphicFrameMk id="12" creationId="{00000000-0000-0000-0000-000000000000}"/>
          </ac:graphicFrameMkLst>
        </pc:graphicFrameChg>
      </pc:sldChg>
      <pc:sldChg chg="del">
        <pc:chgData name="Kalvis Golde" userId="d12450372feb7484" providerId="LiveId" clId="{2B4EF15D-42C9-844D-8A07-BC881FB6F23C}" dt="2021-06-10T21:00:09.336" v="9974" actId="2696"/>
        <pc:sldMkLst>
          <pc:docMk/>
          <pc:sldMk cId="0" sldId="367"/>
        </pc:sldMkLst>
      </pc:sldChg>
      <pc:sldChg chg="del">
        <pc:chgData name="Kalvis Golde" userId="d12450372feb7484" providerId="LiveId" clId="{2B4EF15D-42C9-844D-8A07-BC881FB6F23C}" dt="2021-06-10T21:00:10.196" v="9975" actId="2696"/>
        <pc:sldMkLst>
          <pc:docMk/>
          <pc:sldMk cId="0" sldId="368"/>
        </pc:sldMkLst>
      </pc:sldChg>
      <pc:sldChg chg="del">
        <pc:chgData name="Kalvis Golde" userId="d12450372feb7484" providerId="LiveId" clId="{2B4EF15D-42C9-844D-8A07-BC881FB6F23C}" dt="2021-06-10T21:00:11.055" v="9976" actId="2696"/>
        <pc:sldMkLst>
          <pc:docMk/>
          <pc:sldMk cId="0" sldId="369"/>
        </pc:sldMkLst>
      </pc:sldChg>
      <pc:sldChg chg="del">
        <pc:chgData name="Kalvis Golde" userId="d12450372feb7484" providerId="LiveId" clId="{2B4EF15D-42C9-844D-8A07-BC881FB6F23C}" dt="2021-06-10T21:00:11.752" v="9977" actId="2696"/>
        <pc:sldMkLst>
          <pc:docMk/>
          <pc:sldMk cId="0" sldId="370"/>
        </pc:sldMkLst>
      </pc:sldChg>
      <pc:sldChg chg="del">
        <pc:chgData name="Kalvis Golde" userId="d12450372feb7484" providerId="LiveId" clId="{2B4EF15D-42C9-844D-8A07-BC881FB6F23C}" dt="2021-06-10T21:00:12.651" v="9978" actId="2696"/>
        <pc:sldMkLst>
          <pc:docMk/>
          <pc:sldMk cId="0" sldId="371"/>
        </pc:sldMkLst>
      </pc:sldChg>
      <pc:sldChg chg="del">
        <pc:chgData name="Kalvis Golde" userId="d12450372feb7484" providerId="LiveId" clId="{2B4EF15D-42C9-844D-8A07-BC881FB6F23C}" dt="2021-06-10T21:00:13.524" v="9979" actId="2696"/>
        <pc:sldMkLst>
          <pc:docMk/>
          <pc:sldMk cId="0" sldId="372"/>
        </pc:sldMkLst>
      </pc:sldChg>
      <pc:sldChg chg="addSp delSp modSp mod delCm">
        <pc:chgData name="Kalvis Golde" userId="d12450372feb7484" providerId="LiveId" clId="{2B4EF15D-42C9-844D-8A07-BC881FB6F23C}" dt="2021-06-22T19:03:52.543" v="13688" actId="13926"/>
        <pc:sldMkLst>
          <pc:docMk/>
          <pc:sldMk cId="1033537365" sldId="381"/>
        </pc:sldMkLst>
        <pc:spChg chg="del">
          <ac:chgData name="Kalvis Golde" userId="d12450372feb7484" providerId="LiveId" clId="{2B4EF15D-42C9-844D-8A07-BC881FB6F23C}" dt="2021-06-10T18:33:23.220" v="1239" actId="478"/>
          <ac:spMkLst>
            <pc:docMk/>
            <pc:sldMk cId="1033537365" sldId="381"/>
            <ac:spMk id="2" creationId="{00000000-0000-0000-0000-000000000000}"/>
          </ac:spMkLst>
        </pc:spChg>
        <pc:spChg chg="add mod">
          <ac:chgData name="Kalvis Golde" userId="d12450372feb7484" providerId="LiveId" clId="{2B4EF15D-42C9-844D-8A07-BC881FB6F23C}" dt="2021-06-17T18:18:25.949" v="11203" actId="20577"/>
          <ac:spMkLst>
            <pc:docMk/>
            <pc:sldMk cId="1033537365" sldId="381"/>
            <ac:spMk id="2" creationId="{6B70F8D5-0CCD-8D43-B264-3D7D2506C878}"/>
          </ac:spMkLst>
        </pc:spChg>
        <pc:spChg chg="del mod">
          <ac:chgData name="Kalvis Golde" userId="d12450372feb7484" providerId="LiveId" clId="{2B4EF15D-42C9-844D-8A07-BC881FB6F23C}" dt="2021-06-10T18:45:24.814" v="2001" actId="478"/>
          <ac:spMkLst>
            <pc:docMk/>
            <pc:sldMk cId="1033537365" sldId="381"/>
            <ac:spMk id="3" creationId="{00000000-0000-0000-0000-000000000000}"/>
          </ac:spMkLst>
        </pc:spChg>
        <pc:spChg chg="mod">
          <ac:chgData name="Kalvis Golde" userId="d12450372feb7484" providerId="LiveId" clId="{2B4EF15D-42C9-844D-8A07-BC881FB6F23C}" dt="2021-06-10T18:41:01.231" v="1677" actId="1076"/>
          <ac:spMkLst>
            <pc:docMk/>
            <pc:sldMk cId="1033537365" sldId="381"/>
            <ac:spMk id="5" creationId="{00000000-0000-0000-0000-000000000000}"/>
          </ac:spMkLst>
        </pc:spChg>
        <pc:spChg chg="add del mod">
          <ac:chgData name="Kalvis Golde" userId="d12450372feb7484" providerId="LiveId" clId="{2B4EF15D-42C9-844D-8A07-BC881FB6F23C}" dt="2021-06-10T18:33:25.426" v="1240" actId="478"/>
          <ac:spMkLst>
            <pc:docMk/>
            <pc:sldMk cId="1033537365" sldId="381"/>
            <ac:spMk id="8" creationId="{7BAD2F67-4707-FE42-9C12-832C86EA8F93}"/>
          </ac:spMkLst>
        </pc:spChg>
        <pc:spChg chg="add mod">
          <ac:chgData name="Kalvis Golde" userId="d12450372feb7484" providerId="LiveId" clId="{2B4EF15D-42C9-844D-8A07-BC881FB6F23C}" dt="2021-06-22T19:03:52.543" v="13688" actId="13926"/>
          <ac:spMkLst>
            <pc:docMk/>
            <pc:sldMk cId="1033537365" sldId="381"/>
            <ac:spMk id="9" creationId="{FB458F45-4DA8-A94D-8CED-F9D64AF83BD0}"/>
          </ac:spMkLst>
        </pc:spChg>
        <pc:spChg chg="add del mod">
          <ac:chgData name="Kalvis Golde" userId="d12450372feb7484" providerId="LiveId" clId="{2B4EF15D-42C9-844D-8A07-BC881FB6F23C}" dt="2021-06-10T21:44:09.840" v="10583" actId="478"/>
          <ac:spMkLst>
            <pc:docMk/>
            <pc:sldMk cId="1033537365" sldId="381"/>
            <ac:spMk id="10" creationId="{2D0CEB1D-F982-BE40-988A-B55BBB026128}"/>
          </ac:spMkLst>
        </pc:spChg>
        <pc:graphicFrameChg chg="del">
          <ac:chgData name="Kalvis Golde" userId="d12450372feb7484" providerId="LiveId" clId="{2B4EF15D-42C9-844D-8A07-BC881FB6F23C}" dt="2021-06-10T18:33:54.831" v="1262" actId="478"/>
          <ac:graphicFrameMkLst>
            <pc:docMk/>
            <pc:sldMk cId="1033537365" sldId="381"/>
            <ac:graphicFrameMk id="4" creationId="{00000000-0000-0000-0000-000000000000}"/>
          </ac:graphicFrameMkLst>
        </pc:graphicFrameChg>
        <pc:graphicFrameChg chg="mod modGraphic">
          <ac:chgData name="Kalvis Golde" userId="d12450372feb7484" providerId="LiveId" clId="{2B4EF15D-42C9-844D-8A07-BC881FB6F23C}" dt="2021-06-17T18:16:21.211" v="11084" actId="1035"/>
          <ac:graphicFrameMkLst>
            <pc:docMk/>
            <pc:sldMk cId="1033537365" sldId="381"/>
            <ac:graphicFrameMk id="7" creationId="{00000000-0000-0000-0000-000000000000}"/>
          </ac:graphicFrameMkLst>
        </pc:graphicFrameChg>
      </pc:sldChg>
      <pc:sldChg chg="addSp delSp modSp mod ord addCm delCm modCm">
        <pc:chgData name="Kalvis Golde" userId="d12450372feb7484" providerId="LiveId" clId="{2B4EF15D-42C9-844D-8A07-BC881FB6F23C}" dt="2021-06-22T21:22:10.418" v="15340"/>
        <pc:sldMkLst>
          <pc:docMk/>
          <pc:sldMk cId="1104016091" sldId="383"/>
        </pc:sldMkLst>
        <pc:spChg chg="del mod">
          <ac:chgData name="Kalvis Golde" userId="d12450372feb7484" providerId="LiveId" clId="{2B4EF15D-42C9-844D-8A07-BC881FB6F23C}" dt="2021-06-22T17:34:33.099" v="12699" actId="478"/>
          <ac:spMkLst>
            <pc:docMk/>
            <pc:sldMk cId="1104016091" sldId="383"/>
            <ac:spMk id="2" creationId="{00000000-0000-0000-0000-000000000000}"/>
          </ac:spMkLst>
        </pc:spChg>
        <pc:spChg chg="add del mod">
          <ac:chgData name="Kalvis Golde" userId="d12450372feb7484" providerId="LiveId" clId="{2B4EF15D-42C9-844D-8A07-BC881FB6F23C}" dt="2021-06-22T18:30:04.339" v="13124" actId="478"/>
          <ac:spMkLst>
            <pc:docMk/>
            <pc:sldMk cId="1104016091" sldId="383"/>
            <ac:spMk id="3" creationId="{B5634BCE-99A1-644D-AC68-3A65F7B40DFE}"/>
          </ac:spMkLst>
        </pc:spChg>
        <pc:spChg chg="add del mod">
          <ac:chgData name="Kalvis Golde" userId="d12450372feb7484" providerId="LiveId" clId="{2B4EF15D-42C9-844D-8A07-BC881FB6F23C}" dt="2021-06-22T17:34:36.220" v="12701" actId="478"/>
          <ac:spMkLst>
            <pc:docMk/>
            <pc:sldMk cId="1104016091" sldId="383"/>
            <ac:spMk id="7" creationId="{260F01D1-D400-844B-832E-E94656415BF6}"/>
          </ac:spMkLst>
        </pc:spChg>
        <pc:spChg chg="add mod">
          <ac:chgData name="Kalvis Golde" userId="d12450372feb7484" providerId="LiveId" clId="{2B4EF15D-42C9-844D-8A07-BC881FB6F23C}" dt="2021-06-22T19:34:33.469" v="14239" actId="13926"/>
          <ac:spMkLst>
            <pc:docMk/>
            <pc:sldMk cId="1104016091" sldId="383"/>
            <ac:spMk id="11" creationId="{53B38A24-C2D1-2542-AF2D-D68A7476B6F0}"/>
          </ac:spMkLst>
        </pc:spChg>
        <pc:graphicFrameChg chg="mod modGraphic">
          <ac:chgData name="Kalvis Golde" userId="d12450372feb7484" providerId="LiveId" clId="{2B4EF15D-42C9-844D-8A07-BC881FB6F23C}" dt="2021-06-22T20:39:27.167" v="14721" actId="13926"/>
          <ac:graphicFrameMkLst>
            <pc:docMk/>
            <pc:sldMk cId="1104016091" sldId="383"/>
            <ac:graphicFrameMk id="5" creationId="{00000000-0000-0000-0000-000000000000}"/>
          </ac:graphicFrameMkLst>
        </pc:graphicFrameChg>
        <pc:graphicFrameChg chg="del">
          <ac:chgData name="Kalvis Golde" userId="d12450372feb7484" providerId="LiveId" clId="{2B4EF15D-42C9-844D-8A07-BC881FB6F23C}" dt="2021-06-10T17:51:40.747" v="276" actId="21"/>
          <ac:graphicFrameMkLst>
            <pc:docMk/>
            <pc:sldMk cId="1104016091" sldId="383"/>
            <ac:graphicFrameMk id="7" creationId="{00000000-0000-0000-0000-000000000000}"/>
          </ac:graphicFrameMkLst>
        </pc:graphicFrameChg>
        <pc:graphicFrameChg chg="del">
          <ac:chgData name="Kalvis Golde" userId="d12450372feb7484" providerId="LiveId" clId="{2B4EF15D-42C9-844D-8A07-BC881FB6F23C}" dt="2021-06-10T18:58:41" v="3305" actId="478"/>
          <ac:graphicFrameMkLst>
            <pc:docMk/>
            <pc:sldMk cId="1104016091" sldId="383"/>
            <ac:graphicFrameMk id="8" creationId="{00000000-0000-0000-0000-000000000000}"/>
          </ac:graphicFrameMkLst>
        </pc:graphicFrameChg>
        <pc:graphicFrameChg chg="mod modGraphic">
          <ac:chgData name="Kalvis Golde" userId="d12450372feb7484" providerId="LiveId" clId="{2B4EF15D-42C9-844D-8A07-BC881FB6F23C}" dt="2021-06-22T20:39:22.348" v="14720" actId="13926"/>
          <ac:graphicFrameMkLst>
            <pc:docMk/>
            <pc:sldMk cId="1104016091" sldId="383"/>
            <ac:graphicFrameMk id="9" creationId="{00000000-0000-0000-0000-000000000000}"/>
          </ac:graphicFrameMkLst>
        </pc:graphicFrameChg>
        <pc:graphicFrameChg chg="add del mod modGraphic">
          <ac:chgData name="Kalvis Golde" userId="d12450372feb7484" providerId="LiveId" clId="{2B4EF15D-42C9-844D-8A07-BC881FB6F23C}" dt="2021-06-22T19:01:21.805" v="13639" actId="478"/>
          <ac:graphicFrameMkLst>
            <pc:docMk/>
            <pc:sldMk cId="1104016091" sldId="383"/>
            <ac:graphicFrameMk id="10" creationId="{75C7D152-9D97-7546-B8CD-869ECA6A2A10}"/>
          </ac:graphicFrameMkLst>
        </pc:graphicFrameChg>
        <pc:graphicFrameChg chg="add mod modGraphic">
          <ac:chgData name="Kalvis Golde" userId="d12450372feb7484" providerId="LiveId" clId="{2B4EF15D-42C9-844D-8A07-BC881FB6F23C}" dt="2021-06-22T19:34:23.916" v="14238" actId="1035"/>
          <ac:graphicFrameMkLst>
            <pc:docMk/>
            <pc:sldMk cId="1104016091" sldId="383"/>
            <ac:graphicFrameMk id="12" creationId="{CC33FC22-44FB-C043-B5DB-9280A1B6ECB8}"/>
          </ac:graphicFrameMkLst>
        </pc:graphicFrameChg>
      </pc:sldChg>
      <pc:sldChg chg="addSp delSp modSp mod ord delCm">
        <pc:chgData name="Kalvis Golde" userId="d12450372feb7484" providerId="LiveId" clId="{2B4EF15D-42C9-844D-8A07-BC881FB6F23C}" dt="2021-06-22T19:12:01.723" v="13812" actId="13926"/>
        <pc:sldMkLst>
          <pc:docMk/>
          <pc:sldMk cId="1145471676" sldId="384"/>
        </pc:sldMkLst>
        <pc:spChg chg="mod">
          <ac:chgData name="Kalvis Golde" userId="d12450372feb7484" providerId="LiveId" clId="{2B4EF15D-42C9-844D-8A07-BC881FB6F23C}" dt="2021-06-22T19:12:01.723" v="13812" actId="13926"/>
          <ac:spMkLst>
            <pc:docMk/>
            <pc:sldMk cId="1145471676" sldId="384"/>
            <ac:spMk id="2" creationId="{00000000-0000-0000-0000-000000000000}"/>
          </ac:spMkLst>
        </pc:spChg>
        <pc:spChg chg="del">
          <ac:chgData name="Kalvis Golde" userId="d12450372feb7484" providerId="LiveId" clId="{2B4EF15D-42C9-844D-8A07-BC881FB6F23C}" dt="2021-06-10T19:01:35.567" v="3443" actId="478"/>
          <ac:spMkLst>
            <pc:docMk/>
            <pc:sldMk cId="1145471676" sldId="384"/>
            <ac:spMk id="3" creationId="{00000000-0000-0000-0000-000000000000}"/>
          </ac:spMkLst>
        </pc:spChg>
        <pc:spChg chg="add del mod">
          <ac:chgData name="Kalvis Golde" userId="d12450372feb7484" providerId="LiveId" clId="{2B4EF15D-42C9-844D-8A07-BC881FB6F23C}" dt="2021-06-10T17:52:41.849" v="293" actId="478"/>
          <ac:spMkLst>
            <pc:docMk/>
            <pc:sldMk cId="1145471676" sldId="384"/>
            <ac:spMk id="11" creationId="{51D78BFF-1C2D-6D4E-8D6A-20C793EA1E86}"/>
          </ac:spMkLst>
        </pc:spChg>
        <pc:spChg chg="add mod">
          <ac:chgData name="Kalvis Golde" userId="d12450372feb7484" providerId="LiveId" clId="{2B4EF15D-42C9-844D-8A07-BC881FB6F23C}" dt="2021-06-17T18:15:10.826" v="11074" actId="207"/>
          <ac:spMkLst>
            <pc:docMk/>
            <pc:sldMk cId="1145471676" sldId="384"/>
            <ac:spMk id="12" creationId="{3F010283-F523-E04C-BB15-5F240A81E675}"/>
          </ac:spMkLst>
        </pc:spChg>
        <pc:spChg chg="add del mod">
          <ac:chgData name="Kalvis Golde" userId="d12450372feb7484" providerId="LiveId" clId="{2B4EF15D-42C9-844D-8A07-BC881FB6F23C}" dt="2021-06-10T19:45:42.779" v="6408"/>
          <ac:spMkLst>
            <pc:docMk/>
            <pc:sldMk cId="1145471676" sldId="384"/>
            <ac:spMk id="13" creationId="{B2833B3D-0704-F348-A4C3-9014F005F623}"/>
          </ac:spMkLst>
        </pc:spChg>
        <pc:spChg chg="add del mod">
          <ac:chgData name="Kalvis Golde" userId="d12450372feb7484" providerId="LiveId" clId="{2B4EF15D-42C9-844D-8A07-BC881FB6F23C}" dt="2021-06-10T19:45:47.417" v="6410"/>
          <ac:spMkLst>
            <pc:docMk/>
            <pc:sldMk cId="1145471676" sldId="384"/>
            <ac:spMk id="14" creationId="{24D4B371-6B6D-BE4F-A7AC-8806B56D6FC1}"/>
          </ac:spMkLst>
        </pc:spChg>
        <pc:spChg chg="add del mod">
          <ac:chgData name="Kalvis Golde" userId="d12450372feb7484" providerId="LiveId" clId="{2B4EF15D-42C9-844D-8A07-BC881FB6F23C}" dt="2021-06-10T19:54:46.695" v="6726" actId="478"/>
          <ac:spMkLst>
            <pc:docMk/>
            <pc:sldMk cId="1145471676" sldId="384"/>
            <ac:spMk id="16" creationId="{1BED2A0A-A5B3-6A44-AFA8-DE467D07BB4E}"/>
          </ac:spMkLst>
        </pc:spChg>
        <pc:graphicFrameChg chg="del">
          <ac:chgData name="Kalvis Golde" userId="d12450372feb7484" providerId="LiveId" clId="{2B4EF15D-42C9-844D-8A07-BC881FB6F23C}" dt="2021-06-10T17:52:37.559" v="291" actId="478"/>
          <ac:graphicFrameMkLst>
            <pc:docMk/>
            <pc:sldMk cId="1145471676" sldId="384"/>
            <ac:graphicFrameMk id="5" creationId="{00000000-0000-0000-0000-000000000000}"/>
          </ac:graphicFrameMkLst>
        </pc:graphicFrameChg>
        <pc:graphicFrameChg chg="del">
          <ac:chgData name="Kalvis Golde" userId="d12450372feb7484" providerId="LiveId" clId="{2B4EF15D-42C9-844D-8A07-BC881FB6F23C}" dt="2021-06-10T17:52:38.712" v="292" actId="478"/>
          <ac:graphicFrameMkLst>
            <pc:docMk/>
            <pc:sldMk cId="1145471676" sldId="384"/>
            <ac:graphicFrameMk id="6" creationId="{00000000-0000-0000-0000-000000000000}"/>
          </ac:graphicFrameMkLst>
        </pc:graphicFrameChg>
        <pc:graphicFrameChg chg="mod">
          <ac:chgData name="Kalvis Golde" userId="d12450372feb7484" providerId="LiveId" clId="{2B4EF15D-42C9-844D-8A07-BC881FB6F23C}" dt="2021-06-10T18:59:41.238" v="3319" actId="1076"/>
          <ac:graphicFrameMkLst>
            <pc:docMk/>
            <pc:sldMk cId="1145471676" sldId="384"/>
            <ac:graphicFrameMk id="7" creationId="{00000000-0000-0000-0000-000000000000}"/>
          </ac:graphicFrameMkLst>
        </pc:graphicFrameChg>
        <pc:graphicFrameChg chg="del">
          <ac:chgData name="Kalvis Golde" userId="d12450372feb7484" providerId="LiveId" clId="{2B4EF15D-42C9-844D-8A07-BC881FB6F23C}" dt="2021-06-10T19:01:33.562" v="3442" actId="478"/>
          <ac:graphicFrameMkLst>
            <pc:docMk/>
            <pc:sldMk cId="1145471676" sldId="384"/>
            <ac:graphicFrameMk id="8" creationId="{00000000-0000-0000-0000-000000000000}"/>
          </ac:graphicFrameMkLst>
        </pc:graphicFrameChg>
        <pc:graphicFrameChg chg="del">
          <ac:chgData name="Kalvis Golde" userId="d12450372feb7484" providerId="LiveId" clId="{2B4EF15D-42C9-844D-8A07-BC881FB6F23C}" dt="2021-06-10T17:52:36.838" v="290" actId="478"/>
          <ac:graphicFrameMkLst>
            <pc:docMk/>
            <pc:sldMk cId="1145471676" sldId="384"/>
            <ac:graphicFrameMk id="9" creationId="{00000000-0000-0000-0000-000000000000}"/>
          </ac:graphicFrameMkLst>
        </pc:graphicFrameChg>
        <pc:graphicFrameChg chg="add del mod">
          <ac:chgData name="Kalvis Golde" userId="d12450372feb7484" providerId="LiveId" clId="{2B4EF15D-42C9-844D-8A07-BC881FB6F23C}" dt="2021-06-10T19:54:44.551" v="6725" actId="478"/>
          <ac:graphicFrameMkLst>
            <pc:docMk/>
            <pc:sldMk cId="1145471676" sldId="384"/>
            <ac:graphicFrameMk id="15" creationId="{03DEA91C-1C43-474D-A1F1-0C537074461B}"/>
          </ac:graphicFrameMkLst>
        </pc:graphicFrameChg>
      </pc:sldChg>
      <pc:sldChg chg="addSp delSp modSp mod addCm delCm">
        <pc:chgData name="Kalvis Golde" userId="d12450372feb7484" providerId="LiveId" clId="{2B4EF15D-42C9-844D-8A07-BC881FB6F23C}" dt="2021-06-22T19:25:21.550" v="14101" actId="13926"/>
        <pc:sldMkLst>
          <pc:docMk/>
          <pc:sldMk cId="1531195224" sldId="388"/>
        </pc:sldMkLst>
        <pc:spChg chg="del">
          <ac:chgData name="Kalvis Golde" userId="d12450372feb7484" providerId="LiveId" clId="{2B4EF15D-42C9-844D-8A07-BC881FB6F23C}" dt="2021-06-10T20:43:31.326" v="9020" actId="478"/>
          <ac:spMkLst>
            <pc:docMk/>
            <pc:sldMk cId="1531195224" sldId="388"/>
            <ac:spMk id="2" creationId="{00000000-0000-0000-0000-000000000000}"/>
          </ac:spMkLst>
        </pc:spChg>
        <pc:spChg chg="mod">
          <ac:chgData name="Kalvis Golde" userId="d12450372feb7484" providerId="LiveId" clId="{2B4EF15D-42C9-844D-8A07-BC881FB6F23C}" dt="2021-06-22T19:25:21.550" v="14101" actId="13926"/>
          <ac:spMkLst>
            <pc:docMk/>
            <pc:sldMk cId="1531195224" sldId="388"/>
            <ac:spMk id="5" creationId="{00000000-0000-0000-0000-000000000000}"/>
          </ac:spMkLst>
        </pc:spChg>
        <pc:spChg chg="add del mod">
          <ac:chgData name="Kalvis Golde" userId="d12450372feb7484" providerId="LiveId" clId="{2B4EF15D-42C9-844D-8A07-BC881FB6F23C}" dt="2021-06-10T20:43:26.765" v="9019" actId="478"/>
          <ac:spMkLst>
            <pc:docMk/>
            <pc:sldMk cId="1531195224" sldId="388"/>
            <ac:spMk id="7" creationId="{B68E1F4A-6BA5-514E-815E-7866602C5DF3}"/>
          </ac:spMkLst>
        </pc:spChg>
        <pc:spChg chg="add mod">
          <ac:chgData name="Kalvis Golde" userId="d12450372feb7484" providerId="LiveId" clId="{2B4EF15D-42C9-844D-8A07-BC881FB6F23C}" dt="2021-06-17T18:20:26.735" v="11209" actId="207"/>
          <ac:spMkLst>
            <pc:docMk/>
            <pc:sldMk cId="1531195224" sldId="388"/>
            <ac:spMk id="8" creationId="{8CEBAFC7-4882-B04E-B544-F5047A529DC3}"/>
          </ac:spMkLst>
        </pc:spChg>
        <pc:graphicFrameChg chg="del">
          <ac:chgData name="Kalvis Golde" userId="d12450372feb7484" providerId="LiveId" clId="{2B4EF15D-42C9-844D-8A07-BC881FB6F23C}" dt="2021-06-10T20:43:24.957" v="9018" actId="478"/>
          <ac:graphicFrameMkLst>
            <pc:docMk/>
            <pc:sldMk cId="1531195224" sldId="388"/>
            <ac:graphicFrameMk id="3" creationId="{00000000-0000-0000-0000-000000000000}"/>
          </ac:graphicFrameMkLst>
        </pc:graphicFrameChg>
        <pc:graphicFrameChg chg="mod">
          <ac:chgData name="Kalvis Golde" userId="d12450372feb7484" providerId="LiveId" clId="{2B4EF15D-42C9-844D-8A07-BC881FB6F23C}" dt="2021-06-10T20:43:52.612" v="9027" actId="1076"/>
          <ac:graphicFrameMkLst>
            <pc:docMk/>
            <pc:sldMk cId="1531195224" sldId="388"/>
            <ac:graphicFrameMk id="13" creationId="{00000000-0000-0000-0000-000000000000}"/>
          </ac:graphicFrameMkLst>
        </pc:graphicFrameChg>
      </pc:sldChg>
      <pc:sldChg chg="del">
        <pc:chgData name="Kalvis Golde" userId="d12450372feb7484" providerId="LiveId" clId="{2B4EF15D-42C9-844D-8A07-BC881FB6F23C}" dt="2021-06-10T21:00:17.983" v="9980" actId="2696"/>
        <pc:sldMkLst>
          <pc:docMk/>
          <pc:sldMk cId="3520280119" sldId="389"/>
        </pc:sldMkLst>
      </pc:sldChg>
      <pc:sldChg chg="addSp delSp modSp mod addCm delCm modCm">
        <pc:chgData name="Kalvis Golde" userId="d12450372feb7484" providerId="LiveId" clId="{2B4EF15D-42C9-844D-8A07-BC881FB6F23C}" dt="2021-06-22T21:16:50.898" v="14737"/>
        <pc:sldMkLst>
          <pc:docMk/>
          <pc:sldMk cId="605018774" sldId="390"/>
        </pc:sldMkLst>
        <pc:spChg chg="add del mod">
          <ac:chgData name="Kalvis Golde" userId="d12450372feb7484" providerId="LiveId" clId="{2B4EF15D-42C9-844D-8A07-BC881FB6F23C}" dt="2021-06-10T18:42:24.421" v="1701" actId="478"/>
          <ac:spMkLst>
            <pc:docMk/>
            <pc:sldMk cId="605018774" sldId="390"/>
            <ac:spMk id="3" creationId="{FAA4811B-2810-0743-815C-47E43BE91828}"/>
          </ac:spMkLst>
        </pc:spChg>
        <pc:spChg chg="del mod">
          <ac:chgData name="Kalvis Golde" userId="d12450372feb7484" providerId="LiveId" clId="{2B4EF15D-42C9-844D-8A07-BC881FB6F23C}" dt="2021-06-22T14:54:18.908" v="11278" actId="478"/>
          <ac:spMkLst>
            <pc:docMk/>
            <pc:sldMk cId="605018774" sldId="390"/>
            <ac:spMk id="5" creationId="{00000000-0000-0000-0000-000000000000}"/>
          </ac:spMkLst>
        </pc:spChg>
        <pc:spChg chg="add mod">
          <ac:chgData name="Kalvis Golde" userId="d12450372feb7484" providerId="LiveId" clId="{2B4EF15D-42C9-844D-8A07-BC881FB6F23C}" dt="2021-06-22T19:05:19.268" v="13697" actId="13926"/>
          <ac:spMkLst>
            <pc:docMk/>
            <pc:sldMk cId="605018774" sldId="390"/>
            <ac:spMk id="6" creationId="{9A4C9617-2FF2-3240-A229-AA4D72AB9586}"/>
          </ac:spMkLst>
        </pc:spChg>
        <pc:spChg chg="add mod">
          <ac:chgData name="Kalvis Golde" userId="d12450372feb7484" providerId="LiveId" clId="{2B4EF15D-42C9-844D-8A07-BC881FB6F23C}" dt="2021-06-22T19:34:41.892" v="14240" actId="13926"/>
          <ac:spMkLst>
            <pc:docMk/>
            <pc:sldMk cId="605018774" sldId="390"/>
            <ac:spMk id="8" creationId="{1158FEDE-D390-394F-8BD0-9BEC52197111}"/>
          </ac:spMkLst>
        </pc:spChg>
        <pc:spChg chg="add del mod">
          <ac:chgData name="Kalvis Golde" userId="d12450372feb7484" providerId="LiveId" clId="{2B4EF15D-42C9-844D-8A07-BC881FB6F23C}" dt="2021-06-22T15:11:49.074" v="11349" actId="478"/>
          <ac:spMkLst>
            <pc:docMk/>
            <pc:sldMk cId="605018774" sldId="390"/>
            <ac:spMk id="13" creationId="{30F82BB6-9B24-7B41-9C70-64A1833F0EEB}"/>
          </ac:spMkLst>
        </pc:spChg>
        <pc:graphicFrameChg chg="del">
          <ac:chgData name="Kalvis Golde" userId="d12450372feb7484" providerId="LiveId" clId="{2B4EF15D-42C9-844D-8A07-BC881FB6F23C}" dt="2021-06-10T18:42:22.400" v="1700" actId="478"/>
          <ac:graphicFrameMkLst>
            <pc:docMk/>
            <pc:sldMk cId="605018774" sldId="390"/>
            <ac:graphicFrameMk id="6" creationId="{00000000-0000-0000-0000-000000000000}"/>
          </ac:graphicFrameMkLst>
        </pc:graphicFrameChg>
        <pc:graphicFrameChg chg="del">
          <ac:chgData name="Kalvis Golde" userId="d12450372feb7484" providerId="LiveId" clId="{2B4EF15D-42C9-844D-8A07-BC881FB6F23C}" dt="2021-06-10T18:42:21.659" v="1699" actId="478"/>
          <ac:graphicFrameMkLst>
            <pc:docMk/>
            <pc:sldMk cId="605018774" sldId="390"/>
            <ac:graphicFrameMk id="7" creationId="{00000000-0000-0000-0000-000000000000}"/>
          </ac:graphicFrameMkLst>
        </pc:graphicFrameChg>
        <pc:graphicFrameChg chg="del">
          <ac:chgData name="Kalvis Golde" userId="d12450372feb7484" providerId="LiveId" clId="{2B4EF15D-42C9-844D-8A07-BC881FB6F23C}" dt="2021-06-10T18:42:25.676" v="1702" actId="478"/>
          <ac:graphicFrameMkLst>
            <pc:docMk/>
            <pc:sldMk cId="605018774" sldId="390"/>
            <ac:graphicFrameMk id="8" creationId="{00000000-0000-0000-0000-000000000000}"/>
          </ac:graphicFrameMkLst>
        </pc:graphicFrameChg>
        <pc:graphicFrameChg chg="del mod">
          <ac:chgData name="Kalvis Golde" userId="d12450372feb7484" providerId="LiveId" clId="{2B4EF15D-42C9-844D-8A07-BC881FB6F23C}" dt="2021-06-22T15:11:46.962" v="11348" actId="478"/>
          <ac:graphicFrameMkLst>
            <pc:docMk/>
            <pc:sldMk cId="605018774" sldId="390"/>
            <ac:graphicFrameMk id="9" creationId="{00000000-0000-0000-0000-000000000000}"/>
          </ac:graphicFrameMkLst>
        </pc:graphicFrameChg>
        <pc:graphicFrameChg chg="mod modGraphic">
          <ac:chgData name="Kalvis Golde" userId="d12450372feb7484" providerId="LiveId" clId="{2B4EF15D-42C9-844D-8A07-BC881FB6F23C}" dt="2021-06-22T20:30:21.876" v="14719" actId="13926"/>
          <ac:graphicFrameMkLst>
            <pc:docMk/>
            <pc:sldMk cId="605018774" sldId="390"/>
            <ac:graphicFrameMk id="10" creationId="{00000000-0000-0000-0000-000000000000}"/>
          </ac:graphicFrameMkLst>
        </pc:graphicFrameChg>
        <pc:graphicFrameChg chg="del">
          <ac:chgData name="Kalvis Golde" userId="d12450372feb7484" providerId="LiveId" clId="{2B4EF15D-42C9-844D-8A07-BC881FB6F23C}" dt="2021-06-10T18:42:20.076" v="1698" actId="478"/>
          <ac:graphicFrameMkLst>
            <pc:docMk/>
            <pc:sldMk cId="605018774" sldId="390"/>
            <ac:graphicFrameMk id="11" creationId="{00000000-0000-0000-0000-000000000000}"/>
          </ac:graphicFrameMkLst>
        </pc:graphicFrameChg>
        <pc:graphicFrameChg chg="add mod modGraphic">
          <ac:chgData name="Kalvis Golde" userId="d12450372feb7484" providerId="LiveId" clId="{2B4EF15D-42C9-844D-8A07-BC881FB6F23C}" dt="2021-06-22T20:30:03.480" v="14716" actId="13926"/>
          <ac:graphicFrameMkLst>
            <pc:docMk/>
            <pc:sldMk cId="605018774" sldId="390"/>
            <ac:graphicFrameMk id="12" creationId="{77B39914-3BE8-3842-B5A4-CA67D740F9D1}"/>
          </ac:graphicFrameMkLst>
        </pc:graphicFrameChg>
        <pc:picChg chg="add del mod">
          <ac:chgData name="Kalvis Golde" userId="d12450372feb7484" providerId="LiveId" clId="{2B4EF15D-42C9-844D-8A07-BC881FB6F23C}" dt="2021-06-22T15:22:19.467" v="11624" actId="478"/>
          <ac:picMkLst>
            <pc:docMk/>
            <pc:sldMk cId="605018774" sldId="390"/>
            <ac:picMk id="3" creationId="{8A3BADFF-7E5C-794F-883E-DBA8A3B8DDED}"/>
          </ac:picMkLst>
        </pc:picChg>
        <pc:picChg chg="add del mod">
          <ac:chgData name="Kalvis Golde" userId="d12450372feb7484" providerId="LiveId" clId="{2B4EF15D-42C9-844D-8A07-BC881FB6F23C}" dt="2021-06-22T15:22:51.479" v="11631" actId="478"/>
          <ac:picMkLst>
            <pc:docMk/>
            <pc:sldMk cId="605018774" sldId="390"/>
            <ac:picMk id="11" creationId="{00C066BC-47EA-6547-9016-D07AC80AFA31}"/>
          </ac:picMkLst>
        </pc:picChg>
        <pc:picChg chg="add del mod">
          <ac:chgData name="Kalvis Golde" userId="d12450372feb7484" providerId="LiveId" clId="{2B4EF15D-42C9-844D-8A07-BC881FB6F23C}" dt="2021-06-22T15:23:27.910" v="11635" actId="478"/>
          <ac:picMkLst>
            <pc:docMk/>
            <pc:sldMk cId="605018774" sldId="390"/>
            <ac:picMk id="15" creationId="{D10F22B7-D4DD-884B-AAFA-4D992F3C3554}"/>
          </ac:picMkLst>
        </pc:picChg>
        <pc:picChg chg="add del mod">
          <ac:chgData name="Kalvis Golde" userId="d12450372feb7484" providerId="LiveId" clId="{2B4EF15D-42C9-844D-8A07-BC881FB6F23C}" dt="2021-06-22T15:28:51.903" v="11692" actId="478"/>
          <ac:picMkLst>
            <pc:docMk/>
            <pc:sldMk cId="605018774" sldId="390"/>
            <ac:picMk id="17" creationId="{A4546E06-F14B-4F43-A587-BCA58D64C466}"/>
          </ac:picMkLst>
        </pc:picChg>
        <pc:picChg chg="add del mod">
          <ac:chgData name="Kalvis Golde" userId="d12450372feb7484" providerId="LiveId" clId="{2B4EF15D-42C9-844D-8A07-BC881FB6F23C}" dt="2021-06-22T15:33:13.795" v="11707" actId="478"/>
          <ac:picMkLst>
            <pc:docMk/>
            <pc:sldMk cId="605018774" sldId="390"/>
            <ac:picMk id="19" creationId="{43957D26-0BD3-9042-8B2E-689D9F464BA5}"/>
          </ac:picMkLst>
        </pc:picChg>
        <pc:picChg chg="add mod">
          <ac:chgData name="Kalvis Golde" userId="d12450372feb7484" providerId="LiveId" clId="{2B4EF15D-42C9-844D-8A07-BC881FB6F23C}" dt="2021-06-22T15:38:12.295" v="11801" actId="1076"/>
          <ac:picMkLst>
            <pc:docMk/>
            <pc:sldMk cId="605018774" sldId="390"/>
            <ac:picMk id="21" creationId="{ACFCF23C-3F78-F642-B6A1-1AF27AD94237}"/>
          </ac:picMkLst>
        </pc:picChg>
      </pc:sldChg>
      <pc:sldChg chg="addSp delSp modSp mod delCm">
        <pc:chgData name="Kalvis Golde" userId="d12450372feb7484" providerId="LiveId" clId="{2B4EF15D-42C9-844D-8A07-BC881FB6F23C}" dt="2021-06-22T19:06:12.050" v="13700" actId="13926"/>
        <pc:sldMkLst>
          <pc:docMk/>
          <pc:sldMk cId="2152055937" sldId="391"/>
        </pc:sldMkLst>
        <pc:spChg chg="add del mod">
          <ac:chgData name="Kalvis Golde" userId="d12450372feb7484" providerId="LiveId" clId="{2B4EF15D-42C9-844D-8A07-BC881FB6F23C}" dt="2021-06-22T15:52:10.338" v="11813" actId="478"/>
          <ac:spMkLst>
            <pc:docMk/>
            <pc:sldMk cId="2152055937" sldId="391"/>
            <ac:spMk id="3" creationId="{72ABA79E-75A5-F64A-84C8-9DBA4B218AA2}"/>
          </ac:spMkLst>
        </pc:spChg>
        <pc:spChg chg="del">
          <ac:chgData name="Kalvis Golde" userId="d12450372feb7484" providerId="LiveId" clId="{2B4EF15D-42C9-844D-8A07-BC881FB6F23C}" dt="2021-06-22T16:02:18.747" v="11919" actId="478"/>
          <ac:spMkLst>
            <pc:docMk/>
            <pc:sldMk cId="2152055937" sldId="391"/>
            <ac:spMk id="4" creationId="{00000000-0000-0000-0000-000000000000}"/>
          </ac:spMkLst>
        </pc:spChg>
        <pc:spChg chg="add mod">
          <ac:chgData name="Kalvis Golde" userId="d12450372feb7484" providerId="LiveId" clId="{2B4EF15D-42C9-844D-8A07-BC881FB6F23C}" dt="2021-06-22T19:06:12.050" v="13700" actId="13926"/>
          <ac:spMkLst>
            <pc:docMk/>
            <pc:sldMk cId="2152055937" sldId="391"/>
            <ac:spMk id="7" creationId="{FF46E068-D12F-7244-B43D-93F4C8891F00}"/>
          </ac:spMkLst>
        </pc:spChg>
        <pc:spChg chg="add mod">
          <ac:chgData name="Kalvis Golde" userId="d12450372feb7484" providerId="LiveId" clId="{2B4EF15D-42C9-844D-8A07-BC881FB6F23C}" dt="2021-06-22T17:37:53.756" v="12837" actId="20577"/>
          <ac:spMkLst>
            <pc:docMk/>
            <pc:sldMk cId="2152055937" sldId="391"/>
            <ac:spMk id="12" creationId="{BA47DF96-A0AE-8040-A329-EC7A6F459DE9}"/>
          </ac:spMkLst>
        </pc:spChg>
        <pc:graphicFrameChg chg="del modGraphic">
          <ac:chgData name="Kalvis Golde" userId="d12450372feb7484" providerId="LiveId" clId="{2B4EF15D-42C9-844D-8A07-BC881FB6F23C}" dt="2021-06-22T15:52:04.681" v="11811" actId="478"/>
          <ac:graphicFrameMkLst>
            <pc:docMk/>
            <pc:sldMk cId="2152055937" sldId="391"/>
            <ac:graphicFrameMk id="6" creationId="{00000000-0000-0000-0000-000000000000}"/>
          </ac:graphicFrameMkLst>
        </pc:graphicFrameChg>
        <pc:graphicFrameChg chg="del">
          <ac:chgData name="Kalvis Golde" userId="d12450372feb7484" providerId="LiveId" clId="{2B4EF15D-42C9-844D-8A07-BC881FB6F23C}" dt="2021-06-22T15:52:08.413" v="11812" actId="478"/>
          <ac:graphicFrameMkLst>
            <pc:docMk/>
            <pc:sldMk cId="2152055937" sldId="391"/>
            <ac:graphicFrameMk id="8" creationId="{7928BC67-CCB3-4657-BA9A-01E02FC4FA55}"/>
          </ac:graphicFrameMkLst>
        </pc:graphicFrameChg>
        <pc:picChg chg="add del mod">
          <ac:chgData name="Kalvis Golde" userId="d12450372feb7484" providerId="LiveId" clId="{2B4EF15D-42C9-844D-8A07-BC881FB6F23C}" dt="2021-06-22T17:00:51.596" v="11985" actId="478"/>
          <ac:picMkLst>
            <pc:docMk/>
            <pc:sldMk cId="2152055937" sldId="391"/>
            <ac:picMk id="9" creationId="{19FDD737-4FF5-E948-A17F-CF70CFCB83D5}"/>
          </ac:picMkLst>
        </pc:picChg>
        <pc:picChg chg="add mod">
          <ac:chgData name="Kalvis Golde" userId="d12450372feb7484" providerId="LiveId" clId="{2B4EF15D-42C9-844D-8A07-BC881FB6F23C}" dt="2021-06-22T17:37:48.190" v="12836" actId="1036"/>
          <ac:picMkLst>
            <pc:docMk/>
            <pc:sldMk cId="2152055937" sldId="391"/>
            <ac:picMk id="11" creationId="{7C763E95-3D18-0E4A-A856-B328C5924673}"/>
          </ac:picMkLst>
        </pc:picChg>
      </pc:sldChg>
      <pc:sldChg chg="addSp delSp modSp mod">
        <pc:chgData name="Kalvis Golde" userId="d12450372feb7484" providerId="LiveId" clId="{2B4EF15D-42C9-844D-8A07-BC881FB6F23C}" dt="2021-06-22T19:07:34.243" v="13793" actId="13926"/>
        <pc:sldMkLst>
          <pc:docMk/>
          <pc:sldMk cId="2956727627" sldId="392"/>
        </pc:sldMkLst>
        <pc:spChg chg="mod">
          <ac:chgData name="Kalvis Golde" userId="d12450372feb7484" providerId="LiveId" clId="{2B4EF15D-42C9-844D-8A07-BC881FB6F23C}" dt="2021-06-22T19:07:34.243" v="13793" actId="13926"/>
          <ac:spMkLst>
            <pc:docMk/>
            <pc:sldMk cId="2956727627" sldId="392"/>
            <ac:spMk id="6" creationId="{1700B16A-33BA-5646-9BCC-4491AD8D4FD4}"/>
          </ac:spMkLst>
        </pc:spChg>
        <pc:spChg chg="mod">
          <ac:chgData name="Kalvis Golde" userId="d12450372feb7484" providerId="LiveId" clId="{2B4EF15D-42C9-844D-8A07-BC881FB6F23C}" dt="2021-06-10T20:54:08.575" v="9650" actId="1037"/>
          <ac:spMkLst>
            <pc:docMk/>
            <pc:sldMk cId="2956727627" sldId="392"/>
            <ac:spMk id="7" creationId="{75488183-E097-304A-B953-194A9D986237}"/>
          </ac:spMkLst>
        </pc:spChg>
        <pc:spChg chg="mod">
          <ac:chgData name="Kalvis Golde" userId="d12450372feb7484" providerId="LiveId" clId="{2B4EF15D-42C9-844D-8A07-BC881FB6F23C}" dt="2021-06-10T20:54:01.086" v="9643" actId="1076"/>
          <ac:spMkLst>
            <pc:docMk/>
            <pc:sldMk cId="2956727627" sldId="392"/>
            <ac:spMk id="10" creationId="{C0E40825-6F35-DE44-8BCC-6208E8007D55}"/>
          </ac:spMkLst>
        </pc:spChg>
        <pc:picChg chg="add del mod">
          <ac:chgData name="Kalvis Golde" userId="d12450372feb7484" providerId="LiveId" clId="{2B4EF15D-42C9-844D-8A07-BC881FB6F23C}" dt="2021-06-10T20:52:13.560" v="9576" actId="478"/>
          <ac:picMkLst>
            <pc:docMk/>
            <pc:sldMk cId="2956727627" sldId="392"/>
            <ac:picMk id="3" creationId="{7CB9FAAB-B694-B849-8289-433F2AA3D418}"/>
          </ac:picMkLst>
        </pc:picChg>
        <pc:picChg chg="mod">
          <ac:chgData name="Kalvis Golde" userId="d12450372feb7484" providerId="LiveId" clId="{2B4EF15D-42C9-844D-8A07-BC881FB6F23C}" dt="2021-06-10T17:45:45.530" v="28" actId="1036"/>
          <ac:picMkLst>
            <pc:docMk/>
            <pc:sldMk cId="2956727627" sldId="392"/>
            <ac:picMk id="5" creationId="{E2A6483B-856F-1941-B717-FE03FA49C104}"/>
          </ac:picMkLst>
        </pc:picChg>
        <pc:picChg chg="mod">
          <ac:chgData name="Kalvis Golde" userId="d12450372feb7484" providerId="LiveId" clId="{2B4EF15D-42C9-844D-8A07-BC881FB6F23C}" dt="2021-06-22T14:52:35.832" v="11224" actId="1035"/>
          <ac:picMkLst>
            <pc:docMk/>
            <pc:sldMk cId="2956727627" sldId="392"/>
            <ac:picMk id="9" creationId="{CA56552D-6B5D-2140-856F-CB280A21060A}"/>
          </ac:picMkLst>
        </pc:picChg>
        <pc:picChg chg="add del mod">
          <ac:chgData name="Kalvis Golde" userId="d12450372feb7484" providerId="LiveId" clId="{2B4EF15D-42C9-844D-8A07-BC881FB6F23C}" dt="2021-06-10T20:52:51.962" v="9589" actId="478"/>
          <ac:picMkLst>
            <pc:docMk/>
            <pc:sldMk cId="2956727627" sldId="392"/>
            <ac:picMk id="11" creationId="{55D30BA5-2A4F-BE4E-BFC5-773D7A77B09A}"/>
          </ac:picMkLst>
        </pc:picChg>
        <pc:picChg chg="add del mod">
          <ac:chgData name="Kalvis Golde" userId="d12450372feb7484" providerId="LiveId" clId="{2B4EF15D-42C9-844D-8A07-BC881FB6F23C}" dt="2021-06-10T20:52:53.531" v="9590" actId="478"/>
          <ac:picMkLst>
            <pc:docMk/>
            <pc:sldMk cId="2956727627" sldId="392"/>
            <ac:picMk id="13" creationId="{07F479AC-2559-FA4E-B1F0-B84B2E331FC8}"/>
          </ac:picMkLst>
        </pc:picChg>
      </pc:sldChg>
      <pc:sldChg chg="addSp delSp modSp mod">
        <pc:chgData name="Kalvis Golde" userId="d12450372feb7484" providerId="LiveId" clId="{2B4EF15D-42C9-844D-8A07-BC881FB6F23C}" dt="2021-06-22T19:05:26.362" v="13698" actId="13926"/>
        <pc:sldMkLst>
          <pc:docMk/>
          <pc:sldMk cId="4151174089" sldId="393"/>
        </pc:sldMkLst>
        <pc:spChg chg="del mod">
          <ac:chgData name="Kalvis Golde" userId="d12450372feb7484" providerId="LiveId" clId="{2B4EF15D-42C9-844D-8A07-BC881FB6F23C}" dt="2021-06-10T17:47:16.274" v="34" actId="478"/>
          <ac:spMkLst>
            <pc:docMk/>
            <pc:sldMk cId="4151174089" sldId="393"/>
            <ac:spMk id="4" creationId="{EDAE49B8-B31C-5F4F-93D4-188B3D3BFF44}"/>
          </ac:spMkLst>
        </pc:spChg>
        <pc:spChg chg="del mod">
          <ac:chgData name="Kalvis Golde" userId="d12450372feb7484" providerId="LiveId" clId="{2B4EF15D-42C9-844D-8A07-BC881FB6F23C}" dt="2021-06-17T18:08:18.507" v="10847" actId="478"/>
          <ac:spMkLst>
            <pc:docMk/>
            <pc:sldMk cId="4151174089" sldId="393"/>
            <ac:spMk id="5" creationId="{6CD8426A-73E3-4646-B72E-A048A5994F9E}"/>
          </ac:spMkLst>
        </pc:spChg>
        <pc:spChg chg="mod">
          <ac:chgData name="Kalvis Golde" userId="d12450372feb7484" providerId="LiveId" clId="{2B4EF15D-42C9-844D-8A07-BC881FB6F23C}" dt="2021-06-22T19:05:26.362" v="13698" actId="13926"/>
          <ac:spMkLst>
            <pc:docMk/>
            <pc:sldMk cId="4151174089" sldId="393"/>
            <ac:spMk id="6" creationId="{4C22968F-54A5-2A45-A2FD-710584D7F4D0}"/>
          </ac:spMkLst>
        </pc:spChg>
        <pc:spChg chg="add mod">
          <ac:chgData name="Kalvis Golde" userId="d12450372feb7484" providerId="LiveId" clId="{2B4EF15D-42C9-844D-8A07-BC881FB6F23C}" dt="2021-06-10T17:47:25.489" v="35"/>
          <ac:spMkLst>
            <pc:docMk/>
            <pc:sldMk cId="4151174089" sldId="393"/>
            <ac:spMk id="7" creationId="{2A45BD41-D12E-F345-8BE8-A89CDA828240}"/>
          </ac:spMkLst>
        </pc:spChg>
        <pc:spChg chg="add del mod">
          <ac:chgData name="Kalvis Golde" userId="d12450372feb7484" providerId="LiveId" clId="{2B4EF15D-42C9-844D-8A07-BC881FB6F23C}" dt="2021-06-22T14:52:57.723" v="11227" actId="478"/>
          <ac:spMkLst>
            <pc:docMk/>
            <pc:sldMk cId="4151174089" sldId="393"/>
            <ac:spMk id="8" creationId="{7759AFD1-59A9-1B44-96C1-01DBA442D296}"/>
          </ac:spMkLst>
        </pc:spChg>
        <pc:spChg chg="add del mod">
          <ac:chgData name="Kalvis Golde" userId="d12450372feb7484" providerId="LiveId" clId="{2B4EF15D-42C9-844D-8A07-BC881FB6F23C}" dt="2021-06-22T14:52:51.066" v="11225" actId="478"/>
          <ac:spMkLst>
            <pc:docMk/>
            <pc:sldMk cId="4151174089" sldId="393"/>
            <ac:spMk id="9" creationId="{B2505207-8B77-BE42-981C-C1E5F088796F}"/>
          </ac:spMkLst>
        </pc:spChg>
      </pc:sldChg>
      <pc:sldChg chg="addSp delSp modSp add del mod">
        <pc:chgData name="Kalvis Golde" userId="d12450372feb7484" providerId="LiveId" clId="{2B4EF15D-42C9-844D-8A07-BC881FB6F23C}" dt="2021-06-10T19:48:19.587" v="6612" actId="2696"/>
        <pc:sldMkLst>
          <pc:docMk/>
          <pc:sldMk cId="633779602" sldId="394"/>
        </pc:sldMkLst>
        <pc:spChg chg="mod">
          <ac:chgData name="Kalvis Golde" userId="d12450372feb7484" providerId="LiveId" clId="{2B4EF15D-42C9-844D-8A07-BC881FB6F23C}" dt="2021-06-10T17:53:04.975" v="308" actId="20577"/>
          <ac:spMkLst>
            <pc:docMk/>
            <pc:sldMk cId="633779602" sldId="394"/>
            <ac:spMk id="2" creationId="{00000000-0000-0000-0000-000000000000}"/>
          </ac:spMkLst>
        </pc:spChg>
        <pc:spChg chg="del mod">
          <ac:chgData name="Kalvis Golde" userId="d12450372feb7484" providerId="LiveId" clId="{2B4EF15D-42C9-844D-8A07-BC881FB6F23C}" dt="2021-06-10T19:44:52.611" v="6325" actId="478"/>
          <ac:spMkLst>
            <pc:docMk/>
            <pc:sldMk cId="633779602" sldId="394"/>
            <ac:spMk id="3" creationId="{00000000-0000-0000-0000-000000000000}"/>
          </ac:spMkLst>
        </pc:spChg>
        <pc:spChg chg="add del mod">
          <ac:chgData name="Kalvis Golde" userId="d12450372feb7484" providerId="LiveId" clId="{2B4EF15D-42C9-844D-8A07-BC881FB6F23C}" dt="2021-06-10T19:45:05.060" v="6328"/>
          <ac:spMkLst>
            <pc:docMk/>
            <pc:sldMk cId="633779602" sldId="394"/>
            <ac:spMk id="5" creationId="{C8AABD9E-A56A-C04A-A927-8240FCEAA9BB}"/>
          </ac:spMkLst>
        </pc:spChg>
        <pc:spChg chg="add mod">
          <ac:chgData name="Kalvis Golde" userId="d12450372feb7484" providerId="LiveId" clId="{2B4EF15D-42C9-844D-8A07-BC881FB6F23C}" dt="2021-06-10T19:45:25.295" v="6392" actId="20577"/>
          <ac:spMkLst>
            <pc:docMk/>
            <pc:sldMk cId="633779602" sldId="394"/>
            <ac:spMk id="6" creationId="{AAB59CE2-3776-1E4C-9EBB-9839FB7AAA2C}"/>
          </ac:spMkLst>
        </pc:spChg>
        <pc:graphicFrameChg chg="del">
          <ac:chgData name="Kalvis Golde" userId="d12450372feb7484" providerId="LiveId" clId="{2B4EF15D-42C9-844D-8A07-BC881FB6F23C}" dt="2021-06-10T17:53:00.512" v="295" actId="478"/>
          <ac:graphicFrameMkLst>
            <pc:docMk/>
            <pc:sldMk cId="633779602" sldId="394"/>
            <ac:graphicFrameMk id="7" creationId="{00000000-0000-0000-0000-000000000000}"/>
          </ac:graphicFrameMkLst>
        </pc:graphicFrameChg>
        <pc:graphicFrameChg chg="mod">
          <ac:chgData name="Kalvis Golde" userId="d12450372feb7484" providerId="LiveId" clId="{2B4EF15D-42C9-844D-8A07-BC881FB6F23C}" dt="2021-06-10T19:01:51.631" v="3444" actId="1076"/>
          <ac:graphicFrameMkLst>
            <pc:docMk/>
            <pc:sldMk cId="633779602" sldId="394"/>
            <ac:graphicFrameMk id="8" creationId="{00000000-0000-0000-0000-000000000000}"/>
          </ac:graphicFrameMkLst>
        </pc:graphicFrameChg>
      </pc:sldChg>
      <pc:sldChg chg="addSp delSp modSp add mod">
        <pc:chgData name="Kalvis Golde" userId="d12450372feb7484" providerId="LiveId" clId="{2B4EF15D-42C9-844D-8A07-BC881FB6F23C}" dt="2021-06-22T19:12:38.334" v="13818" actId="13926"/>
        <pc:sldMkLst>
          <pc:docMk/>
          <pc:sldMk cId="4148355703" sldId="394"/>
        </pc:sldMkLst>
        <pc:spChg chg="mod">
          <ac:chgData name="Kalvis Golde" userId="d12450372feb7484" providerId="LiveId" clId="{2B4EF15D-42C9-844D-8A07-BC881FB6F23C}" dt="2021-06-22T19:12:38.334" v="13818" actId="13926"/>
          <ac:spMkLst>
            <pc:docMk/>
            <pc:sldMk cId="4148355703" sldId="394"/>
            <ac:spMk id="2" creationId="{00000000-0000-0000-0000-000000000000}"/>
          </ac:spMkLst>
        </pc:spChg>
        <pc:spChg chg="del mod">
          <ac:chgData name="Kalvis Golde" userId="d12450372feb7484" providerId="LiveId" clId="{2B4EF15D-42C9-844D-8A07-BC881FB6F23C}" dt="2021-06-10T21:02:21.324" v="10155" actId="478"/>
          <ac:spMkLst>
            <pc:docMk/>
            <pc:sldMk cId="4148355703" sldId="394"/>
            <ac:spMk id="6" creationId="{604D38DC-2BAB-E347-BB0D-92A64F59EA09}"/>
          </ac:spMkLst>
        </pc:spChg>
        <pc:spChg chg="add del mod">
          <ac:chgData name="Kalvis Golde" userId="d12450372feb7484" providerId="LiveId" clId="{2B4EF15D-42C9-844D-8A07-BC881FB6F23C}" dt="2021-06-10T21:02:29.373" v="10158" actId="478"/>
          <ac:spMkLst>
            <pc:docMk/>
            <pc:sldMk cId="4148355703" sldId="394"/>
            <ac:spMk id="8" creationId="{60DD8F58-9AFA-B142-9DA1-13C6168D8714}"/>
          </ac:spMkLst>
        </pc:spChg>
        <pc:spChg chg="add mod">
          <ac:chgData name="Kalvis Golde" userId="d12450372feb7484" providerId="LiveId" clId="{2B4EF15D-42C9-844D-8A07-BC881FB6F23C}" dt="2021-06-17T18:19:59.284" v="11204" actId="207"/>
          <ac:spMkLst>
            <pc:docMk/>
            <pc:sldMk cId="4148355703" sldId="394"/>
            <ac:spMk id="9" creationId="{F37129CA-1655-864C-827F-F9F60548B64F}"/>
          </ac:spMkLst>
        </pc:spChg>
        <pc:graphicFrameChg chg="del">
          <ac:chgData name="Kalvis Golde" userId="d12450372feb7484" providerId="LiveId" clId="{2B4EF15D-42C9-844D-8A07-BC881FB6F23C}" dt="2021-06-10T21:02:27.701" v="10157" actId="478"/>
          <ac:graphicFrameMkLst>
            <pc:docMk/>
            <pc:sldMk cId="4148355703" sldId="394"/>
            <ac:graphicFrameMk id="5" creationId="{00000000-0000-0000-0000-000000000000}"/>
          </ac:graphicFrameMkLst>
        </pc:graphicFrameChg>
        <pc:graphicFrameChg chg="del">
          <ac:chgData name="Kalvis Golde" userId="d12450372feb7484" providerId="LiveId" clId="{2B4EF15D-42C9-844D-8A07-BC881FB6F23C}" dt="2021-06-10T21:02:22.502" v="10156" actId="478"/>
          <ac:graphicFrameMkLst>
            <pc:docMk/>
            <pc:sldMk cId="4148355703" sldId="394"/>
            <ac:graphicFrameMk id="7" creationId="{00000000-0000-0000-0000-000000000000}"/>
          </ac:graphicFrameMkLst>
        </pc:graphicFrameChg>
      </pc:sldChg>
      <pc:sldChg chg="addSp delSp modSp new mod">
        <pc:chgData name="Kalvis Golde" userId="d12450372feb7484" providerId="LiveId" clId="{2B4EF15D-42C9-844D-8A07-BC881FB6F23C}" dt="2021-06-22T19:08:57.527" v="13798" actId="13926"/>
        <pc:sldMkLst>
          <pc:docMk/>
          <pc:sldMk cId="1407281575" sldId="395"/>
        </pc:sldMkLst>
        <pc:spChg chg="del">
          <ac:chgData name="Kalvis Golde" userId="d12450372feb7484" providerId="LiveId" clId="{2B4EF15D-42C9-844D-8A07-BC881FB6F23C}" dt="2021-06-22T17:28:22.792" v="12408" actId="478"/>
          <ac:spMkLst>
            <pc:docMk/>
            <pc:sldMk cId="1407281575" sldId="395"/>
            <ac:spMk id="2" creationId="{5AB9D273-416A-354C-AA28-F05D105AA98C}"/>
          </ac:spMkLst>
        </pc:spChg>
        <pc:spChg chg="del">
          <ac:chgData name="Kalvis Golde" userId="d12450372feb7484" providerId="LiveId" clId="{2B4EF15D-42C9-844D-8A07-BC881FB6F23C}" dt="2021-06-22T17:28:24.228" v="12409" actId="478"/>
          <ac:spMkLst>
            <pc:docMk/>
            <pc:sldMk cId="1407281575" sldId="395"/>
            <ac:spMk id="3" creationId="{A6ED7E95-00CB-AA46-AAAA-945BF9895F29}"/>
          </ac:spMkLst>
        </pc:spChg>
        <pc:spChg chg="add mod">
          <ac:chgData name="Kalvis Golde" userId="d12450372feb7484" providerId="LiveId" clId="{2B4EF15D-42C9-844D-8A07-BC881FB6F23C}" dt="2021-06-22T19:08:57.527" v="13798" actId="13926"/>
          <ac:spMkLst>
            <pc:docMk/>
            <pc:sldMk cId="1407281575" sldId="395"/>
            <ac:spMk id="5" creationId="{A42EFDFD-5356-C64A-8AC1-9F4719D73C82}"/>
          </ac:spMkLst>
        </pc:spChg>
        <pc:spChg chg="add mod">
          <ac:chgData name="Kalvis Golde" userId="d12450372feb7484" providerId="LiveId" clId="{2B4EF15D-42C9-844D-8A07-BC881FB6F23C}" dt="2021-06-22T17:33:53.185" v="12631" actId="1038"/>
          <ac:spMkLst>
            <pc:docMk/>
            <pc:sldMk cId="1407281575" sldId="395"/>
            <ac:spMk id="6" creationId="{EF5BF4B9-183A-BA4C-9CE9-17C8C647F3F3}"/>
          </ac:spMkLst>
        </pc:spChg>
        <pc:spChg chg="add del mod">
          <ac:chgData name="Kalvis Golde" userId="d12450372feb7484" providerId="LiveId" clId="{2B4EF15D-42C9-844D-8A07-BC881FB6F23C}" dt="2021-06-22T17:32:02.203" v="12504"/>
          <ac:spMkLst>
            <pc:docMk/>
            <pc:sldMk cId="1407281575" sldId="395"/>
            <ac:spMk id="7" creationId="{6F124A19-7957-344C-AE28-8AF8A0E70D0C}"/>
          </ac:spMkLst>
        </pc:spChg>
        <pc:spChg chg="add mod">
          <ac:chgData name="Kalvis Golde" userId="d12450372feb7484" providerId="LiveId" clId="{2B4EF15D-42C9-844D-8A07-BC881FB6F23C}" dt="2021-06-22T17:33:55.118" v="12634" actId="1037"/>
          <ac:spMkLst>
            <pc:docMk/>
            <pc:sldMk cId="1407281575" sldId="395"/>
            <ac:spMk id="8" creationId="{F60AB59C-618B-AB44-BAF7-44FAC64C8A41}"/>
          </ac:spMkLst>
        </pc:spChg>
      </pc:sldChg>
      <pc:sldChg chg="add del">
        <pc:chgData name="Kalvis Golde" userId="d12450372feb7484" providerId="LiveId" clId="{2B4EF15D-42C9-844D-8A07-BC881FB6F23C}" dt="2021-06-10T17:54:19.342" v="370"/>
        <pc:sldMkLst>
          <pc:docMk/>
          <pc:sldMk cId="2866900858" sldId="395"/>
        </pc:sldMkLst>
      </pc:sldChg>
      <pc:sldChg chg="modSp add del mod">
        <pc:chgData name="Kalvis Golde" userId="d12450372feb7484" providerId="LiveId" clId="{2B4EF15D-42C9-844D-8A07-BC881FB6F23C}" dt="2021-06-22T17:34:02.823" v="12636" actId="2696"/>
        <pc:sldMkLst>
          <pc:docMk/>
          <pc:sldMk cId="2185409598" sldId="396"/>
        </pc:sldMkLst>
        <pc:spChg chg="mod">
          <ac:chgData name="Kalvis Golde" userId="d12450372feb7484" providerId="LiveId" clId="{2B4EF15D-42C9-844D-8A07-BC881FB6F23C}" dt="2021-06-22T17:34:01.065" v="12635" actId="20577"/>
          <ac:spMkLst>
            <pc:docMk/>
            <pc:sldMk cId="2185409598" sldId="396"/>
            <ac:spMk id="6" creationId="{EF5BF4B9-183A-BA4C-9CE9-17C8C647F3F3}"/>
          </ac:spMkLst>
        </pc:spChg>
      </pc:sldChg>
      <pc:sldChg chg="modSp add mod">
        <pc:chgData name="Kalvis Golde" userId="d12450372feb7484" providerId="LiveId" clId="{2B4EF15D-42C9-844D-8A07-BC881FB6F23C}" dt="2021-06-22T19:09:21.002" v="13801" actId="13926"/>
        <pc:sldMkLst>
          <pc:docMk/>
          <pc:sldMk cId="4060666233" sldId="396"/>
        </pc:sldMkLst>
        <pc:spChg chg="mod">
          <ac:chgData name="Kalvis Golde" userId="d12450372feb7484" providerId="LiveId" clId="{2B4EF15D-42C9-844D-8A07-BC881FB6F23C}" dt="2021-06-22T19:09:21.002" v="13801" actId="13926"/>
          <ac:spMkLst>
            <pc:docMk/>
            <pc:sldMk cId="4060666233" sldId="396"/>
            <ac:spMk id="5" creationId="{A42EFDFD-5356-C64A-8AC1-9F4719D73C82}"/>
          </ac:spMkLst>
        </pc:spChg>
        <pc:spChg chg="mod">
          <ac:chgData name="Kalvis Golde" userId="d12450372feb7484" providerId="LiveId" clId="{2B4EF15D-42C9-844D-8A07-BC881FB6F23C}" dt="2021-06-22T17:34:11.591" v="12658" actId="20577"/>
          <ac:spMkLst>
            <pc:docMk/>
            <pc:sldMk cId="4060666233" sldId="396"/>
            <ac:spMk id="6" creationId="{EF5BF4B9-183A-BA4C-9CE9-17C8C647F3F3}"/>
          </ac:spMkLst>
        </pc:spChg>
        <pc:spChg chg="mod">
          <ac:chgData name="Kalvis Golde" userId="d12450372feb7484" providerId="LiveId" clId="{2B4EF15D-42C9-844D-8A07-BC881FB6F23C}" dt="2021-06-22T17:34:19.693" v="12698" actId="20577"/>
          <ac:spMkLst>
            <pc:docMk/>
            <pc:sldMk cId="4060666233" sldId="396"/>
            <ac:spMk id="8" creationId="{F60AB59C-618B-AB44-BAF7-44FAC64C8A41}"/>
          </ac:spMkLst>
        </pc:spChg>
      </pc:sldChg>
      <pc:sldChg chg="addSp delSp modSp new mod ord">
        <pc:chgData name="Kalvis Golde" userId="d12450372feb7484" providerId="LiveId" clId="{2B4EF15D-42C9-844D-8A07-BC881FB6F23C}" dt="2021-06-22T21:45:26.631" v="15652" actId="1076"/>
        <pc:sldMkLst>
          <pc:docMk/>
          <pc:sldMk cId="916534381" sldId="397"/>
        </pc:sldMkLst>
        <pc:spChg chg="del">
          <ac:chgData name="Kalvis Golde" userId="d12450372feb7484" providerId="LiveId" clId="{2B4EF15D-42C9-844D-8A07-BC881FB6F23C}" dt="2021-06-22T19:06:34.095" v="13703" actId="478"/>
          <ac:spMkLst>
            <pc:docMk/>
            <pc:sldMk cId="916534381" sldId="397"/>
            <ac:spMk id="2" creationId="{CCFA7651-D087-E843-A23B-C94914227594}"/>
          </ac:spMkLst>
        </pc:spChg>
        <pc:spChg chg="del">
          <ac:chgData name="Kalvis Golde" userId="d12450372feb7484" providerId="LiveId" clId="{2B4EF15D-42C9-844D-8A07-BC881FB6F23C}" dt="2021-06-22T19:06:35.592" v="13704" actId="478"/>
          <ac:spMkLst>
            <pc:docMk/>
            <pc:sldMk cId="916534381" sldId="397"/>
            <ac:spMk id="3" creationId="{65ED1A36-4D3D-B249-A2E7-D293BC307534}"/>
          </ac:spMkLst>
        </pc:spChg>
        <pc:spChg chg="add mod">
          <ac:chgData name="Kalvis Golde" userId="d12450372feb7484" providerId="LiveId" clId="{2B4EF15D-42C9-844D-8A07-BC881FB6F23C}" dt="2021-06-22T21:17:02.332" v="14739" actId="14100"/>
          <ac:spMkLst>
            <pc:docMk/>
            <pc:sldMk cId="916534381" sldId="397"/>
            <ac:spMk id="5" creationId="{AC24B3D7-BCD1-7942-BEAA-7549ACCB7487}"/>
          </ac:spMkLst>
        </pc:spChg>
        <pc:spChg chg="add mod">
          <ac:chgData name="Kalvis Golde" userId="d12450372feb7484" providerId="LiveId" clId="{2B4EF15D-42C9-844D-8A07-BC881FB6F23C}" dt="2021-06-22T21:45:26.631" v="15652" actId="1076"/>
          <ac:spMkLst>
            <pc:docMk/>
            <pc:sldMk cId="916534381" sldId="397"/>
            <ac:spMk id="6" creationId="{80B74A02-1D6A-F34B-AE1D-6ED137849539}"/>
          </ac:spMkLst>
        </pc:spChg>
      </pc:sldChg>
      <pc:sldChg chg="addSp delSp modSp new mod addCm modCm">
        <pc:chgData name="Kalvis Golde" userId="d12450372feb7484" providerId="LiveId" clId="{2B4EF15D-42C9-844D-8A07-BC881FB6F23C}" dt="2021-06-22T21:45:02.225" v="15620"/>
        <pc:sldMkLst>
          <pc:docMk/>
          <pc:sldMk cId="619884946" sldId="398"/>
        </pc:sldMkLst>
        <pc:spChg chg="del">
          <ac:chgData name="Kalvis Golde" userId="d12450372feb7484" providerId="LiveId" clId="{2B4EF15D-42C9-844D-8A07-BC881FB6F23C}" dt="2021-06-22T19:26:26.849" v="14125" actId="478"/>
          <ac:spMkLst>
            <pc:docMk/>
            <pc:sldMk cId="619884946" sldId="398"/>
            <ac:spMk id="2" creationId="{E00CFEC5-5173-9247-9A5B-FBAF170E8BF6}"/>
          </ac:spMkLst>
        </pc:spChg>
        <pc:spChg chg="del">
          <ac:chgData name="Kalvis Golde" userId="d12450372feb7484" providerId="LiveId" clId="{2B4EF15D-42C9-844D-8A07-BC881FB6F23C}" dt="2021-06-22T19:26:28.037" v="14126" actId="478"/>
          <ac:spMkLst>
            <pc:docMk/>
            <pc:sldMk cId="619884946" sldId="398"/>
            <ac:spMk id="3" creationId="{1914DAFD-BFF8-3E43-99E1-22E7255CA1F2}"/>
          </ac:spMkLst>
        </pc:spChg>
        <pc:spChg chg="add mod">
          <ac:chgData name="Kalvis Golde" userId="d12450372feb7484" providerId="LiveId" clId="{2B4EF15D-42C9-844D-8A07-BC881FB6F23C}" dt="2021-06-22T20:07:23.545" v="14711" actId="1038"/>
          <ac:spMkLst>
            <pc:docMk/>
            <pc:sldMk cId="619884946" sldId="398"/>
            <ac:spMk id="5" creationId="{4AEB5166-104F-F844-BFBC-60336AA803D3}"/>
          </ac:spMkLst>
        </pc:spChg>
        <pc:graphicFrameChg chg="add mod modGraphic">
          <ac:chgData name="Kalvis Golde" userId="d12450372feb7484" providerId="LiveId" clId="{2B4EF15D-42C9-844D-8A07-BC881FB6F23C}" dt="2021-06-22T21:44:49.826" v="15619" actId="207"/>
          <ac:graphicFrameMkLst>
            <pc:docMk/>
            <pc:sldMk cId="619884946" sldId="398"/>
            <ac:graphicFrameMk id="6" creationId="{5BF0DDD8-DCD3-F44C-A42D-CBB308CF5050}"/>
          </ac:graphicFrameMkLst>
        </pc:graphicFrameChg>
        <pc:graphicFrameChg chg="add del mod">
          <ac:chgData name="Kalvis Golde" userId="d12450372feb7484" providerId="LiveId" clId="{2B4EF15D-42C9-844D-8A07-BC881FB6F23C}" dt="2021-06-22T21:28:14.011" v="15366" actId="478"/>
          <ac:graphicFrameMkLst>
            <pc:docMk/>
            <pc:sldMk cId="619884946" sldId="398"/>
            <ac:graphicFrameMk id="25" creationId="{174D2BAB-1AF7-3E47-B2DD-8CED6DCD3161}"/>
          </ac:graphicFrameMkLst>
        </pc:graphicFrameChg>
        <pc:picChg chg="add mod">
          <ac:chgData name="Kalvis Golde" userId="d12450372feb7484" providerId="LiveId" clId="{2B4EF15D-42C9-844D-8A07-BC881FB6F23C}" dt="2021-06-22T21:34:33.453" v="15519" actId="1036"/>
          <ac:picMkLst>
            <pc:docMk/>
            <pc:sldMk cId="619884946" sldId="398"/>
            <ac:picMk id="8" creationId="{3729B541-7FD5-1E4B-B70B-5576A107D83E}"/>
          </ac:picMkLst>
        </pc:picChg>
        <pc:picChg chg="add mod">
          <ac:chgData name="Kalvis Golde" userId="d12450372feb7484" providerId="LiveId" clId="{2B4EF15D-42C9-844D-8A07-BC881FB6F23C}" dt="2021-06-22T21:34:33.453" v="15519" actId="1036"/>
          <ac:picMkLst>
            <pc:docMk/>
            <pc:sldMk cId="619884946" sldId="398"/>
            <ac:picMk id="10" creationId="{198360DB-F6AA-AF4D-9F57-D690DC68B6AA}"/>
          </ac:picMkLst>
        </pc:picChg>
        <pc:picChg chg="add mod">
          <ac:chgData name="Kalvis Golde" userId="d12450372feb7484" providerId="LiveId" clId="{2B4EF15D-42C9-844D-8A07-BC881FB6F23C}" dt="2021-06-22T21:34:33.453" v="15519" actId="1036"/>
          <ac:picMkLst>
            <pc:docMk/>
            <pc:sldMk cId="619884946" sldId="398"/>
            <ac:picMk id="12" creationId="{16ACDF34-C1E1-844D-A9E2-76296CF08BBB}"/>
          </ac:picMkLst>
        </pc:picChg>
        <pc:picChg chg="add mod">
          <ac:chgData name="Kalvis Golde" userId="d12450372feb7484" providerId="LiveId" clId="{2B4EF15D-42C9-844D-8A07-BC881FB6F23C}" dt="2021-06-22T21:34:33.453" v="15519" actId="1036"/>
          <ac:picMkLst>
            <pc:docMk/>
            <pc:sldMk cId="619884946" sldId="398"/>
            <ac:picMk id="14" creationId="{B22BDDB2-19EB-1248-A066-EA6A419F67A7}"/>
          </ac:picMkLst>
        </pc:picChg>
        <pc:picChg chg="add mod">
          <ac:chgData name="Kalvis Golde" userId="d12450372feb7484" providerId="LiveId" clId="{2B4EF15D-42C9-844D-8A07-BC881FB6F23C}" dt="2021-06-22T21:34:33.453" v="15519" actId="1036"/>
          <ac:picMkLst>
            <pc:docMk/>
            <pc:sldMk cId="619884946" sldId="398"/>
            <ac:picMk id="16" creationId="{0045E443-5EF8-7A4E-A335-DFC2160DB100}"/>
          </ac:picMkLst>
        </pc:picChg>
        <pc:picChg chg="add mod">
          <ac:chgData name="Kalvis Golde" userId="d12450372feb7484" providerId="LiveId" clId="{2B4EF15D-42C9-844D-8A07-BC881FB6F23C}" dt="2021-06-22T21:34:33.453" v="15519" actId="1036"/>
          <ac:picMkLst>
            <pc:docMk/>
            <pc:sldMk cId="619884946" sldId="398"/>
            <ac:picMk id="18" creationId="{B3BB87FD-05D8-5943-B8C7-D13B35F2D60B}"/>
          </ac:picMkLst>
        </pc:picChg>
        <pc:picChg chg="add mod">
          <ac:chgData name="Kalvis Golde" userId="d12450372feb7484" providerId="LiveId" clId="{2B4EF15D-42C9-844D-8A07-BC881FB6F23C}" dt="2021-06-22T21:34:33.453" v="15519" actId="1036"/>
          <ac:picMkLst>
            <pc:docMk/>
            <pc:sldMk cId="619884946" sldId="398"/>
            <ac:picMk id="20" creationId="{21498AC9-69A7-424D-B7E4-7B17E3BB7DF1}"/>
          </ac:picMkLst>
        </pc:picChg>
        <pc:picChg chg="add mod">
          <ac:chgData name="Kalvis Golde" userId="d12450372feb7484" providerId="LiveId" clId="{2B4EF15D-42C9-844D-8A07-BC881FB6F23C}" dt="2021-06-22T21:34:33.453" v="15519" actId="1036"/>
          <ac:picMkLst>
            <pc:docMk/>
            <pc:sldMk cId="619884946" sldId="398"/>
            <ac:picMk id="22" creationId="{E8320C50-E330-DB47-96AB-BED3E96F7BC9}"/>
          </ac:picMkLst>
        </pc:picChg>
        <pc:picChg chg="add mod">
          <ac:chgData name="Kalvis Golde" userId="d12450372feb7484" providerId="LiveId" clId="{2B4EF15D-42C9-844D-8A07-BC881FB6F23C}" dt="2021-06-22T21:34:33.453" v="15519" actId="1036"/>
          <ac:picMkLst>
            <pc:docMk/>
            <pc:sldMk cId="619884946" sldId="398"/>
            <ac:picMk id="24" creationId="{0402D156-9271-A242-9A94-3BAFC782CBF2}"/>
          </ac:picMkLst>
        </pc:picChg>
      </pc:sldChg>
      <pc:sldChg chg="modSp add del mod">
        <pc:chgData name="Kalvis Golde" userId="d12450372feb7484" providerId="LiveId" clId="{2B4EF15D-42C9-844D-8A07-BC881FB6F23C}" dt="2021-06-22T21:43:35.863" v="15611" actId="2696"/>
        <pc:sldMkLst>
          <pc:docMk/>
          <pc:sldMk cId="290846049" sldId="399"/>
        </pc:sldMkLst>
        <pc:graphicFrameChg chg="modGraphic">
          <ac:chgData name="Kalvis Golde" userId="d12450372feb7484" providerId="LiveId" clId="{2B4EF15D-42C9-844D-8A07-BC881FB6F23C}" dt="2021-06-22T21:35:09.202" v="15527" actId="255"/>
          <ac:graphicFrameMkLst>
            <pc:docMk/>
            <pc:sldMk cId="290846049" sldId="399"/>
            <ac:graphicFrameMk id="6" creationId="{5BF0DDD8-DCD3-F44C-A42D-CBB308CF5050}"/>
          </ac:graphicFrameMkLst>
        </pc:graphicFrameChg>
      </pc:sldChg>
      <pc:sldChg chg="add del">
        <pc:chgData name="Kalvis Golde" userId="d12450372feb7484" providerId="LiveId" clId="{2B4EF15D-42C9-844D-8A07-BC881FB6F23C}" dt="2021-06-22T21:33:18.606" v="15484" actId="2696"/>
        <pc:sldMkLst>
          <pc:docMk/>
          <pc:sldMk cId="2078947616" sldId="399"/>
        </pc:sldMkLst>
      </pc:sldChg>
      <pc:sldChg chg="add del">
        <pc:chgData name="Kalvis Golde" userId="d12450372feb7484" providerId="LiveId" clId="{2B4EF15D-42C9-844D-8A07-BC881FB6F23C}" dt="2021-06-22T21:34:43.687" v="15521" actId="2696"/>
        <pc:sldMkLst>
          <pc:docMk/>
          <pc:sldMk cId="3178402089" sldId="399"/>
        </pc:sldMkLst>
      </pc:sldChg>
      <pc:sldChg chg="add">
        <pc:chgData name="Kalvis Golde" userId="d12450372feb7484" providerId="LiveId" clId="{2B4EF15D-42C9-844D-8A07-BC881FB6F23C}" dt="2021-06-22T21:43:42.975" v="15614" actId="2890"/>
        <pc:sldMkLst>
          <pc:docMk/>
          <pc:sldMk cId="3374246032" sldId="399"/>
        </pc:sldMkLst>
      </pc:sldChg>
      <pc:sldChg chg="modSp add del mod">
        <pc:chgData name="Kalvis Golde" userId="d12450372feb7484" providerId="LiveId" clId="{2B4EF15D-42C9-844D-8A07-BC881FB6F23C}" dt="2021-06-22T21:43:38.117" v="15612" actId="2696"/>
        <pc:sldMkLst>
          <pc:docMk/>
          <pc:sldMk cId="515303802" sldId="400"/>
        </pc:sldMkLst>
        <pc:graphicFrameChg chg="modGraphic">
          <ac:chgData name="Kalvis Golde" userId="d12450372feb7484" providerId="LiveId" clId="{2B4EF15D-42C9-844D-8A07-BC881FB6F23C}" dt="2021-06-22T21:35:14.818" v="15528" actId="255"/>
          <ac:graphicFrameMkLst>
            <pc:docMk/>
            <pc:sldMk cId="515303802" sldId="400"/>
            <ac:graphicFrameMk id="6" creationId="{5BF0DDD8-DCD3-F44C-A42D-CBB308CF5050}"/>
          </ac:graphicFrameMkLst>
        </pc:graphicFrameChg>
      </pc:sldChg>
      <pc:sldChg chg="add">
        <pc:chgData name="Kalvis Golde" userId="d12450372feb7484" providerId="LiveId" clId="{2B4EF15D-42C9-844D-8A07-BC881FB6F23C}" dt="2021-06-22T21:43:45.582" v="15615" actId="2890"/>
        <pc:sldMkLst>
          <pc:docMk/>
          <pc:sldMk cId="1610198075" sldId="400"/>
        </pc:sldMkLst>
      </pc:sldChg>
      <pc:sldChg chg="add del">
        <pc:chgData name="Kalvis Golde" userId="d12450372feb7484" providerId="LiveId" clId="{2B4EF15D-42C9-844D-8A07-BC881FB6F23C}" dt="2021-06-22T21:34:42.692" v="15520" actId="2696"/>
        <pc:sldMkLst>
          <pc:docMk/>
          <pc:sldMk cId="2094742811" sldId="400"/>
        </pc:sldMkLst>
      </pc:sldChg>
      <pc:sldChg chg="add del">
        <pc:chgData name="Kalvis Golde" userId="d12450372feb7484" providerId="LiveId" clId="{2B4EF15D-42C9-844D-8A07-BC881FB6F23C}" dt="2021-06-22T21:34:45.595" v="15522" actId="2696"/>
        <pc:sldMkLst>
          <pc:docMk/>
          <pc:sldMk cId="1035249906" sldId="401"/>
        </pc:sldMkLst>
      </pc:sldChg>
      <pc:sldChg chg="add">
        <pc:chgData name="Kalvis Golde" userId="d12450372feb7484" providerId="LiveId" clId="{2B4EF15D-42C9-844D-8A07-BC881FB6F23C}" dt="2021-06-22T21:43:48.054" v="15616" actId="2890"/>
        <pc:sldMkLst>
          <pc:docMk/>
          <pc:sldMk cId="1855656958" sldId="401"/>
        </pc:sldMkLst>
      </pc:sldChg>
      <pc:sldChg chg="modSp add del mod">
        <pc:chgData name="Kalvis Golde" userId="d12450372feb7484" providerId="LiveId" clId="{2B4EF15D-42C9-844D-8A07-BC881FB6F23C}" dt="2021-06-22T21:43:39.968" v="15613" actId="2696"/>
        <pc:sldMkLst>
          <pc:docMk/>
          <pc:sldMk cId="2875960702" sldId="401"/>
        </pc:sldMkLst>
        <pc:graphicFrameChg chg="modGraphic">
          <ac:chgData name="Kalvis Golde" userId="d12450372feb7484" providerId="LiveId" clId="{2B4EF15D-42C9-844D-8A07-BC881FB6F23C}" dt="2021-06-22T21:35:20.247" v="15529" actId="255"/>
          <ac:graphicFrameMkLst>
            <pc:docMk/>
            <pc:sldMk cId="2875960702" sldId="401"/>
            <ac:graphicFrameMk id="6" creationId="{5BF0DDD8-DCD3-F44C-A42D-CBB308CF5050}"/>
          </ac:graphicFrameMkLst>
        </pc:graphicFrame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1EF90E4-B67E-E6C2-821C-2B3D99B6443C}"/>
              </a:ext>
            </a:extLst>
          </p:cNvPr>
          <p:cNvSpPr>
            <a:spLocks noGrp="1"/>
          </p:cNvSpPr>
          <p:nvPr>
            <p:ph type="hdr" sz="quarter"/>
          </p:nvPr>
        </p:nvSpPr>
        <p:spPr>
          <a:xfrm>
            <a:off x="0" y="0"/>
            <a:ext cx="3038475" cy="466725"/>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E41E648-44D8-05EC-AB50-428752A74AEB}"/>
              </a:ext>
            </a:extLst>
          </p:cNvPr>
          <p:cNvSpPr>
            <a:spLocks noGrp="1"/>
          </p:cNvSpPr>
          <p:nvPr>
            <p:ph type="dt" sz="quarter" idx="1"/>
          </p:nvPr>
        </p:nvSpPr>
        <p:spPr>
          <a:xfrm>
            <a:off x="3970338" y="0"/>
            <a:ext cx="3038475" cy="466725"/>
          </a:xfrm>
          <a:prstGeom prst="rect">
            <a:avLst/>
          </a:prstGeom>
        </p:spPr>
        <p:txBody>
          <a:bodyPr vert="horz" lIns="91440" tIns="45720" rIns="91440" bIns="45720" rtlCol="0"/>
          <a:lstStyle>
            <a:lvl1pPr algn="r">
              <a:defRPr sz="1200"/>
            </a:lvl1pPr>
          </a:lstStyle>
          <a:p>
            <a:fld id="{DA8C85FA-D031-4789-9D90-3CFE7A983AA3}" type="datetimeFigureOut">
              <a:rPr lang="en-US" smtClean="0"/>
              <a:t>6/21/2025</a:t>
            </a:fld>
            <a:endParaRPr lang="en-US"/>
          </a:p>
        </p:txBody>
      </p:sp>
      <p:sp>
        <p:nvSpPr>
          <p:cNvPr id="4" name="Footer Placeholder 3">
            <a:extLst>
              <a:ext uri="{FF2B5EF4-FFF2-40B4-BE49-F238E27FC236}">
                <a16:creationId xmlns:a16="http://schemas.microsoft.com/office/drawing/2014/main" id="{4376C22F-18ED-21D2-EF37-AC43B323D82C}"/>
              </a:ext>
            </a:extLst>
          </p:cNvPr>
          <p:cNvSpPr>
            <a:spLocks noGrp="1"/>
          </p:cNvSpPr>
          <p:nvPr>
            <p:ph type="ftr" sz="quarter" idx="2"/>
          </p:nvPr>
        </p:nvSpPr>
        <p:spPr>
          <a:xfrm>
            <a:off x="0" y="8829675"/>
            <a:ext cx="3038475" cy="466725"/>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3738A1A9-CBA2-3F1F-6C88-4C113933CA42}"/>
              </a:ext>
            </a:extLst>
          </p:cNvPr>
          <p:cNvSpPr>
            <a:spLocks noGrp="1"/>
          </p:cNvSpPr>
          <p:nvPr>
            <p:ph type="sldNum" sz="quarter" idx="3"/>
          </p:nvPr>
        </p:nvSpPr>
        <p:spPr>
          <a:xfrm>
            <a:off x="3970338" y="8829675"/>
            <a:ext cx="3038475" cy="466725"/>
          </a:xfrm>
          <a:prstGeom prst="rect">
            <a:avLst/>
          </a:prstGeom>
        </p:spPr>
        <p:txBody>
          <a:bodyPr vert="horz" lIns="91440" tIns="45720" rIns="91440" bIns="45720" rtlCol="0" anchor="b"/>
          <a:lstStyle>
            <a:lvl1pPr algn="r">
              <a:defRPr sz="1200"/>
            </a:lvl1pPr>
          </a:lstStyle>
          <a:p>
            <a:fld id="{2F67EE93-2B30-4C28-813D-32068B5E3532}" type="slidenum">
              <a:rPr lang="en-US" smtClean="0"/>
              <a:t>‹#›</a:t>
            </a:fld>
            <a:endParaRPr lang="en-US"/>
          </a:p>
        </p:txBody>
      </p:sp>
    </p:spTree>
    <p:extLst>
      <p:ext uri="{BB962C8B-B14F-4D97-AF65-F5344CB8AC3E}">
        <p14:creationId xmlns:p14="http://schemas.microsoft.com/office/powerpoint/2010/main" val="341198448"/>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6434"/>
          </a:xfrm>
          <a:prstGeom prst="rect">
            <a:avLst/>
          </a:prstGeom>
        </p:spPr>
        <p:txBody>
          <a:bodyPr vert="horz" lIns="93173" tIns="46587" rIns="93173" bIns="46587" rtlCol="0"/>
          <a:lstStyle>
            <a:lvl1pPr algn="l">
              <a:defRPr sz="1200"/>
            </a:lvl1pPr>
          </a:lstStyle>
          <a:p>
            <a:endParaRPr lang="en-US"/>
          </a:p>
        </p:txBody>
      </p:sp>
      <p:sp>
        <p:nvSpPr>
          <p:cNvPr id="3" name="Date Placeholder 2"/>
          <p:cNvSpPr>
            <a:spLocks noGrp="1"/>
          </p:cNvSpPr>
          <p:nvPr>
            <p:ph type="dt" idx="1"/>
          </p:nvPr>
        </p:nvSpPr>
        <p:spPr>
          <a:xfrm>
            <a:off x="3970938" y="0"/>
            <a:ext cx="3037840" cy="466434"/>
          </a:xfrm>
          <a:prstGeom prst="rect">
            <a:avLst/>
          </a:prstGeom>
        </p:spPr>
        <p:txBody>
          <a:bodyPr vert="horz" lIns="93173" tIns="46587" rIns="93173" bIns="46587" rtlCol="0"/>
          <a:lstStyle>
            <a:lvl1pPr algn="r">
              <a:defRPr sz="1200"/>
            </a:lvl1pPr>
          </a:lstStyle>
          <a:p>
            <a:fld id="{D62E4C22-F13C-469B-88DE-BEC26370719F}" type="datetimeFigureOut">
              <a:rPr lang="en-US" smtClean="0"/>
              <a:t>6/21/2025</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3173" tIns="46587" rIns="93173" bIns="46587" rtlCol="0" anchor="ctr"/>
          <a:lstStyle/>
          <a:p>
            <a:endParaRPr lang="en-US"/>
          </a:p>
        </p:txBody>
      </p:sp>
      <p:sp>
        <p:nvSpPr>
          <p:cNvPr id="5" name="Notes Placeholder 4"/>
          <p:cNvSpPr>
            <a:spLocks noGrp="1"/>
          </p:cNvSpPr>
          <p:nvPr>
            <p:ph type="body" sz="quarter" idx="3"/>
          </p:nvPr>
        </p:nvSpPr>
        <p:spPr>
          <a:xfrm>
            <a:off x="701040" y="4473892"/>
            <a:ext cx="5608320" cy="3660458"/>
          </a:xfrm>
          <a:prstGeom prst="rect">
            <a:avLst/>
          </a:prstGeom>
        </p:spPr>
        <p:txBody>
          <a:bodyPr vert="horz" lIns="93173" tIns="46587" rIns="93173" bIns="46587"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8"/>
            <a:ext cx="3037840" cy="466433"/>
          </a:xfrm>
          <a:prstGeom prst="rect">
            <a:avLst/>
          </a:prstGeom>
        </p:spPr>
        <p:txBody>
          <a:bodyPr vert="horz" lIns="93173" tIns="46587" rIns="93173" bIns="46587"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8"/>
            <a:ext cx="3037840" cy="466433"/>
          </a:xfrm>
          <a:prstGeom prst="rect">
            <a:avLst/>
          </a:prstGeom>
        </p:spPr>
        <p:txBody>
          <a:bodyPr vert="horz" lIns="93173" tIns="46587" rIns="93173" bIns="46587" rtlCol="0" anchor="b"/>
          <a:lstStyle>
            <a:lvl1pPr algn="r">
              <a:defRPr sz="1200"/>
            </a:lvl1pPr>
          </a:lstStyle>
          <a:p>
            <a:fld id="{B834DF19-3E08-411A-A452-BC015BCC027A}" type="slidenum">
              <a:rPr lang="en-US" smtClean="0"/>
              <a:t>‹#›</a:t>
            </a:fld>
            <a:endParaRPr lang="en-US"/>
          </a:p>
        </p:txBody>
      </p:sp>
    </p:spTree>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a:t>
            </a:fld>
            <a:endParaRPr lang="en-US" dirty="0"/>
          </a:p>
        </p:txBody>
      </p:sp>
    </p:spTree>
    <p:extLst>
      <p:ext uri="{BB962C8B-B14F-4D97-AF65-F5344CB8AC3E}">
        <p14:creationId xmlns:p14="http://schemas.microsoft.com/office/powerpoint/2010/main" val="68898191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a:t>
            </a:fld>
            <a:endParaRPr lang="en-US" dirty="0"/>
          </a:p>
        </p:txBody>
      </p:sp>
    </p:spTree>
    <p:extLst>
      <p:ext uri="{BB962C8B-B14F-4D97-AF65-F5344CB8AC3E}">
        <p14:creationId xmlns:p14="http://schemas.microsoft.com/office/powerpoint/2010/main" val="16414073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4</a:t>
            </a:fld>
            <a:endParaRPr lang="en-US"/>
          </a:p>
        </p:txBody>
      </p:sp>
    </p:spTree>
    <p:extLst>
      <p:ext uri="{BB962C8B-B14F-4D97-AF65-F5344CB8AC3E}">
        <p14:creationId xmlns:p14="http://schemas.microsoft.com/office/powerpoint/2010/main" val="15207182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8</a:t>
            </a:fld>
            <a:endParaRPr lang="en-US"/>
          </a:p>
        </p:txBody>
      </p:sp>
    </p:spTree>
    <p:extLst>
      <p:ext uri="{BB962C8B-B14F-4D97-AF65-F5344CB8AC3E}">
        <p14:creationId xmlns:p14="http://schemas.microsoft.com/office/powerpoint/2010/main" val="11174926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25E8D4-9AA5-C3A5-26B3-0C8530D912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F8517F-94F9-A77F-332E-C834359036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1962BD-5EF3-9C9D-1402-F8A38E49FFB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EEB8675-6AE5-638E-8622-9F1A9C74C8C9}"/>
              </a:ext>
            </a:extLst>
          </p:cNvPr>
          <p:cNvSpPr>
            <a:spLocks noGrp="1"/>
          </p:cNvSpPr>
          <p:nvPr>
            <p:ph type="sldNum" sz="quarter" idx="5"/>
          </p:nvPr>
        </p:nvSpPr>
        <p:spPr/>
        <p:txBody>
          <a:bodyPr/>
          <a:lstStyle/>
          <a:p>
            <a:fld id="{B834DF19-3E08-411A-A452-BC015BCC027A}" type="slidenum">
              <a:rPr lang="en-US" smtClean="0"/>
              <a:t>9</a:t>
            </a:fld>
            <a:endParaRPr lang="en-US"/>
          </a:p>
        </p:txBody>
      </p:sp>
    </p:spTree>
    <p:extLst>
      <p:ext uri="{BB962C8B-B14F-4D97-AF65-F5344CB8AC3E}">
        <p14:creationId xmlns:p14="http://schemas.microsoft.com/office/powerpoint/2010/main" val="9856904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10</a:t>
            </a:fld>
            <a:endParaRPr lang="en-US"/>
          </a:p>
        </p:txBody>
      </p:sp>
    </p:spTree>
    <p:extLst>
      <p:ext uri="{BB962C8B-B14F-4D97-AF65-F5344CB8AC3E}">
        <p14:creationId xmlns:p14="http://schemas.microsoft.com/office/powerpoint/2010/main" val="38543892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FD5E1B-EC2E-15F7-D0C5-521782784A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4C9298-400C-EB0E-07F9-DFADCF20BC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BA2E9C-A622-8E88-EC27-F54978D489C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D83E0E0-2341-3B2A-A4EE-9AA9E493B6F0}"/>
              </a:ext>
            </a:extLst>
          </p:cNvPr>
          <p:cNvSpPr>
            <a:spLocks noGrp="1"/>
          </p:cNvSpPr>
          <p:nvPr>
            <p:ph type="sldNum" sz="quarter" idx="5"/>
          </p:nvPr>
        </p:nvSpPr>
        <p:spPr/>
        <p:txBody>
          <a:bodyPr/>
          <a:lstStyle/>
          <a:p>
            <a:fld id="{B834DF19-3E08-411A-A452-BC015BCC027A}" type="slidenum">
              <a:rPr lang="en-US" smtClean="0"/>
              <a:t>18</a:t>
            </a:fld>
            <a:endParaRPr lang="en-US"/>
          </a:p>
        </p:txBody>
      </p:sp>
    </p:spTree>
    <p:extLst>
      <p:ext uri="{BB962C8B-B14F-4D97-AF65-F5344CB8AC3E}">
        <p14:creationId xmlns:p14="http://schemas.microsoft.com/office/powerpoint/2010/main" val="193622979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21</a:t>
            </a:fld>
            <a:endParaRPr lang="en-US"/>
          </a:p>
        </p:txBody>
      </p:sp>
    </p:spTree>
    <p:extLst>
      <p:ext uri="{BB962C8B-B14F-4D97-AF65-F5344CB8AC3E}">
        <p14:creationId xmlns:p14="http://schemas.microsoft.com/office/powerpoint/2010/main" val="282886438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E230C-F700-77BC-D082-A7CA0D03CA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EAF769-429F-196E-1CD6-C9DD1CE367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354690-196E-4BFA-8EEF-9D556E88265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67C1058-6CC5-5D4E-1AE7-0441E63EF21C}"/>
              </a:ext>
            </a:extLst>
          </p:cNvPr>
          <p:cNvSpPr>
            <a:spLocks noGrp="1"/>
          </p:cNvSpPr>
          <p:nvPr>
            <p:ph type="sldNum" sz="quarter" idx="5"/>
          </p:nvPr>
        </p:nvSpPr>
        <p:spPr/>
        <p:txBody>
          <a:bodyPr/>
          <a:lstStyle/>
          <a:p>
            <a:fld id="{B834DF19-3E08-411A-A452-BC015BCC027A}" type="slidenum">
              <a:rPr lang="en-US" smtClean="0"/>
              <a:t>22</a:t>
            </a:fld>
            <a:endParaRPr lang="en-US"/>
          </a:p>
        </p:txBody>
      </p:sp>
    </p:spTree>
    <p:extLst>
      <p:ext uri="{BB962C8B-B14F-4D97-AF65-F5344CB8AC3E}">
        <p14:creationId xmlns:p14="http://schemas.microsoft.com/office/powerpoint/2010/main" val="24633845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B834DF19-3E08-411A-A452-BC015BCC027A}" type="slidenum">
              <a:rPr lang="en-US" smtClean="0"/>
              <a:t>23</a:t>
            </a:fld>
            <a:endParaRPr lang="en-US"/>
          </a:p>
        </p:txBody>
      </p:sp>
    </p:spTree>
    <p:extLst>
      <p:ext uri="{BB962C8B-B14F-4D97-AF65-F5344CB8AC3E}">
        <p14:creationId xmlns:p14="http://schemas.microsoft.com/office/powerpoint/2010/main" val="265800247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26</a:t>
            </a:fld>
            <a:endParaRPr lang="en-US"/>
          </a:p>
        </p:txBody>
      </p:sp>
    </p:spTree>
    <p:extLst>
      <p:ext uri="{BB962C8B-B14F-4D97-AF65-F5344CB8AC3E}">
        <p14:creationId xmlns:p14="http://schemas.microsoft.com/office/powerpoint/2010/main" val="7699083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27</a:t>
            </a:fld>
            <a:endParaRPr lang="en-US"/>
          </a:p>
        </p:txBody>
      </p:sp>
    </p:spTree>
    <p:extLst>
      <p:ext uri="{BB962C8B-B14F-4D97-AF65-F5344CB8AC3E}">
        <p14:creationId xmlns:p14="http://schemas.microsoft.com/office/powerpoint/2010/main" val="211827999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28</a:t>
            </a:fld>
            <a:endParaRPr lang="en-US"/>
          </a:p>
        </p:txBody>
      </p:sp>
    </p:spTree>
    <p:extLst>
      <p:ext uri="{BB962C8B-B14F-4D97-AF65-F5344CB8AC3E}">
        <p14:creationId xmlns:p14="http://schemas.microsoft.com/office/powerpoint/2010/main" val="117232339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29</a:t>
            </a:fld>
            <a:endParaRPr lang="en-US"/>
          </a:p>
        </p:txBody>
      </p:sp>
    </p:spTree>
    <p:extLst>
      <p:ext uri="{BB962C8B-B14F-4D97-AF65-F5344CB8AC3E}">
        <p14:creationId xmlns:p14="http://schemas.microsoft.com/office/powerpoint/2010/main" val="227027428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E886F95D-63DC-4E27-B831-3510D96A4B12}" type="datetime1">
              <a:rPr lang="en-US" smtClean="0"/>
              <a:t>6/21/2025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B8BF109-4488-4097-8E73-8D9D00B8E452}" type="datetime1">
              <a:rPr lang="en-US" smtClean="0"/>
              <a:t>6/21/2025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9A0D5094-4A69-422F-A552-62E8ADDE57BE}" type="datetime1">
              <a:rPr lang="en-US" smtClean="0"/>
              <a:t>6/21/2025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03BC27A5-B7A4-4AC1-BD00-5E02EB72BBDF}" type="datetime1">
              <a:rPr lang="en-US" smtClean="0"/>
              <a:t>6/21/2025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1F909A7-1576-4363-864A-4A34D8853C5A}" type="datetime1">
              <a:rPr lang="en-US" smtClean="0"/>
              <a:t>6/21/2025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07EB5BDB-F390-41FC-9784-93F0006E4016}" type="datetime1">
              <a:rPr lang="en-US" smtClean="0"/>
              <a:t>6/21/2025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1C60ECA-B0A9-4A16-92BC-607A4684D36B}" type="datetime1">
              <a:rPr lang="en-US" smtClean="0"/>
              <a:t>6/21/2025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35C07315-6A86-46E6-985F-F76E3FE085BD}" type="datetime1">
              <a:rPr lang="en-US" smtClean="0"/>
              <a:t>6/21/2025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D9BE60E6-B3BB-411D-8F93-71BCDF2CB629}" type="datetime1">
              <a:rPr lang="en-US" smtClean="0"/>
              <a:t>6/21/2025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500BF8D-729E-4B4F-84E3-41D9C126857F}" type="datetime1">
              <a:rPr lang="en-US" smtClean="0"/>
              <a:t>6/21/2025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251EA33-5068-4368-A67C-916AAF54768D}" type="datetime1">
              <a:rPr lang="en-US" smtClean="0"/>
              <a:t>6/21/2025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017BDBF-2554-4278-9618-598D3C183D26}" type="datetime1">
              <a:rPr lang="en-US" smtClean="0"/>
              <a:t>6/21/2025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E212BD6-99D2-4430-8307-3DFF6CB1AF68}"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hyperlink" Target="http://mqscores.wustl.edu/" TargetMode="Externa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hyperlink" Target="http://mqscores.wustl.edu/"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27.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28.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29.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5F03BE7F-97AF-5148-899D-4AD76C06E41F}"/>
              </a:ext>
            </a:extLst>
          </p:cNvPr>
          <p:cNvSpPr>
            <a:spLocks noGrp="1"/>
          </p:cNvSpPr>
          <p:nvPr>
            <p:ph type="sldNum" sz="quarter" idx="12"/>
          </p:nvPr>
        </p:nvSpPr>
        <p:spPr/>
        <p:txBody>
          <a:bodyPr/>
          <a:lstStyle/>
          <a:p>
            <a:fld id="{5E212BD6-99D2-4430-8307-3DFF6CB1AF68}" type="slidenum">
              <a:rPr lang="en-US" smtClean="0">
                <a:latin typeface="MULISH REGULAR ROMAN" pitchFamily="2" charset="77"/>
              </a:rPr>
              <a:t>1</a:t>
            </a:fld>
            <a:endParaRPr lang="en-US" dirty="0">
              <a:latin typeface="MULISH REGULAR ROMAN" pitchFamily="2" charset="77"/>
            </a:endParaRPr>
          </a:p>
        </p:txBody>
      </p:sp>
      <p:sp>
        <p:nvSpPr>
          <p:cNvPr id="6" name="Title 1">
            <a:extLst>
              <a:ext uri="{FF2B5EF4-FFF2-40B4-BE49-F238E27FC236}">
                <a16:creationId xmlns:a16="http://schemas.microsoft.com/office/drawing/2014/main" id="{1700B16A-33BA-5646-9BCC-4491AD8D4FD4}"/>
              </a:ext>
            </a:extLst>
          </p:cNvPr>
          <p:cNvSpPr>
            <a:spLocks noGrp="1"/>
          </p:cNvSpPr>
          <p:nvPr>
            <p:ph type="title"/>
          </p:nvPr>
        </p:nvSpPr>
        <p:spPr>
          <a:xfrm>
            <a:off x="110033" y="2774321"/>
            <a:ext cx="4971156" cy="2716320"/>
          </a:xfrm>
        </p:spPr>
        <p:txBody>
          <a:bodyPr>
            <a:noAutofit/>
          </a:bodyPr>
          <a:lstStyle/>
          <a:p>
            <a:pPr algn="ctr">
              <a:lnSpc>
                <a:spcPct val="100000"/>
              </a:lnSpc>
            </a:pPr>
            <a:r>
              <a:rPr lang="en-US" sz="3600" b="1" dirty="0">
                <a:latin typeface="MULISH BLACK ROMAN" pitchFamily="2" charset="77"/>
              </a:rPr>
              <a:t>Final Stat Pack for the 2024-25 term</a:t>
            </a:r>
            <a:br>
              <a:rPr lang="en-US" sz="2800" b="1" dirty="0">
                <a:latin typeface="MULISH BLACK ROMAN" pitchFamily="2" charset="77"/>
              </a:rPr>
            </a:br>
            <a:br>
              <a:rPr lang="en-US" sz="2800" b="1" dirty="0">
                <a:latin typeface="MULISH EXTRABOLD ROMAN" pitchFamily="2" charset="77"/>
              </a:rPr>
            </a:br>
            <a:r>
              <a:rPr lang="en-US" sz="2800" b="1" dirty="0">
                <a:highlight>
                  <a:srgbClr val="00FFFF"/>
                </a:highlight>
                <a:latin typeface="MULISH SEMIBOLD ROMAN" pitchFamily="2" charset="77"/>
              </a:rPr>
              <a:t>June .., 2025</a:t>
            </a:r>
            <a:br>
              <a:rPr lang="en-US" sz="2800" b="1" dirty="0">
                <a:latin typeface="MULISH EXTRABOLD ROMAN" pitchFamily="2" charset="77"/>
              </a:rPr>
            </a:br>
            <a:br>
              <a:rPr lang="en-US" sz="2800" b="1" dirty="0">
                <a:latin typeface="MULISH EXTRABOLD ROMAN" pitchFamily="2" charset="77"/>
              </a:rPr>
            </a:br>
            <a:r>
              <a:rPr lang="en-US" sz="2800" b="1" dirty="0">
                <a:highlight>
                  <a:srgbClr val="FF0000"/>
                </a:highlight>
                <a:latin typeface="MULISH EXTRABOLD ROMAN" pitchFamily="2" charset="77"/>
              </a:rPr>
              <a:t>UPDATED June 21, 2025</a:t>
            </a:r>
          </a:p>
        </p:txBody>
      </p:sp>
      <p:sp>
        <p:nvSpPr>
          <p:cNvPr id="7" name="Rectangle 6">
            <a:extLst>
              <a:ext uri="{FF2B5EF4-FFF2-40B4-BE49-F238E27FC236}">
                <a16:creationId xmlns:a16="http://schemas.microsoft.com/office/drawing/2014/main" id="{75488183-E097-304A-B953-194A9D986237}"/>
              </a:ext>
            </a:extLst>
          </p:cNvPr>
          <p:cNvSpPr/>
          <p:nvPr/>
        </p:nvSpPr>
        <p:spPr>
          <a:xfrm>
            <a:off x="-29113" y="6218491"/>
            <a:ext cx="12252960" cy="698190"/>
          </a:xfrm>
          <a:prstGeom prst="rect">
            <a:avLst/>
          </a:prstGeom>
          <a:solidFill>
            <a:srgbClr val="0469A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9" name="Picture 8" descr="A picture containing sky, outdoor, building, ruin&#10;&#10;Description automatically generated">
            <a:extLst>
              <a:ext uri="{FF2B5EF4-FFF2-40B4-BE49-F238E27FC236}">
                <a16:creationId xmlns:a16="http://schemas.microsoft.com/office/drawing/2014/main" id="{CA56552D-6B5D-2140-856F-CB280A21060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206951" y="640086"/>
            <a:ext cx="6377889" cy="4783015"/>
          </a:xfrm>
          <a:prstGeom prst="rect">
            <a:avLst/>
          </a:prstGeom>
        </p:spPr>
      </p:pic>
      <p:sp>
        <p:nvSpPr>
          <p:cNvPr id="10" name="TextBox 9">
            <a:extLst>
              <a:ext uri="{FF2B5EF4-FFF2-40B4-BE49-F238E27FC236}">
                <a16:creationId xmlns:a16="http://schemas.microsoft.com/office/drawing/2014/main" id="{C0E40825-6F35-DE44-8BCC-6208E8007D55}"/>
              </a:ext>
            </a:extLst>
          </p:cNvPr>
          <p:cNvSpPr txBox="1"/>
          <p:nvPr/>
        </p:nvSpPr>
        <p:spPr>
          <a:xfrm>
            <a:off x="555057" y="6413698"/>
            <a:ext cx="11807936" cy="307777"/>
          </a:xfrm>
          <a:prstGeom prst="rect">
            <a:avLst/>
          </a:prstGeom>
          <a:noFill/>
        </p:spPr>
        <p:txBody>
          <a:bodyPr wrap="square" rtlCol="0">
            <a:spAutoFit/>
          </a:bodyPr>
          <a:lstStyle/>
          <a:p>
            <a:r>
              <a:rPr lang="en-US" sz="1400" b="1" dirty="0">
                <a:solidFill>
                  <a:schemeClr val="bg1"/>
                </a:solidFill>
                <a:latin typeface="MULISH REGULAR ROMAN" pitchFamily="2" charset="77"/>
              </a:rPr>
              <a:t>Visit</a:t>
            </a:r>
            <a:r>
              <a:rPr lang="en-US" sz="1400" dirty="0">
                <a:solidFill>
                  <a:schemeClr val="bg1"/>
                </a:solidFill>
                <a:latin typeface="MULISH REGULAR ROMAN" pitchFamily="2" charset="77"/>
              </a:rPr>
              <a:t>: www.scotusblog.com			</a:t>
            </a:r>
            <a:r>
              <a:rPr lang="en-US" sz="1400" b="1" dirty="0">
                <a:solidFill>
                  <a:schemeClr val="bg1"/>
                </a:solidFill>
                <a:latin typeface="MULISH REGULAR ROMAN" pitchFamily="2" charset="77"/>
              </a:rPr>
              <a:t>Follow</a:t>
            </a:r>
            <a:r>
              <a:rPr lang="en-US" sz="1400" dirty="0">
                <a:solidFill>
                  <a:schemeClr val="bg1"/>
                </a:solidFill>
                <a:latin typeface="MULISH REGULAR ROMAN" pitchFamily="2" charset="77"/>
              </a:rPr>
              <a:t>: @scotusblog			</a:t>
            </a:r>
            <a:r>
              <a:rPr lang="en-US" sz="1400" b="1" dirty="0">
                <a:solidFill>
                  <a:schemeClr val="bg1"/>
                </a:solidFill>
                <a:latin typeface="MULISH REGULAR ROMAN" pitchFamily="2" charset="77"/>
              </a:rPr>
              <a:t> Email</a:t>
            </a:r>
            <a:r>
              <a:rPr lang="en-US" sz="1400" dirty="0">
                <a:solidFill>
                  <a:schemeClr val="bg1"/>
                </a:solidFill>
                <a:latin typeface="MULISH REGULAR ROMAN" pitchFamily="2" charset="77"/>
              </a:rPr>
              <a:t>: feedback@scotusblog.com</a:t>
            </a:r>
          </a:p>
        </p:txBody>
      </p:sp>
      <p:pic>
        <p:nvPicPr>
          <p:cNvPr id="1028" name="Picture 4">
            <a:extLst>
              <a:ext uri="{FF2B5EF4-FFF2-40B4-BE49-F238E27FC236}">
                <a16:creationId xmlns:a16="http://schemas.microsoft.com/office/drawing/2014/main" id="{D56D62E1-3E09-41AD-146D-3D679190919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5307" y="640086"/>
            <a:ext cx="4420607" cy="155021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97432506-8FCC-113B-AB0D-35D5D049F063}"/>
              </a:ext>
            </a:extLst>
          </p:cNvPr>
          <p:cNvSpPr txBox="1"/>
          <p:nvPr/>
        </p:nvSpPr>
        <p:spPr>
          <a:xfrm>
            <a:off x="637631" y="5797402"/>
            <a:ext cx="3915957" cy="261610"/>
          </a:xfrm>
          <a:prstGeom prst="rect">
            <a:avLst/>
          </a:prstGeom>
          <a:noFill/>
        </p:spPr>
        <p:txBody>
          <a:bodyPr wrap="square" rtlCol="0">
            <a:spAutoFit/>
          </a:bodyPr>
          <a:lstStyle/>
          <a:p>
            <a:r>
              <a:rPr lang="en-US" sz="1100" i="1" dirty="0">
                <a:latin typeface="MULISH REGULAR ROMAN"/>
              </a:rPr>
              <a:t>Compiled by Jake S. Truscott (Ph.D.) &amp; Adam Feldman (J.D., Ph.D.)</a:t>
            </a:r>
          </a:p>
        </p:txBody>
      </p:sp>
    </p:spTree>
    <p:extLst>
      <p:ext uri="{BB962C8B-B14F-4D97-AF65-F5344CB8AC3E}">
        <p14:creationId xmlns:p14="http://schemas.microsoft.com/office/powerpoint/2010/main" val="29567276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41C3B68A-3143-8C40-9052-984CB81771DE}"/>
              </a:ext>
            </a:extLst>
          </p:cNvPr>
          <p:cNvSpPr>
            <a:spLocks noGrp="1"/>
          </p:cNvSpPr>
          <p:nvPr>
            <p:ph type="title"/>
          </p:nvPr>
        </p:nvSpPr>
        <p:spPr>
          <a:xfrm>
            <a:off x="304800" y="-71266"/>
            <a:ext cx="10515600" cy="1325563"/>
          </a:xfrm>
        </p:spPr>
        <p:txBody>
          <a:bodyPr>
            <a:normAutofit/>
          </a:bodyPr>
          <a:lstStyle/>
          <a:p>
            <a:r>
              <a:rPr lang="en-US" sz="3600" dirty="0">
                <a:solidFill>
                  <a:srgbClr val="A90404"/>
                </a:solidFill>
                <a:latin typeface="MULISH BOLD ROMAN" pitchFamily="2" charset="77"/>
              </a:rPr>
              <a:t>TABLE OF CONTENTS</a:t>
            </a:r>
          </a:p>
        </p:txBody>
      </p:sp>
      <p:graphicFrame>
        <p:nvGraphicFramePr>
          <p:cNvPr id="2" name="Table 1">
            <a:extLst>
              <a:ext uri="{FF2B5EF4-FFF2-40B4-BE49-F238E27FC236}">
                <a16:creationId xmlns:a16="http://schemas.microsoft.com/office/drawing/2014/main" id="{508DBF86-3555-2565-BA4A-AA93FAFF274F}"/>
              </a:ext>
            </a:extLst>
          </p:cNvPr>
          <p:cNvGraphicFramePr>
            <a:graphicFrameLocks noGrp="1"/>
          </p:cNvGraphicFramePr>
          <p:nvPr>
            <p:extLst>
              <p:ext uri="{D42A27DB-BD31-4B8C-83A1-F6EECF244321}">
                <p14:modId xmlns:p14="http://schemas.microsoft.com/office/powerpoint/2010/main" val="3178210718"/>
              </p:ext>
            </p:extLst>
          </p:nvPr>
        </p:nvGraphicFramePr>
        <p:xfrm>
          <a:off x="304800" y="923675"/>
          <a:ext cx="11582400" cy="5569200"/>
        </p:xfrm>
        <a:graphic>
          <a:graphicData uri="http://schemas.openxmlformats.org/drawingml/2006/table">
            <a:tbl>
              <a:tblPr firstRow="1" bandRow="1">
                <a:tableStyleId>{7DF18680-E054-41AD-8BC1-D1AEF772440D}</a:tableStyleId>
              </a:tblPr>
              <a:tblGrid>
                <a:gridCol w="10538604">
                  <a:extLst>
                    <a:ext uri="{9D8B030D-6E8A-4147-A177-3AD203B41FA5}">
                      <a16:colId xmlns:a16="http://schemas.microsoft.com/office/drawing/2014/main" val="100073054"/>
                    </a:ext>
                  </a:extLst>
                </a:gridCol>
                <a:gridCol w="1043796">
                  <a:extLst>
                    <a:ext uri="{9D8B030D-6E8A-4147-A177-3AD203B41FA5}">
                      <a16:colId xmlns:a16="http://schemas.microsoft.com/office/drawing/2014/main" val="136331299"/>
                    </a:ext>
                  </a:extLst>
                </a:gridCol>
              </a:tblGrid>
              <a:tr h="327600">
                <a:tc>
                  <a:txBody>
                    <a:bodyPr/>
                    <a:lstStyle/>
                    <a:p>
                      <a:pPr algn="l">
                        <a:tabLst>
                          <a:tab pos="10058400" algn="l"/>
                          <a:tab pos="16459200" algn="l"/>
                        </a:tabLst>
                      </a:pPr>
                      <a:r>
                        <a:rPr lang="en-US" sz="1400" b="0" dirty="0">
                          <a:solidFill>
                            <a:schemeClr val="tx1"/>
                          </a:solidFill>
                          <a:latin typeface="MULISH BLACK ROMAN"/>
                        </a:rPr>
                        <a:t>Introduction ……………………………………………………………………………………………………………………………………………………………………………………………………………</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888527602"/>
                  </a:ext>
                </a:extLst>
              </a:tr>
              <a:tr h="327600">
                <a:tc>
                  <a:txBody>
                    <a:bodyPr/>
                    <a:lstStyle/>
                    <a:p>
                      <a:r>
                        <a:rPr lang="en-US" sz="1400" dirty="0">
                          <a:latin typeface="MULISH BLACK ROMAN"/>
                        </a:rPr>
                        <a:t>Opinions Over Time </a:t>
                      </a:r>
                      <a:r>
                        <a:rPr lang="en-US" sz="1400" b="0" dirty="0">
                          <a:solidFill>
                            <a:schemeClr val="tx1"/>
                          </a:solidFill>
                          <a:latin typeface="MULISH BLACK ROMAN"/>
                        </a:rPr>
                        <a:t>……………………………………………………………………………………………………………………………………………………………………………………………….</a:t>
                      </a:r>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848292251"/>
                  </a:ext>
                </a:extLst>
              </a:tr>
              <a:tr h="327600">
                <a:tc>
                  <a:txBody>
                    <a:bodyPr/>
                    <a:lstStyle/>
                    <a:p>
                      <a:r>
                        <a:rPr lang="en-US" sz="1400" dirty="0">
                          <a:latin typeface="MULISH BLACK ROMAN"/>
                        </a:rPr>
                        <a:t>Makeup of the Merits Docket</a:t>
                      </a:r>
                      <a:r>
                        <a:rPr lang="en-US" sz="1400" b="0" dirty="0">
                          <a:solidFill>
                            <a:schemeClr val="tx1"/>
                          </a:solidFill>
                          <a:latin typeface="MULISH BLACK ROMAN"/>
                        </a:rPr>
                        <a:t> …………………………………………………………………………………………………………………………………………………………………………………</a:t>
                      </a:r>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06051254"/>
                  </a:ext>
                </a:extLst>
              </a:tr>
              <a:tr h="327600">
                <a:tc>
                  <a:txBody>
                    <a:bodyPr/>
                    <a:lstStyle/>
                    <a:p>
                      <a:r>
                        <a:rPr lang="en-US" sz="1400" dirty="0">
                          <a:latin typeface="MULISH BLACK ROMAN"/>
                        </a:rPr>
                        <a:t>Unanimity </a:t>
                      </a:r>
                      <a:r>
                        <a:rPr lang="en-US" sz="1400" b="0" dirty="0">
                          <a:solidFill>
                            <a:schemeClr val="tx1"/>
                          </a:solidFill>
                          <a:latin typeface="MULISH BLACK ROMAN"/>
                        </a:rPr>
                        <a:t>………………………………………………………………………………………………………………………………………………………………………………………………………………</a:t>
                      </a:r>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95465042"/>
                  </a:ext>
                </a:extLst>
              </a:tr>
              <a:tr h="327600">
                <a:tc>
                  <a:txBody>
                    <a:bodyPr/>
                    <a:lstStyle/>
                    <a:p>
                      <a:r>
                        <a:rPr lang="en-US" sz="1400" dirty="0">
                          <a:latin typeface="MULISH BLACK ROMAN"/>
                        </a:rPr>
                        <a:t>Frequency in the Majority (All Cases, Non-Unanimous Cases, and Closely Divided Cases)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18595700"/>
                  </a:ext>
                </a:extLst>
              </a:tr>
              <a:tr h="327600">
                <a:tc>
                  <a:txBody>
                    <a:bodyPr/>
                    <a:lstStyle/>
                    <a:p>
                      <a:r>
                        <a:rPr lang="en-US" sz="1400" dirty="0">
                          <a:latin typeface="MULISH BLACK ROMAN"/>
                        </a:rPr>
                        <a:t>Breaking Ranks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01254701"/>
                  </a:ext>
                </a:extLst>
              </a:tr>
              <a:tr h="327600">
                <a:tc>
                  <a:txBody>
                    <a:bodyPr/>
                    <a:lstStyle/>
                    <a:p>
                      <a:r>
                        <a:rPr lang="en-US" sz="1400" dirty="0">
                          <a:latin typeface="MULISH BLACK ROMAN"/>
                        </a:rPr>
                        <a:t>Justice Agreement (All Cases vs. Closely Divided Cases)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90923527"/>
                  </a:ext>
                </a:extLst>
              </a:tr>
              <a:tr h="327600">
                <a:tc>
                  <a:txBody>
                    <a:bodyPr/>
                    <a:lstStyle/>
                    <a:p>
                      <a:r>
                        <a:rPr lang="en-US" sz="1400" dirty="0">
                          <a:latin typeface="MULISH BLACK ROMAN"/>
                        </a:rPr>
                        <a:t>Strength of the Majority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682956966"/>
                  </a:ext>
                </a:extLst>
              </a:tr>
              <a:tr h="327600">
                <a:tc>
                  <a:txBody>
                    <a:bodyPr/>
                    <a:lstStyle/>
                    <a:p>
                      <a:r>
                        <a:rPr lang="en-US" sz="1400" dirty="0">
                          <a:latin typeface="MULISH BLACK ROMAN"/>
                        </a:rPr>
                        <a:t>Merits Decisions by Vote Split (All Cases vs. Ideologically Split Cases)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2512231"/>
                  </a:ext>
                </a:extLst>
              </a:tr>
              <a:tr h="327600">
                <a:tc>
                  <a:txBody>
                    <a:bodyPr/>
                    <a:lstStyle/>
                    <a:p>
                      <a:r>
                        <a:rPr lang="en-US" sz="1400" dirty="0">
                          <a:latin typeface="MULISH BLACK ROMAN"/>
                        </a:rPr>
                        <a:t>Judicial Review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31041859"/>
                  </a:ext>
                </a:extLst>
              </a:tr>
              <a:tr h="327600">
                <a:tc>
                  <a:txBody>
                    <a:bodyPr/>
                    <a:lstStyle/>
                    <a:p>
                      <a:r>
                        <a:rPr lang="en-US" sz="1400" dirty="0">
                          <a:latin typeface="MULISH BLACK ROMAN"/>
                        </a:rPr>
                        <a:t>Coalition Alignments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35613698"/>
                  </a:ext>
                </a:extLst>
              </a:tr>
              <a:tr h="327600">
                <a:tc>
                  <a:txBody>
                    <a:bodyPr/>
                    <a:lstStyle/>
                    <a:p>
                      <a:r>
                        <a:rPr lang="en-US" sz="1400" dirty="0">
                          <a:latin typeface="MULISH BLACK ROMAN"/>
                        </a:rPr>
                        <a:t>Circuits Scorecard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96407773"/>
                  </a:ext>
                </a:extLst>
              </a:tr>
              <a:tr h="327600">
                <a:tc>
                  <a:txBody>
                    <a:bodyPr/>
                    <a:lstStyle/>
                    <a:p>
                      <a:r>
                        <a:rPr lang="en-US" sz="1400" dirty="0">
                          <a:latin typeface="MULISH BLACK ROMAN"/>
                        </a:rPr>
                        <a:t>Days Between Oral Argument &amp; Opinion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825366490"/>
                  </a:ext>
                </a:extLst>
              </a:tr>
              <a:tr h="327600">
                <a:tc>
                  <a:txBody>
                    <a:bodyPr/>
                    <a:lstStyle/>
                    <a:p>
                      <a:r>
                        <a:rPr lang="en-US" sz="1400" dirty="0">
                          <a:latin typeface="MULISH BLACK ROMAN"/>
                        </a:rPr>
                        <a:t>Opinions Authored by Each Justice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65921072"/>
                  </a:ext>
                </a:extLst>
              </a:tr>
              <a:tr h="327600">
                <a:tc>
                  <a:txBody>
                    <a:bodyPr/>
                    <a:lstStyle/>
                    <a:p>
                      <a:r>
                        <a:rPr lang="en-US" sz="1400" dirty="0">
                          <a:latin typeface="MULISH BLACK ROMAN"/>
                        </a:rPr>
                        <a:t>Opinion Lengths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982043704"/>
                  </a:ext>
                </a:extLst>
              </a:tr>
              <a:tr h="327600">
                <a:tc>
                  <a:txBody>
                    <a:bodyPr/>
                    <a:lstStyle/>
                    <a:p>
                      <a:r>
                        <a:rPr lang="en-US" sz="1400" dirty="0">
                          <a:latin typeface="MULISH BLACK ROMAN"/>
                        </a:rPr>
                        <a:t>Voting Alignments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45405493"/>
                  </a:ext>
                </a:extLst>
              </a:tr>
              <a:tr h="327600">
                <a:tc>
                  <a:txBody>
                    <a:bodyPr/>
                    <a:lstStyle/>
                    <a:p>
                      <a:r>
                        <a:rPr lang="en-US" sz="1400" dirty="0">
                          <a:latin typeface="MULISH BLACK ROMAN"/>
                        </a:rPr>
                        <a:t>Term Index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836110453"/>
                  </a:ext>
                </a:extLst>
              </a:tr>
            </a:tbl>
          </a:graphicData>
        </a:graphic>
      </p:graphicFrame>
      <p:sp>
        <p:nvSpPr>
          <p:cNvPr id="5" name="Slide Number Placeholder 4">
            <a:extLst>
              <a:ext uri="{FF2B5EF4-FFF2-40B4-BE49-F238E27FC236}">
                <a16:creationId xmlns:a16="http://schemas.microsoft.com/office/drawing/2014/main" id="{AA2B13AD-EC33-76C2-6FAD-6C719135AEB8}"/>
              </a:ext>
            </a:extLst>
          </p:cNvPr>
          <p:cNvSpPr>
            <a:spLocks noGrp="1"/>
          </p:cNvSpPr>
          <p:nvPr>
            <p:ph type="sldNum" sz="quarter" idx="12"/>
          </p:nvPr>
        </p:nvSpPr>
        <p:spPr/>
        <p:txBody>
          <a:bodyPr/>
          <a:lstStyle/>
          <a:p>
            <a:fld id="{5E212BD6-99D2-4430-8307-3DFF6CB1AF68}" type="slidenum">
              <a:rPr lang="en-US" smtClean="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9">
            <a:extLst>
              <a:ext uri="{FF2B5EF4-FFF2-40B4-BE49-F238E27FC236}">
                <a16:creationId xmlns:a16="http://schemas.microsoft.com/office/drawing/2014/main" id="{4C22968F-54A5-2A45-A2FD-710584D7F4D0}"/>
              </a:ext>
            </a:extLst>
          </p:cNvPr>
          <p:cNvSpPr>
            <a:spLocks noGrp="1"/>
          </p:cNvSpPr>
          <p:nvPr>
            <p:ph type="title"/>
          </p:nvPr>
        </p:nvSpPr>
        <p:spPr>
          <a:xfrm>
            <a:off x="304800" y="195512"/>
            <a:ext cx="10515600" cy="833266"/>
          </a:xfrm>
        </p:spPr>
        <p:txBody>
          <a:bodyPr>
            <a:normAutofit/>
          </a:bodyPr>
          <a:lstStyle/>
          <a:p>
            <a:r>
              <a:rPr lang="en-US" sz="3600" dirty="0">
                <a:solidFill>
                  <a:srgbClr val="A90404"/>
                </a:solidFill>
                <a:latin typeface="MULISH BOLD ROMAN" pitchFamily="2" charset="77"/>
              </a:rPr>
              <a:t>INTRODUCTION</a:t>
            </a:r>
          </a:p>
        </p:txBody>
      </p:sp>
      <p:sp>
        <p:nvSpPr>
          <p:cNvPr id="3" name="Slide Number Placeholder 2">
            <a:extLst>
              <a:ext uri="{FF2B5EF4-FFF2-40B4-BE49-F238E27FC236}">
                <a16:creationId xmlns:a16="http://schemas.microsoft.com/office/drawing/2014/main" id="{58E513BC-D699-CF38-8694-42DA22BDA39E}"/>
              </a:ext>
            </a:extLst>
          </p:cNvPr>
          <p:cNvSpPr>
            <a:spLocks noGrp="1"/>
          </p:cNvSpPr>
          <p:nvPr>
            <p:ph type="sldNum" sz="quarter" idx="12"/>
          </p:nvPr>
        </p:nvSpPr>
        <p:spPr>
          <a:xfrm>
            <a:off x="9448800" y="6479925"/>
            <a:ext cx="2743200" cy="365125"/>
          </a:xfrm>
        </p:spPr>
        <p:txBody>
          <a:bodyPr/>
          <a:lstStyle/>
          <a:p>
            <a:pPr algn="ctr"/>
            <a:fld id="{5E212BD6-99D2-4430-8307-3DFF6CB1AF68}" type="slidenum">
              <a:rPr lang="en-US" smtClean="0"/>
              <a:pPr algn="ctr"/>
              <a:t>3</a:t>
            </a:fld>
            <a:endParaRPr lang="en-US" dirty="0"/>
          </a:p>
        </p:txBody>
      </p:sp>
    </p:spTree>
    <p:extLst>
      <p:ext uri="{BB962C8B-B14F-4D97-AF65-F5344CB8AC3E}">
        <p14:creationId xmlns:p14="http://schemas.microsoft.com/office/powerpoint/2010/main" val="41511740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C1A7B839-BA29-E63C-04C6-7B8D71CF857E}"/>
              </a:ext>
            </a:extLst>
          </p:cNvPr>
          <p:cNvSpPr>
            <a:spLocks noGrp="1" noRot="1" noMove="1" noResize="1" noEditPoints="1" noAdjustHandles="1" noChangeArrowheads="1" noChangeShapeType="1"/>
          </p:cNvSpPr>
          <p:nvPr/>
        </p:nvSpPr>
        <p:spPr>
          <a:xfrm>
            <a:off x="1559095" y="896352"/>
            <a:ext cx="8442160" cy="5065296"/>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9">
            <a:extLst>
              <a:ext uri="{FF2B5EF4-FFF2-40B4-BE49-F238E27FC236}">
                <a16:creationId xmlns:a16="http://schemas.microsoft.com/office/drawing/2014/main" id="{FF46E068-D12F-7244-B43D-93F4C8891F0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TOTAL OPINIONS OVER TIME</a:t>
            </a:r>
          </a:p>
        </p:txBody>
      </p:sp>
      <p:sp>
        <p:nvSpPr>
          <p:cNvPr id="5" name="TextBox 4">
            <a:extLst>
              <a:ext uri="{FF2B5EF4-FFF2-40B4-BE49-F238E27FC236}">
                <a16:creationId xmlns:a16="http://schemas.microsoft.com/office/drawing/2014/main" id="{FD46BA6A-543E-6BE2-7182-BAE94BE62A1D}"/>
              </a:ext>
            </a:extLst>
          </p:cNvPr>
          <p:cNvSpPr txBox="1"/>
          <p:nvPr/>
        </p:nvSpPr>
        <p:spPr>
          <a:xfrm>
            <a:off x="838200" y="6083077"/>
            <a:ext cx="9883950" cy="461665"/>
          </a:xfrm>
          <a:prstGeom prst="rect">
            <a:avLst/>
          </a:prstGeom>
          <a:noFill/>
          <a:ln>
            <a:solidFill>
              <a:schemeClr val="tx1"/>
            </a:solidFill>
          </a:ln>
        </p:spPr>
        <p:txBody>
          <a:bodyPr wrap="square" rtlCol="0">
            <a:spAutoFit/>
          </a:bodyPr>
          <a:lstStyle/>
          <a:p>
            <a:pPr algn="ctr"/>
            <a:r>
              <a:rPr lang="en-US" sz="1200" dirty="0">
                <a:latin typeface="MULISH REGULAR ROMAN"/>
              </a:rPr>
              <a:t>Figure shows the volume &amp; proportion of opinions (by type) authored by the Court between the 2005 and 2024 terms. Opinions delivered </a:t>
            </a:r>
            <a:r>
              <a:rPr lang="en-US" sz="1200" i="1" dirty="0">
                <a:latin typeface="MULISH REGULAR ROMAN"/>
              </a:rPr>
              <a:t>Per Curiam</a:t>
            </a:r>
            <a:r>
              <a:rPr lang="en-US" sz="1200" dirty="0">
                <a:latin typeface="MULISH REGULAR ROMAN"/>
              </a:rPr>
              <a:t> are coded as a Majority Opinion.  Special concurrences (</a:t>
            </a:r>
            <a:r>
              <a:rPr lang="en-US" sz="1200" i="1" dirty="0">
                <a:latin typeface="MULISH REGULAR ROMAN"/>
              </a:rPr>
              <a:t>In Part</a:t>
            </a:r>
            <a:r>
              <a:rPr lang="en-US" sz="1200" dirty="0">
                <a:latin typeface="MULISH REGULAR ROMAN"/>
              </a:rPr>
              <a:t>) and those concurring </a:t>
            </a:r>
            <a:r>
              <a:rPr lang="en-US" sz="1200" i="1" dirty="0">
                <a:latin typeface="MULISH REGULAR ROMAN"/>
              </a:rPr>
              <a:t>in judgement </a:t>
            </a:r>
            <a:r>
              <a:rPr lang="en-US" sz="1200" dirty="0">
                <a:latin typeface="MULISH REGULAR ROMAN"/>
              </a:rPr>
              <a:t>are similarly coded as Concurrences.</a:t>
            </a:r>
          </a:p>
        </p:txBody>
      </p:sp>
      <p:sp>
        <p:nvSpPr>
          <p:cNvPr id="6" name="Slide Number Placeholder 5">
            <a:extLst>
              <a:ext uri="{FF2B5EF4-FFF2-40B4-BE49-F238E27FC236}">
                <a16:creationId xmlns:a16="http://schemas.microsoft.com/office/drawing/2014/main" id="{1408F531-FFA9-F05D-5FA9-8DBB1C47A65F}"/>
              </a:ext>
            </a:extLst>
          </p:cNvPr>
          <p:cNvSpPr>
            <a:spLocks noGrp="1"/>
          </p:cNvSpPr>
          <p:nvPr>
            <p:ph type="sldNum" sz="quarter" idx="12"/>
          </p:nvPr>
        </p:nvSpPr>
        <p:spPr/>
        <p:txBody>
          <a:bodyPr/>
          <a:lstStyle/>
          <a:p>
            <a:fld id="{5E212BD6-99D2-4430-8307-3DFF6CB1AF68}" type="slidenum">
              <a:rPr lang="en-US" smtClean="0"/>
              <a:t>4</a:t>
            </a:fld>
            <a:endParaRPr lang="en-US"/>
          </a:p>
        </p:txBody>
      </p:sp>
      <p:pic>
        <p:nvPicPr>
          <p:cNvPr id="4" name="Picture 3" descr="A graph of different colored squares&#10;&#10;AI-generated content may be incorrect.">
            <a:extLst>
              <a:ext uri="{FF2B5EF4-FFF2-40B4-BE49-F238E27FC236}">
                <a16:creationId xmlns:a16="http://schemas.microsoft.com/office/drawing/2014/main" id="{527F3612-114A-AEF6-7093-912645C4081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519724" y="896352"/>
            <a:ext cx="8481531" cy="5088918"/>
          </a:xfrm>
          <a:prstGeom prst="rect">
            <a:avLst/>
          </a:prstGeom>
        </p:spPr>
      </p:pic>
    </p:spTree>
    <p:extLst>
      <p:ext uri="{BB962C8B-B14F-4D97-AF65-F5344CB8AC3E}">
        <p14:creationId xmlns:p14="http://schemas.microsoft.com/office/powerpoint/2010/main" val="21520559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9">
            <a:extLst>
              <a:ext uri="{FF2B5EF4-FFF2-40B4-BE49-F238E27FC236}">
                <a16:creationId xmlns:a16="http://schemas.microsoft.com/office/drawing/2014/main" id="{A5345AB6-7B44-E44F-983D-1098CCD088F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MAKEUP OF THE MERITS DOCKET</a:t>
            </a:r>
          </a:p>
        </p:txBody>
      </p:sp>
      <p:sp>
        <p:nvSpPr>
          <p:cNvPr id="3" name="Slide Number Placeholder 2">
            <a:extLst>
              <a:ext uri="{FF2B5EF4-FFF2-40B4-BE49-F238E27FC236}">
                <a16:creationId xmlns:a16="http://schemas.microsoft.com/office/drawing/2014/main" id="{A24EF7E7-4DAE-3EAC-8DD9-F5475F4993A7}"/>
              </a:ext>
            </a:extLst>
          </p:cNvPr>
          <p:cNvSpPr>
            <a:spLocks noGrp="1"/>
          </p:cNvSpPr>
          <p:nvPr>
            <p:ph type="sldNum" sz="quarter" idx="12"/>
          </p:nvPr>
        </p:nvSpPr>
        <p:spPr/>
        <p:txBody>
          <a:bodyPr/>
          <a:lstStyle/>
          <a:p>
            <a:fld id="{5E212BD6-99D2-4430-8307-3DFF6CB1AF68}" type="slidenum">
              <a:rPr lang="en-US" smtClean="0"/>
              <a:t>5</a:t>
            </a:fld>
            <a:endParaRPr lang="en-US"/>
          </a:p>
        </p:txBody>
      </p:sp>
      <p:graphicFrame>
        <p:nvGraphicFramePr>
          <p:cNvPr id="7" name="Table 6">
            <a:extLst>
              <a:ext uri="{FF2B5EF4-FFF2-40B4-BE49-F238E27FC236}">
                <a16:creationId xmlns:a16="http://schemas.microsoft.com/office/drawing/2014/main" id="{4758A924-DA2D-EBAE-DF76-83B31FD3ABC3}"/>
              </a:ext>
            </a:extLst>
          </p:cNvPr>
          <p:cNvGraphicFramePr>
            <a:graphicFrameLocks noGrp="1"/>
          </p:cNvGraphicFramePr>
          <p:nvPr>
            <p:extLst>
              <p:ext uri="{D42A27DB-BD31-4B8C-83A1-F6EECF244321}">
                <p14:modId xmlns:p14="http://schemas.microsoft.com/office/powerpoint/2010/main" val="1651424525"/>
              </p:ext>
            </p:extLst>
          </p:nvPr>
        </p:nvGraphicFramePr>
        <p:xfrm>
          <a:off x="320850" y="796386"/>
          <a:ext cx="11550300" cy="5317138"/>
        </p:xfrm>
        <a:graphic>
          <a:graphicData uri="http://schemas.openxmlformats.org/drawingml/2006/table">
            <a:tbl>
              <a:tblPr/>
              <a:tblGrid>
                <a:gridCol w="3850100">
                  <a:extLst>
                    <a:ext uri="{9D8B030D-6E8A-4147-A177-3AD203B41FA5}">
                      <a16:colId xmlns:a16="http://schemas.microsoft.com/office/drawing/2014/main" val="3438991425"/>
                    </a:ext>
                  </a:extLst>
                </a:gridCol>
                <a:gridCol w="3850100">
                  <a:extLst>
                    <a:ext uri="{9D8B030D-6E8A-4147-A177-3AD203B41FA5}">
                      <a16:colId xmlns:a16="http://schemas.microsoft.com/office/drawing/2014/main" val="3103202930"/>
                    </a:ext>
                  </a:extLst>
                </a:gridCol>
                <a:gridCol w="3850100">
                  <a:extLst>
                    <a:ext uri="{9D8B030D-6E8A-4147-A177-3AD203B41FA5}">
                      <a16:colId xmlns:a16="http://schemas.microsoft.com/office/drawing/2014/main" val="1538254556"/>
                    </a:ext>
                  </a:extLst>
                </a:gridCol>
              </a:tblGrid>
              <a:tr h="49772">
                <a:tc>
                  <a:txBody>
                    <a:bodyPr/>
                    <a:lstStyle/>
                    <a:p>
                      <a:pPr algn="ctr" fontAlgn="b"/>
                      <a:r>
                        <a:rPr lang="en-US" sz="1400" b="1" i="0" u="none" strike="noStrike" dirty="0">
                          <a:solidFill>
                            <a:srgbClr val="000000"/>
                          </a:solidFill>
                          <a:effectLst/>
                          <a:latin typeface="MULISH BLACK ROMAN"/>
                        </a:rPr>
                        <a:t>Case Name</a:t>
                      </a:r>
                    </a:p>
                  </a:txBody>
                  <a:tcPr marL="1375" marR="1375" marT="1375" marB="0" anchor="b">
                    <a:lnL>
                      <a:noFill/>
                    </a:lnL>
                    <a:lnR>
                      <a:noFill/>
                    </a:lnR>
                    <a:lnT>
                      <a:noFill/>
                    </a:lnT>
                    <a:lnB>
                      <a:noFill/>
                    </a:lnB>
                    <a:solidFill>
                      <a:srgbClr val="FFFFFF"/>
                    </a:solidFill>
                  </a:tcPr>
                </a:tc>
                <a:tc>
                  <a:txBody>
                    <a:bodyPr/>
                    <a:lstStyle/>
                    <a:p>
                      <a:pPr algn="ctr" fontAlgn="b"/>
                      <a:r>
                        <a:rPr lang="en-US" sz="1400" b="1" i="0" u="none" strike="noStrike" dirty="0">
                          <a:solidFill>
                            <a:srgbClr val="000000"/>
                          </a:solidFill>
                          <a:effectLst/>
                          <a:latin typeface="MULISH BLACK ROMAN"/>
                        </a:rPr>
                        <a:t>Abbreviation</a:t>
                      </a:r>
                    </a:p>
                  </a:txBody>
                  <a:tcPr marL="1375" marR="1375" marT="1375" marB="0" anchor="b">
                    <a:lnL>
                      <a:noFill/>
                    </a:lnL>
                    <a:lnR>
                      <a:noFill/>
                    </a:lnR>
                    <a:lnT>
                      <a:noFill/>
                    </a:lnT>
                    <a:lnB>
                      <a:noFill/>
                    </a:lnB>
                    <a:solidFill>
                      <a:srgbClr val="FFFFFF"/>
                    </a:solidFill>
                  </a:tcPr>
                </a:tc>
                <a:tc>
                  <a:txBody>
                    <a:bodyPr/>
                    <a:lstStyle/>
                    <a:p>
                      <a:pPr algn="ctr" fontAlgn="b"/>
                      <a:r>
                        <a:rPr lang="en-US" sz="1400" b="1" i="0" u="none" strike="noStrike" dirty="0">
                          <a:solidFill>
                            <a:srgbClr val="000000"/>
                          </a:solidFill>
                          <a:effectLst/>
                          <a:latin typeface="MULISH BLACK ROMAN"/>
                        </a:rPr>
                        <a:t>Issue Summary</a:t>
                      </a:r>
                    </a:p>
                  </a:txBody>
                  <a:tcPr marL="1375" marR="1375" marT="1375" marB="0" anchor="b">
                    <a:lnL>
                      <a:noFill/>
                    </a:lnL>
                    <a:lnR>
                      <a:noFill/>
                    </a:lnR>
                    <a:lnT>
                      <a:noFill/>
                    </a:lnT>
                    <a:lnB>
                      <a:noFill/>
                    </a:lnB>
                    <a:solidFill>
                      <a:srgbClr val="FFFFFF"/>
                    </a:solidFill>
                  </a:tcPr>
                </a:tc>
                <a:extLst>
                  <a:ext uri="{0D108BD9-81ED-4DB2-BD59-A6C34878D82A}">
                    <a16:rowId xmlns:a16="http://schemas.microsoft.com/office/drawing/2014/main" val="4061619900"/>
                  </a:ext>
                </a:extLst>
              </a:tr>
              <a:tr h="146566">
                <a:tc>
                  <a:txBody>
                    <a:bodyPr/>
                    <a:lstStyle/>
                    <a:p>
                      <a:pPr algn="l" fontAlgn="b"/>
                      <a:r>
                        <a:rPr lang="en-US" sz="1050" b="0" i="0" u="none" strike="noStrike" dirty="0">
                          <a:solidFill>
                            <a:srgbClr val="000000"/>
                          </a:solidFill>
                          <a:effectLst/>
                          <a:latin typeface="MULISH BLACK ROMAN"/>
                        </a:rPr>
                        <a:t>A.J.T. v. Osseo Area Schools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A.J.T</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Disability discrimination standard in education</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620651117"/>
                  </a:ext>
                </a:extLst>
              </a:tr>
              <a:tr h="146566">
                <a:tc>
                  <a:txBody>
                    <a:bodyPr/>
                    <a:lstStyle/>
                    <a:p>
                      <a:pPr algn="l" fontAlgn="b"/>
                      <a:r>
                        <a:rPr lang="en-US" sz="1050" b="0" i="0" u="none" strike="noStrike" dirty="0">
                          <a:solidFill>
                            <a:srgbClr val="000000"/>
                          </a:solidFill>
                          <a:effectLst/>
                          <a:latin typeface="MULISH BLACK ROMAN"/>
                        </a:rPr>
                        <a:t>Advocate Christ Medical Center v. Kennedy</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Advocate Christ Medical</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Medicare eligibility based on SSI payment month</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761537345"/>
                  </a:ext>
                </a:extLst>
              </a:tr>
              <a:tr h="194963">
                <a:tc>
                  <a:txBody>
                    <a:bodyPr/>
                    <a:lstStyle/>
                    <a:p>
                      <a:pPr algn="l" fontAlgn="b"/>
                      <a:r>
                        <a:rPr lang="en-US" sz="1050" b="0" i="0" u="none" strike="noStrike" dirty="0">
                          <a:solidFill>
                            <a:srgbClr val="000000"/>
                          </a:solidFill>
                          <a:effectLst/>
                          <a:latin typeface="MULISH BLACK ROMAN"/>
                        </a:rPr>
                        <a:t>Ames v. Ohio Department of Youth Services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Ames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Discrimination claim standard for majority-group employee</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133299288"/>
                  </a:ext>
                </a:extLst>
              </a:tr>
              <a:tr h="170765">
                <a:tc>
                  <a:txBody>
                    <a:bodyPr/>
                    <a:lstStyle/>
                    <a:p>
                      <a:pPr algn="l" fontAlgn="b"/>
                      <a:r>
                        <a:rPr lang="en-US" sz="1050" b="0" i="0" u="none" strike="noStrike" dirty="0">
                          <a:solidFill>
                            <a:srgbClr val="000000"/>
                          </a:solidFill>
                          <a:effectLst/>
                          <a:latin typeface="MULISH BLACK ROMAN"/>
                        </a:rPr>
                        <a:t>Barnes v. Felix</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Barnes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Excessive force standard under Fourth Amendment</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134083356"/>
                  </a:ext>
                </a:extLst>
              </a:tr>
              <a:tr h="170765">
                <a:tc>
                  <a:txBody>
                    <a:bodyPr/>
                    <a:lstStyle/>
                    <a:p>
                      <a:pPr algn="l" fontAlgn="b"/>
                      <a:r>
                        <a:rPr lang="sv-SE" sz="1050" b="0" i="0" u="none" strike="noStrike" dirty="0">
                          <a:solidFill>
                            <a:srgbClr val="000000"/>
                          </a:solidFill>
                          <a:effectLst/>
                          <a:latin typeface="MULISH BLACK ROMAN"/>
                        </a:rPr>
                        <a:t>BLOM Bank SAL v. Honickman</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BLOM Bank</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Standard for reopening cases under Rule 60(b)(6)</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114046914"/>
                  </a:ext>
                </a:extLst>
              </a:tr>
              <a:tr h="98169">
                <a:tc>
                  <a:txBody>
                    <a:bodyPr/>
                    <a:lstStyle/>
                    <a:p>
                      <a:pPr algn="l" fontAlgn="b"/>
                      <a:r>
                        <a:rPr lang="en-US" sz="1050" b="0" i="0" u="none" strike="noStrike" dirty="0">
                          <a:solidFill>
                            <a:srgbClr val="000000"/>
                          </a:solidFill>
                          <a:effectLst/>
                          <a:latin typeface="MULISH BLACK ROMAN"/>
                        </a:rPr>
                        <a:t>Bondi v. Vanderstok</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Vanderstok</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ATF regulation of ghost guns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99761024"/>
                  </a:ext>
                </a:extLst>
              </a:tr>
              <a:tr h="146566">
                <a:tc>
                  <a:txBody>
                    <a:bodyPr/>
                    <a:lstStyle/>
                    <a:p>
                      <a:pPr algn="l" fontAlgn="b"/>
                      <a:r>
                        <a:rPr lang="en-US" sz="1050" b="0" i="0" u="none" strike="noStrike" dirty="0">
                          <a:solidFill>
                            <a:srgbClr val="000000"/>
                          </a:solidFill>
                          <a:effectLst/>
                          <a:latin typeface="MULISH BLACK ROMAN"/>
                        </a:rPr>
                        <a:t>Bouarfa v. Mayorkas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Bouarfa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Judicial review of visa revocation for sham marriage</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869417950"/>
                  </a:ext>
                </a:extLst>
              </a:tr>
              <a:tr h="122368">
                <a:tc>
                  <a:txBody>
                    <a:bodyPr/>
                    <a:lstStyle/>
                    <a:p>
                      <a:pPr algn="l" fontAlgn="b"/>
                      <a:r>
                        <a:rPr lang="en-US" sz="1050" b="0" i="0" u="none" strike="noStrike" dirty="0">
                          <a:solidFill>
                            <a:srgbClr val="000000"/>
                          </a:solidFill>
                          <a:effectLst/>
                          <a:latin typeface="MULISH BLACK ROMAN"/>
                        </a:rPr>
                        <a:t>Bufkin v. McDonough</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Bufkin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Clear-error review of VA benefit decisions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1052944479"/>
                  </a:ext>
                </a:extLst>
              </a:tr>
              <a:tr h="170765">
                <a:tc>
                  <a:txBody>
                    <a:bodyPr/>
                    <a:lstStyle/>
                    <a:p>
                      <a:pPr algn="l" fontAlgn="b"/>
                      <a:r>
                        <a:rPr lang="en-US" sz="1050" b="0" i="0" u="none" strike="noStrike" dirty="0">
                          <a:solidFill>
                            <a:srgbClr val="000000"/>
                          </a:solidFill>
                          <a:effectLst/>
                          <a:latin typeface="MULISH BLACK ROMAN"/>
                        </a:rPr>
                        <a:t>Catholic Charities Bureau v. Wisconsin LIRC</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Catholic Charities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Religious exemption denial under First Amendment</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629892971"/>
                  </a:ext>
                </a:extLst>
              </a:tr>
              <a:tr h="146566">
                <a:tc>
                  <a:txBody>
                    <a:bodyPr/>
                    <a:lstStyle/>
                    <a:p>
                      <a:pPr algn="l" fontAlgn="b"/>
                      <a:r>
                        <a:rPr lang="en-US" sz="1050" b="0" i="0" u="none" strike="noStrike" dirty="0">
                          <a:solidFill>
                            <a:srgbClr val="000000"/>
                          </a:solidFill>
                          <a:effectLst/>
                          <a:latin typeface="MULISH BLACK ROMAN"/>
                        </a:rPr>
                        <a:t>CC/Devas v. Antrix</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CC/Devas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Jurisdiction over foreign states under FSIA</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191315369"/>
                  </a:ext>
                </a:extLst>
              </a:tr>
              <a:tr h="122368">
                <a:tc>
                  <a:txBody>
                    <a:bodyPr/>
                    <a:lstStyle/>
                    <a:p>
                      <a:pPr algn="l" fontAlgn="b"/>
                      <a:r>
                        <a:rPr lang="en-US" sz="1050" b="0" i="0" u="none" strike="noStrike" dirty="0">
                          <a:solidFill>
                            <a:srgbClr val="000000"/>
                          </a:solidFill>
                          <a:effectLst/>
                          <a:latin typeface="MULISH BLACK ROMAN"/>
                        </a:rPr>
                        <a:t>City and County of SF v. EPA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SF v. EPA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EPA Clean Water Act authority on water permits</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981500256"/>
                  </a:ext>
                </a:extLst>
              </a:tr>
              <a:tr h="98169">
                <a:tc>
                  <a:txBody>
                    <a:bodyPr/>
                    <a:lstStyle/>
                    <a:p>
                      <a:pPr algn="l" fontAlgn="b"/>
                      <a:r>
                        <a:rPr lang="en-US" sz="1050" b="0" i="0" u="none" strike="noStrike" dirty="0">
                          <a:solidFill>
                            <a:srgbClr val="000000"/>
                          </a:solidFill>
                          <a:effectLst/>
                          <a:latin typeface="MULISH BLACK ROMAN"/>
                        </a:rPr>
                        <a:t>Commissioner of IRS v. Zuch</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Zuch</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IRS levy challenge mootness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490555743"/>
                  </a:ext>
                </a:extLst>
              </a:tr>
              <a:tr h="98169">
                <a:tc>
                  <a:txBody>
                    <a:bodyPr/>
                    <a:lstStyle/>
                    <a:p>
                      <a:pPr algn="l" fontAlgn="b"/>
                      <a:r>
                        <a:rPr lang="en-US" sz="1050" b="0" i="0" u="none" strike="noStrike" dirty="0">
                          <a:solidFill>
                            <a:srgbClr val="000000"/>
                          </a:solidFill>
                          <a:effectLst/>
                          <a:latin typeface="MULISH BLACK ROMAN"/>
                        </a:rPr>
                        <a:t>Cunningham v. Cornell University</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Cunningham</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ERISA fiduciary transaction pleading</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271012584"/>
                  </a:ext>
                </a:extLst>
              </a:tr>
              <a:tr h="122368">
                <a:tc>
                  <a:txBody>
                    <a:bodyPr/>
                    <a:lstStyle/>
                    <a:p>
                      <a:pPr algn="l" fontAlgn="b"/>
                      <a:r>
                        <a:rPr lang="en-US" sz="1050" b="0" i="0" u="none" strike="noStrike" dirty="0">
                          <a:solidFill>
                            <a:srgbClr val="000000"/>
                          </a:solidFill>
                          <a:effectLst/>
                          <a:latin typeface="MULISH BLACK ROMAN"/>
                        </a:rPr>
                        <a:t>Delligatti v. United States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Delligatti</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Force element in omission-based crimes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1567107904"/>
                  </a:ext>
                </a:extLst>
              </a:tr>
              <a:tr h="170765">
                <a:tc>
                  <a:txBody>
                    <a:bodyPr/>
                    <a:lstStyle/>
                    <a:p>
                      <a:pPr algn="l" fontAlgn="b"/>
                      <a:r>
                        <a:rPr lang="en-US" sz="1050" b="0" i="0" u="none" strike="noStrike" dirty="0">
                          <a:solidFill>
                            <a:srgbClr val="000000"/>
                          </a:solidFill>
                          <a:effectLst/>
                          <a:latin typeface="MULISH BLACK ROMAN"/>
                        </a:rPr>
                        <a:t>Department of Education v. Career Colleges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DOE v. CA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Borrower defense scope under Higher Education Act</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436274128"/>
                  </a:ext>
                </a:extLst>
              </a:tr>
              <a:tr h="122368">
                <a:tc>
                  <a:txBody>
                    <a:bodyPr/>
                    <a:lstStyle/>
                    <a:p>
                      <a:pPr algn="l" fontAlgn="b"/>
                      <a:r>
                        <a:rPr lang="en-US" sz="1050" b="0" i="0" u="none" strike="noStrike" dirty="0">
                          <a:solidFill>
                            <a:srgbClr val="000000"/>
                          </a:solidFill>
                          <a:effectLst/>
                          <a:latin typeface="MULISH BLACK ROMAN"/>
                        </a:rPr>
                        <a:t>Dewberry Group v. Dewberry Engineers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Dewberry</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Lanham Act profits limited to named defendant</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27465890"/>
                  </a:ext>
                </a:extLst>
              </a:tr>
              <a:tr h="122368">
                <a:tc>
                  <a:txBody>
                    <a:bodyPr/>
                    <a:lstStyle/>
                    <a:p>
                      <a:pPr algn="l" fontAlgn="b"/>
                      <a:r>
                        <a:rPr lang="en-US" sz="1050" b="0" i="0" u="none" strike="noStrike" dirty="0">
                          <a:solidFill>
                            <a:srgbClr val="000000"/>
                          </a:solidFill>
                          <a:effectLst/>
                          <a:latin typeface="MULISH BLACK ROMAN"/>
                        </a:rPr>
                        <a:t>Diamond Alternative Energy v. EPA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Diamond</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Standing based on third-party regulatory impact</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777023354"/>
                  </a:ext>
                </a:extLst>
              </a:tr>
              <a:tr h="98169">
                <a:tc>
                  <a:txBody>
                    <a:bodyPr/>
                    <a:lstStyle/>
                    <a:p>
                      <a:pPr algn="l" fontAlgn="b"/>
                      <a:r>
                        <a:rPr lang="en-US" sz="1050" b="0" i="0" u="none" strike="noStrike" dirty="0">
                          <a:solidFill>
                            <a:srgbClr val="000000"/>
                          </a:solidFill>
                          <a:effectLst/>
                          <a:latin typeface="MULISH BLACK ROMAN"/>
                        </a:rPr>
                        <a:t>E.M.D. Sales v. Carrera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E.M.D. Sales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FLSA exemption proof standard</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04000853"/>
                  </a:ext>
                </a:extLst>
              </a:tr>
              <a:tr h="122368">
                <a:tc>
                  <a:txBody>
                    <a:bodyPr/>
                    <a:lstStyle/>
                    <a:p>
                      <a:pPr algn="l" fontAlgn="b"/>
                      <a:r>
                        <a:rPr lang="en-US" sz="1050" b="0" i="0" u="none" strike="noStrike" dirty="0">
                          <a:solidFill>
                            <a:srgbClr val="000000"/>
                          </a:solidFill>
                          <a:effectLst/>
                          <a:latin typeface="MULISH BLACK ROMAN"/>
                        </a:rPr>
                        <a:t>EPA v. Calumet Shreveport</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Calumet</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Venue for refinery exemption claims under CAA</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406104549"/>
                  </a:ext>
                </a:extLst>
              </a:tr>
              <a:tr h="146566">
                <a:tc>
                  <a:txBody>
                    <a:bodyPr/>
                    <a:lstStyle/>
                    <a:p>
                      <a:pPr algn="l" fontAlgn="b"/>
                      <a:r>
                        <a:rPr lang="en-US" sz="1050" b="0" i="0" u="none" strike="noStrike" dirty="0">
                          <a:solidFill>
                            <a:srgbClr val="000000"/>
                          </a:solidFill>
                          <a:effectLst/>
                          <a:latin typeface="MULISH BLACK ROMAN"/>
                        </a:rPr>
                        <a:t>Esteras v. United States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Esteras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Sentencing factor use in supervised release revocation</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592999601"/>
                  </a:ext>
                </a:extLst>
              </a:tr>
              <a:tr h="122368">
                <a:tc>
                  <a:txBody>
                    <a:bodyPr/>
                    <a:lstStyle/>
                    <a:p>
                      <a:pPr algn="l" fontAlgn="b"/>
                      <a:r>
                        <a:rPr lang="en-US" sz="1050" b="0" i="0" u="none" strike="noStrike" dirty="0">
                          <a:solidFill>
                            <a:srgbClr val="000000"/>
                          </a:solidFill>
                          <a:effectLst/>
                          <a:latin typeface="MULISH BLACK ROMAN"/>
                        </a:rPr>
                        <a:t>Facebook v. Amalgamated Bank</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Facebook</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Materiality of past risks in securities filings</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4160271852"/>
                  </a:ext>
                </a:extLst>
              </a:tr>
              <a:tr h="170765">
                <a:tc>
                  <a:txBody>
                    <a:bodyPr/>
                    <a:lstStyle/>
                    <a:p>
                      <a:pPr algn="l" fontAlgn="b"/>
                      <a:r>
                        <a:rPr lang="en-US" sz="1050" b="0" i="0" u="none" strike="noStrike" dirty="0">
                          <a:solidFill>
                            <a:srgbClr val="000000"/>
                          </a:solidFill>
                          <a:effectLst/>
                          <a:latin typeface="MULISH BLACK ROMAN"/>
                        </a:rPr>
                        <a:t>FDA v. Wages and White Lion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Wages and White Lion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FDA denial of e-cigarette marketing applications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494226503"/>
                  </a:ext>
                </a:extLst>
              </a:tr>
              <a:tr h="122368">
                <a:tc>
                  <a:txBody>
                    <a:bodyPr/>
                    <a:lstStyle/>
                    <a:p>
                      <a:pPr algn="l" fontAlgn="b"/>
                      <a:r>
                        <a:rPr lang="en-US" sz="1050" b="0" i="0" u="none" strike="noStrike" dirty="0">
                          <a:solidFill>
                            <a:srgbClr val="000000"/>
                          </a:solidFill>
                          <a:effectLst/>
                          <a:latin typeface="MULISH BLACK ROMAN"/>
                        </a:rPr>
                        <a:t>FCC v. Consumers’ Research</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Consumers’ Research</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Constitutional limits on FCC funding authority</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673355482"/>
                  </a:ext>
                </a:extLst>
              </a:tr>
              <a:tr h="122368">
                <a:tc>
                  <a:txBody>
                    <a:bodyPr/>
                    <a:lstStyle/>
                    <a:p>
                      <a:pPr algn="l" fontAlgn="b"/>
                      <a:r>
                        <a:rPr lang="en-US" sz="1050" b="0" i="0" u="none" strike="noStrike" dirty="0">
                          <a:solidFill>
                            <a:srgbClr val="000000"/>
                          </a:solidFill>
                          <a:effectLst/>
                          <a:latin typeface="MULISH BLACK ROMAN"/>
                        </a:rPr>
                        <a:t>Feliciano v. DOT</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Feliciano</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Differential pay for emergency military service</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871651559"/>
                  </a:ext>
                </a:extLst>
              </a:tr>
              <a:tr h="122368">
                <a:tc>
                  <a:txBody>
                    <a:bodyPr/>
                    <a:lstStyle/>
                    <a:p>
                      <a:pPr algn="l" fontAlgn="b"/>
                      <a:r>
                        <a:rPr lang="en-US" sz="1050" b="0" i="0" u="none" strike="noStrike" dirty="0">
                          <a:solidFill>
                            <a:srgbClr val="000000"/>
                          </a:solidFill>
                          <a:effectLst/>
                          <a:latin typeface="MULISH BLACK ROMAN"/>
                        </a:rPr>
                        <a:t>FDA v. R.J. Reynolds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R.J. Reynolds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Proper venue in agency review cases</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735051472"/>
                  </a:ext>
                </a:extLst>
              </a:tr>
              <a:tr h="170765">
                <a:tc>
                  <a:txBody>
                    <a:bodyPr/>
                    <a:lstStyle/>
                    <a:p>
                      <a:pPr algn="l" fontAlgn="b"/>
                      <a:r>
                        <a:rPr lang="en-US" sz="1050" b="0" i="0" u="none" strike="noStrike" dirty="0">
                          <a:solidFill>
                            <a:srgbClr val="000000"/>
                          </a:solidFill>
                          <a:effectLst/>
                          <a:latin typeface="MULISH BLACK ROMAN"/>
                        </a:rPr>
                        <a:t>Free Speech Coalition v. Paxton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Free Speech</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Review standard for adult-content web restrictions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752013399"/>
                  </a:ext>
                </a:extLst>
              </a:tr>
              <a:tr h="170765">
                <a:tc>
                  <a:txBody>
                    <a:bodyPr/>
                    <a:lstStyle/>
                    <a:p>
                      <a:pPr algn="l" fontAlgn="b"/>
                      <a:r>
                        <a:rPr lang="en-US" sz="1050" b="0" i="0" u="none" strike="noStrike" dirty="0">
                          <a:solidFill>
                            <a:srgbClr val="000000"/>
                          </a:solidFill>
                          <a:effectLst/>
                          <a:latin typeface="MULISH BLACK ROMAN"/>
                        </a:rPr>
                        <a:t>Fuld v. Palestine Liberation Organization</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Fuld</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Due process challenge to terrorism liability statute</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918952294"/>
                  </a:ext>
                </a:extLst>
              </a:tr>
              <a:tr h="146566">
                <a:tc>
                  <a:txBody>
                    <a:bodyPr/>
                    <a:lstStyle/>
                    <a:p>
                      <a:pPr algn="l" fontAlgn="b"/>
                      <a:r>
                        <a:rPr lang="en-US" sz="1050" b="0" i="0" u="none" strike="noStrike" dirty="0">
                          <a:solidFill>
                            <a:srgbClr val="000000"/>
                          </a:solidFill>
                          <a:effectLst/>
                          <a:latin typeface="MULISH BLACK ROMAN"/>
                        </a:rPr>
                        <a:t>Glossip v. Oklahoma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Glossip</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Due process violation for false trial testimony</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020829133"/>
                  </a:ext>
                </a:extLst>
              </a:tr>
              <a:tr h="122368">
                <a:tc>
                  <a:txBody>
                    <a:bodyPr/>
                    <a:lstStyle/>
                    <a:p>
                      <a:pPr algn="l" fontAlgn="b"/>
                      <a:r>
                        <a:rPr lang="en-US" sz="1050" b="0" i="0" u="none" strike="noStrike" dirty="0">
                          <a:solidFill>
                            <a:srgbClr val="000000"/>
                          </a:solidFill>
                          <a:effectLst/>
                          <a:latin typeface="MULISH BLACK ROMAN"/>
                        </a:rPr>
                        <a:t>Gutierrez v. Saenz</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Gutierrez</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Access to DNA testing under Texas law</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397630393"/>
                  </a:ext>
                </a:extLst>
              </a:tr>
              <a:tr h="146566">
                <a:tc>
                  <a:txBody>
                    <a:bodyPr/>
                    <a:lstStyle/>
                    <a:p>
                      <a:pPr algn="l" fontAlgn="b"/>
                      <a:r>
                        <a:rPr lang="en-US" sz="1050" b="0" i="0" u="none" strike="noStrike" dirty="0">
                          <a:solidFill>
                            <a:srgbClr val="000000"/>
                          </a:solidFill>
                          <a:effectLst/>
                          <a:latin typeface="MULISH BLACK ROMAN"/>
                        </a:rPr>
                        <a:t>Hewitt v. United States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Hewitt</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Application of First Step Act to resentencing</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385313304"/>
                  </a:ext>
                </a:extLst>
              </a:tr>
              <a:tr h="146566">
                <a:tc>
                  <a:txBody>
                    <a:bodyPr/>
                    <a:lstStyle/>
                    <a:p>
                      <a:pPr algn="l" fontAlgn="b"/>
                      <a:r>
                        <a:rPr lang="en-US" sz="1050" b="0" i="0" u="none" strike="noStrike" dirty="0">
                          <a:solidFill>
                            <a:srgbClr val="000000"/>
                          </a:solidFill>
                          <a:effectLst/>
                          <a:latin typeface="MULISH BLACK ROMAN"/>
                        </a:rPr>
                        <a:t>Kennedy v. Braidwood Management</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Kennedy</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Appointments Clause challenge to health agency</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241247474"/>
                  </a:ext>
                </a:extLst>
              </a:tr>
            </a:tbl>
          </a:graphicData>
        </a:graphic>
      </p:graphicFrame>
    </p:spTree>
    <p:extLst>
      <p:ext uri="{BB962C8B-B14F-4D97-AF65-F5344CB8AC3E}">
        <p14:creationId xmlns:p14="http://schemas.microsoft.com/office/powerpoint/2010/main" val="25842101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EB321-A498-AD27-513C-9028CD784315}"/>
            </a:ext>
          </a:extLst>
        </p:cNvPr>
        <p:cNvGrpSpPr/>
        <p:nvPr/>
      </p:nvGrpSpPr>
      <p:grpSpPr>
        <a:xfrm>
          <a:off x="0" y="0"/>
          <a:ext cx="0" cy="0"/>
          <a:chOff x="0" y="0"/>
          <a:chExt cx="0" cy="0"/>
        </a:xfrm>
      </p:grpSpPr>
      <p:sp>
        <p:nvSpPr>
          <p:cNvPr id="8" name="Title 9">
            <a:extLst>
              <a:ext uri="{FF2B5EF4-FFF2-40B4-BE49-F238E27FC236}">
                <a16:creationId xmlns:a16="http://schemas.microsoft.com/office/drawing/2014/main" id="{D2A5782F-AF43-4E5A-C6D6-5FDB6C312EAB}"/>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MAKEUP OF THE MERITS DOCKET (Cont.)</a:t>
            </a:r>
          </a:p>
        </p:txBody>
      </p:sp>
      <p:sp>
        <p:nvSpPr>
          <p:cNvPr id="3" name="Slide Number Placeholder 2">
            <a:extLst>
              <a:ext uri="{FF2B5EF4-FFF2-40B4-BE49-F238E27FC236}">
                <a16:creationId xmlns:a16="http://schemas.microsoft.com/office/drawing/2014/main" id="{ACE69ECD-50DB-C726-1B35-F5BF13390359}"/>
              </a:ext>
            </a:extLst>
          </p:cNvPr>
          <p:cNvSpPr>
            <a:spLocks noGrp="1"/>
          </p:cNvSpPr>
          <p:nvPr>
            <p:ph type="sldNum" sz="quarter" idx="12"/>
          </p:nvPr>
        </p:nvSpPr>
        <p:spPr/>
        <p:txBody>
          <a:bodyPr/>
          <a:lstStyle/>
          <a:p>
            <a:fld id="{5E212BD6-99D2-4430-8307-3DFF6CB1AF68}" type="slidenum">
              <a:rPr lang="en-US" smtClean="0"/>
              <a:t>6</a:t>
            </a:fld>
            <a:endParaRPr lang="en-US" dirty="0"/>
          </a:p>
        </p:txBody>
      </p:sp>
      <p:graphicFrame>
        <p:nvGraphicFramePr>
          <p:cNvPr id="4" name="Table 3">
            <a:extLst>
              <a:ext uri="{FF2B5EF4-FFF2-40B4-BE49-F238E27FC236}">
                <a16:creationId xmlns:a16="http://schemas.microsoft.com/office/drawing/2014/main" id="{7DDC0621-7967-AD21-08EB-AEE9CF78D603}"/>
              </a:ext>
            </a:extLst>
          </p:cNvPr>
          <p:cNvGraphicFramePr>
            <a:graphicFrameLocks noGrp="1"/>
          </p:cNvGraphicFramePr>
          <p:nvPr>
            <p:extLst>
              <p:ext uri="{D42A27DB-BD31-4B8C-83A1-F6EECF244321}">
                <p14:modId xmlns:p14="http://schemas.microsoft.com/office/powerpoint/2010/main" val="3626688278"/>
              </p:ext>
            </p:extLst>
          </p:nvPr>
        </p:nvGraphicFramePr>
        <p:xfrm>
          <a:off x="320850" y="796386"/>
          <a:ext cx="11550300" cy="5645221"/>
        </p:xfrm>
        <a:graphic>
          <a:graphicData uri="http://schemas.openxmlformats.org/drawingml/2006/table">
            <a:tbl>
              <a:tblPr/>
              <a:tblGrid>
                <a:gridCol w="3850100">
                  <a:extLst>
                    <a:ext uri="{9D8B030D-6E8A-4147-A177-3AD203B41FA5}">
                      <a16:colId xmlns:a16="http://schemas.microsoft.com/office/drawing/2014/main" val="3438991425"/>
                    </a:ext>
                  </a:extLst>
                </a:gridCol>
                <a:gridCol w="3850100">
                  <a:extLst>
                    <a:ext uri="{9D8B030D-6E8A-4147-A177-3AD203B41FA5}">
                      <a16:colId xmlns:a16="http://schemas.microsoft.com/office/drawing/2014/main" val="3103202930"/>
                    </a:ext>
                  </a:extLst>
                </a:gridCol>
                <a:gridCol w="3850100">
                  <a:extLst>
                    <a:ext uri="{9D8B030D-6E8A-4147-A177-3AD203B41FA5}">
                      <a16:colId xmlns:a16="http://schemas.microsoft.com/office/drawing/2014/main" val="1538254556"/>
                    </a:ext>
                  </a:extLst>
                </a:gridCol>
              </a:tblGrid>
              <a:tr h="208558">
                <a:tc>
                  <a:txBody>
                    <a:bodyPr/>
                    <a:lstStyle/>
                    <a:p>
                      <a:pPr algn="ctr" fontAlgn="b"/>
                      <a:r>
                        <a:rPr lang="en-US" sz="1400" b="1" i="0" u="none" strike="noStrike" dirty="0">
                          <a:solidFill>
                            <a:srgbClr val="000000"/>
                          </a:solidFill>
                          <a:effectLst/>
                          <a:latin typeface="MULISH BLACK ROMAN"/>
                        </a:rPr>
                        <a:t>Case Name</a:t>
                      </a:r>
                    </a:p>
                  </a:txBody>
                  <a:tcPr marL="1375" marR="1375" marT="1375" marB="0" anchor="b">
                    <a:lnL>
                      <a:noFill/>
                    </a:lnL>
                    <a:lnR>
                      <a:noFill/>
                    </a:lnR>
                    <a:lnT>
                      <a:noFill/>
                    </a:lnT>
                    <a:lnB>
                      <a:noFill/>
                    </a:lnB>
                    <a:solidFill>
                      <a:srgbClr val="FFFFFF"/>
                    </a:solidFill>
                  </a:tcPr>
                </a:tc>
                <a:tc>
                  <a:txBody>
                    <a:bodyPr/>
                    <a:lstStyle/>
                    <a:p>
                      <a:pPr algn="ctr" fontAlgn="b"/>
                      <a:r>
                        <a:rPr lang="en-US" sz="1400" b="1" i="0" u="none" strike="noStrike" dirty="0">
                          <a:solidFill>
                            <a:srgbClr val="000000"/>
                          </a:solidFill>
                          <a:effectLst/>
                          <a:latin typeface="MULISH BLACK ROMAN"/>
                        </a:rPr>
                        <a:t>Abbreviation</a:t>
                      </a:r>
                    </a:p>
                  </a:txBody>
                  <a:tcPr marL="1375" marR="1375" marT="1375" marB="0" anchor="b">
                    <a:lnL>
                      <a:noFill/>
                    </a:lnL>
                    <a:lnR>
                      <a:noFill/>
                    </a:lnR>
                    <a:lnT>
                      <a:noFill/>
                    </a:lnT>
                    <a:lnB>
                      <a:noFill/>
                    </a:lnB>
                    <a:solidFill>
                      <a:srgbClr val="FFFFFF"/>
                    </a:solidFill>
                  </a:tcPr>
                </a:tc>
                <a:tc>
                  <a:txBody>
                    <a:bodyPr/>
                    <a:lstStyle/>
                    <a:p>
                      <a:pPr algn="ctr" fontAlgn="b"/>
                      <a:r>
                        <a:rPr lang="en-US" sz="1400" b="1" i="0" u="none" strike="noStrike" dirty="0">
                          <a:solidFill>
                            <a:srgbClr val="000000"/>
                          </a:solidFill>
                          <a:effectLst/>
                          <a:latin typeface="MULISH BLACK ROMAN"/>
                        </a:rPr>
                        <a:t>Issue Summary</a:t>
                      </a:r>
                    </a:p>
                  </a:txBody>
                  <a:tcPr marL="1375" marR="1375" marT="1375" marB="0" anchor="b">
                    <a:lnL>
                      <a:noFill/>
                    </a:lnL>
                    <a:lnR>
                      <a:noFill/>
                    </a:lnR>
                    <a:lnT>
                      <a:noFill/>
                    </a:lnT>
                    <a:lnB>
                      <a:noFill/>
                    </a:lnB>
                    <a:solidFill>
                      <a:srgbClr val="FFFFFF"/>
                    </a:solidFill>
                  </a:tcPr>
                </a:tc>
                <a:extLst>
                  <a:ext uri="{0D108BD9-81ED-4DB2-BD59-A6C34878D82A}">
                    <a16:rowId xmlns:a16="http://schemas.microsoft.com/office/drawing/2014/main" val="4061619900"/>
                  </a:ext>
                </a:extLst>
              </a:tr>
              <a:tr h="127397">
                <a:tc>
                  <a:txBody>
                    <a:bodyPr/>
                    <a:lstStyle/>
                    <a:p>
                      <a:pPr algn="l" fontAlgn="b"/>
                      <a:r>
                        <a:rPr lang="en-US" sz="1050" b="0" i="0" u="none" strike="noStrike" dirty="0">
                          <a:solidFill>
                            <a:srgbClr val="000000"/>
                          </a:solidFill>
                          <a:effectLst/>
                          <a:latin typeface="MULISH BLACK ROMAN"/>
                        </a:rPr>
                        <a:t>Kousisis v. United States</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Kousisis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Wire fraud liability without economic loss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620651117"/>
                  </a:ext>
                </a:extLst>
              </a:tr>
              <a:tr h="164040">
                <a:tc>
                  <a:txBody>
                    <a:bodyPr/>
                    <a:lstStyle/>
                    <a:p>
                      <a:pPr algn="l" fontAlgn="b"/>
                      <a:r>
                        <a:rPr lang="en-US" sz="1050" b="0" i="0" u="none" strike="noStrike" dirty="0">
                          <a:solidFill>
                            <a:srgbClr val="000000"/>
                          </a:solidFill>
                          <a:effectLst/>
                          <a:latin typeface="MULISH BLACK ROMAN"/>
                        </a:rPr>
                        <a:t>Laboratory Corp. v. Davis</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Laboratory Corp.</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Standing for class members in Rule 23(b)(3) cases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761537345"/>
                  </a:ext>
                </a:extLst>
              </a:tr>
              <a:tr h="0">
                <a:tc>
                  <a:txBody>
                    <a:bodyPr/>
                    <a:lstStyle/>
                    <a:p>
                      <a:pPr algn="l" fontAlgn="b"/>
                      <a:r>
                        <a:rPr lang="en-US" sz="1050" b="0" i="0" u="none" strike="noStrike" dirty="0">
                          <a:solidFill>
                            <a:srgbClr val="000000"/>
                          </a:solidFill>
                          <a:effectLst/>
                          <a:latin typeface="MULISH BLACK ROMAN"/>
                        </a:rPr>
                        <a:t>Lackey v. Stinnie</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Lackey</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Attorney’s fees after preliminary injunction</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133299288"/>
                  </a:ext>
                </a:extLst>
              </a:tr>
              <a:tr h="49068">
                <a:tc>
                  <a:txBody>
                    <a:bodyPr/>
                    <a:lstStyle/>
                    <a:p>
                      <a:pPr algn="l" fontAlgn="b"/>
                      <a:r>
                        <a:rPr lang="en-US" sz="1050" b="0" i="0" u="none" strike="noStrike" dirty="0">
                          <a:solidFill>
                            <a:srgbClr val="000000"/>
                          </a:solidFill>
                          <a:effectLst/>
                          <a:latin typeface="MULISH BLACK ROMAN"/>
                        </a:rPr>
                        <a:t>Louisiana v. Callais</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Louisiana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VRA and constitutionality of majority-Black district</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134083356"/>
                  </a:ext>
                </a:extLst>
              </a:tr>
              <a:tr h="0">
                <a:tc>
                  <a:txBody>
                    <a:bodyPr/>
                    <a:lstStyle/>
                    <a:p>
                      <a:pPr algn="l" fontAlgn="b"/>
                      <a:r>
                        <a:rPr lang="en-US" sz="1050" b="0" i="0" u="none" strike="noStrike">
                          <a:solidFill>
                            <a:srgbClr val="000000"/>
                          </a:solidFill>
                          <a:effectLst/>
                          <a:latin typeface="MULISH BLACK ROMAN"/>
                        </a:rPr>
                        <a:t>Mahmoud v. Taylor</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Mahmoud</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Parental rights in gender and sexuality instruction</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114046914"/>
                  </a:ext>
                </a:extLst>
              </a:tr>
              <a:tr h="68566">
                <a:tc>
                  <a:txBody>
                    <a:bodyPr/>
                    <a:lstStyle/>
                    <a:p>
                      <a:pPr algn="l" fontAlgn="b"/>
                      <a:r>
                        <a:rPr lang="en-US" sz="1050" b="0" i="0" u="none" strike="noStrike" dirty="0">
                          <a:solidFill>
                            <a:srgbClr val="000000"/>
                          </a:solidFill>
                          <a:effectLst/>
                          <a:latin typeface="MULISH BLACK ROMAN"/>
                        </a:rPr>
                        <a:t>Martin v. United States</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Martin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FTCA limits and discretionary function exception</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99761024"/>
                  </a:ext>
                </a:extLst>
              </a:tr>
              <a:tr h="0">
                <a:tc>
                  <a:txBody>
                    <a:bodyPr/>
                    <a:lstStyle/>
                    <a:p>
                      <a:pPr algn="l" fontAlgn="b"/>
                      <a:r>
                        <a:rPr lang="en-US" sz="1050" b="0" i="0" u="none" strike="noStrike">
                          <a:solidFill>
                            <a:srgbClr val="000000"/>
                          </a:solidFill>
                          <a:effectLst/>
                          <a:latin typeface="MULISH BLACK ROMAN"/>
                        </a:rPr>
                        <a:t>McLaughlin Chiropractic v. McKesson</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McLaughlin</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Deference to FCC under Hobbs Act</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869417950"/>
                  </a:ext>
                </a:extLst>
              </a:tr>
              <a:tr h="0">
                <a:tc>
                  <a:txBody>
                    <a:bodyPr/>
                    <a:lstStyle/>
                    <a:p>
                      <a:pPr algn="l" fontAlgn="b"/>
                      <a:r>
                        <a:rPr lang="en-US" sz="1050" b="0" i="0" u="none" strike="noStrike">
                          <a:solidFill>
                            <a:srgbClr val="000000"/>
                          </a:solidFill>
                          <a:effectLst/>
                          <a:latin typeface="MULISH BLACK ROMAN"/>
                        </a:rPr>
                        <a:t>Medical Marijuana v. Horn</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Medical Marijuana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RICO damages for injury-linked property loss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1052944479"/>
                  </a:ext>
                </a:extLst>
              </a:tr>
              <a:tr h="79884">
                <a:tc>
                  <a:txBody>
                    <a:bodyPr/>
                    <a:lstStyle/>
                    <a:p>
                      <a:pPr algn="l" fontAlgn="b"/>
                      <a:r>
                        <a:rPr lang="en-US" sz="1050" b="0" i="0" u="none" strike="noStrike">
                          <a:solidFill>
                            <a:srgbClr val="000000"/>
                          </a:solidFill>
                          <a:effectLst/>
                          <a:latin typeface="MULISH BLACK ROMAN"/>
                        </a:rPr>
                        <a:t>Medina v. Planned Parenthood</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Medina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Medicaid right to choose provider</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629892971"/>
                  </a:ext>
                </a:extLst>
              </a:tr>
              <a:tr h="53774">
                <a:tc>
                  <a:txBody>
                    <a:bodyPr/>
                    <a:lstStyle/>
                    <a:p>
                      <a:pPr algn="l" fontAlgn="b"/>
                      <a:r>
                        <a:rPr lang="en-US" sz="1050" b="0" i="0" u="none" strike="noStrike" dirty="0">
                          <a:solidFill>
                            <a:srgbClr val="000000"/>
                          </a:solidFill>
                          <a:effectLst/>
                          <a:latin typeface="MULISH BLACK ROMAN"/>
                        </a:rPr>
                        <a:t>Monsalvo Velazquez v. Garland</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Valazquez</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Immigration deadline rule for voluntary departure</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191315369"/>
                  </a:ext>
                </a:extLst>
              </a:tr>
              <a:tr h="0">
                <a:tc>
                  <a:txBody>
                    <a:bodyPr/>
                    <a:lstStyle/>
                    <a:p>
                      <a:pPr algn="l" fontAlgn="b"/>
                      <a:r>
                        <a:rPr lang="en-US" sz="1050" b="0" i="0" u="none" strike="noStrike">
                          <a:solidFill>
                            <a:srgbClr val="000000"/>
                          </a:solidFill>
                          <a:effectLst/>
                          <a:latin typeface="MULISH BLACK ROMAN"/>
                        </a:rPr>
                        <a:t>NRC v. Texas</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NRC</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Challenge to nuclear waste storage and review rights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981500256"/>
                  </a:ext>
                </a:extLst>
              </a:tr>
              <a:tr h="0">
                <a:tc>
                  <a:txBody>
                    <a:bodyPr/>
                    <a:lstStyle/>
                    <a:p>
                      <a:pPr algn="l" fontAlgn="b"/>
                      <a:r>
                        <a:rPr lang="en-US" sz="1050" b="0" i="0" u="none" strike="noStrike">
                          <a:solidFill>
                            <a:srgbClr val="000000"/>
                          </a:solidFill>
                          <a:effectLst/>
                          <a:latin typeface="MULISH BLACK ROMAN"/>
                        </a:rPr>
                        <a:t>NVIDIA v. Ohman</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NVIDIA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Pleading standards for securities fraud intent</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490555743"/>
                  </a:ext>
                </a:extLst>
              </a:tr>
              <a:tr h="0">
                <a:tc>
                  <a:txBody>
                    <a:bodyPr/>
                    <a:lstStyle/>
                    <a:p>
                      <a:pPr algn="l" fontAlgn="b"/>
                      <a:r>
                        <a:rPr lang="en-US" sz="1050" b="0" i="0" u="none" strike="noStrike">
                          <a:solidFill>
                            <a:srgbClr val="000000"/>
                          </a:solidFill>
                          <a:effectLst/>
                          <a:latin typeface="MULISH BLACK ROMAN"/>
                        </a:rPr>
                        <a:t>Oklahoma Charter Board v. Drummond</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Drummond</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Religious access to charter school system</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271012584"/>
                  </a:ext>
                </a:extLst>
              </a:tr>
              <a:tr h="47947">
                <a:tc>
                  <a:txBody>
                    <a:bodyPr/>
                    <a:lstStyle/>
                    <a:p>
                      <a:pPr algn="l" fontAlgn="b"/>
                      <a:r>
                        <a:rPr lang="en-US" sz="1050" b="0" i="0" u="none" strike="noStrike">
                          <a:solidFill>
                            <a:srgbClr val="000000"/>
                          </a:solidFill>
                          <a:effectLst/>
                          <a:latin typeface="MULISH BLACK ROMAN"/>
                        </a:rPr>
                        <a:t>Oklahoma v. EPA</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Oklahoma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Jurisdiction for state-specific EPA rules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1567107904"/>
                  </a:ext>
                </a:extLst>
              </a:tr>
              <a:tr h="0">
                <a:tc>
                  <a:txBody>
                    <a:bodyPr/>
                    <a:lstStyle/>
                    <a:p>
                      <a:pPr algn="l" fontAlgn="b"/>
                      <a:r>
                        <a:rPr lang="en-US" sz="1050" b="0" i="0" u="none" strike="noStrike">
                          <a:solidFill>
                            <a:srgbClr val="000000"/>
                          </a:solidFill>
                          <a:effectLst/>
                          <a:latin typeface="MULISH BLACK ROMAN"/>
                        </a:rPr>
                        <a:t>Parrish v. United States</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Parrish</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Appeal procedure after time-to-appeal reopened</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436274128"/>
                  </a:ext>
                </a:extLst>
              </a:tr>
              <a:tr h="94339">
                <a:tc>
                  <a:txBody>
                    <a:bodyPr/>
                    <a:lstStyle/>
                    <a:p>
                      <a:pPr algn="l" fontAlgn="b"/>
                      <a:r>
                        <a:rPr lang="en-US" sz="1050" b="0" i="0" u="none" strike="noStrike">
                          <a:solidFill>
                            <a:srgbClr val="000000"/>
                          </a:solidFill>
                          <a:effectLst/>
                          <a:latin typeface="MULISH BLACK ROMAN"/>
                        </a:rPr>
                        <a:t>Perttu v. Richards</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Perttu</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Jury trial on PLRA exhaustion disputes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27465890"/>
                  </a:ext>
                </a:extLst>
              </a:tr>
              <a:tr h="157877">
                <a:tc>
                  <a:txBody>
                    <a:bodyPr/>
                    <a:lstStyle/>
                    <a:p>
                      <a:pPr algn="l" fontAlgn="b"/>
                      <a:r>
                        <a:rPr lang="en-US" sz="1050" b="0" i="0" u="none" strike="noStrike">
                          <a:solidFill>
                            <a:srgbClr val="000000"/>
                          </a:solidFill>
                          <a:effectLst/>
                          <a:latin typeface="MULISH BLACK ROMAN"/>
                        </a:rPr>
                        <a:t>Republic of Hungary v. Simon</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Hungary</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Commercial activity requirement under FSIA</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777023354"/>
                  </a:ext>
                </a:extLst>
              </a:tr>
              <a:tr h="0">
                <a:tc>
                  <a:txBody>
                    <a:bodyPr/>
                    <a:lstStyle/>
                    <a:p>
                      <a:pPr algn="l" fontAlgn="b"/>
                      <a:r>
                        <a:rPr lang="en-US" sz="1050" b="0" i="0" u="none" strike="noStrike">
                          <a:solidFill>
                            <a:srgbClr val="000000"/>
                          </a:solidFill>
                          <a:effectLst/>
                          <a:latin typeface="MULISH BLACK ROMAN"/>
                        </a:rPr>
                        <a:t>Riley v. Bondi</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Riley</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Immigration appeal deadline jurisdiction</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04000853"/>
                  </a:ext>
                </a:extLst>
              </a:tr>
              <a:tr h="0">
                <a:tc>
                  <a:txBody>
                    <a:bodyPr/>
                    <a:lstStyle/>
                    <a:p>
                      <a:pPr algn="l" fontAlgn="b"/>
                      <a:r>
                        <a:rPr lang="en-US" sz="1050" b="0" i="0" u="none" strike="noStrike">
                          <a:solidFill>
                            <a:srgbClr val="000000"/>
                          </a:solidFill>
                          <a:effectLst/>
                          <a:latin typeface="MULISH BLACK ROMAN"/>
                        </a:rPr>
                        <a:t>Rivers v. Guerrero</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Rivers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Limits on second habeas petitions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406104549"/>
                  </a:ext>
                </a:extLst>
              </a:tr>
              <a:tr h="70583">
                <a:tc>
                  <a:txBody>
                    <a:bodyPr/>
                    <a:lstStyle/>
                    <a:p>
                      <a:pPr algn="l" fontAlgn="b"/>
                      <a:r>
                        <a:rPr lang="en-US" sz="1050" b="0" i="0" u="none" strike="noStrike">
                          <a:solidFill>
                            <a:srgbClr val="000000"/>
                          </a:solidFill>
                          <a:effectLst/>
                          <a:latin typeface="MULISH BLACK ROMAN"/>
                        </a:rPr>
                        <a:t>Royal Canin v. Wullschleger</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Royal Canin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Federal jurisdiction over amended complaints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592999601"/>
                  </a:ext>
                </a:extLst>
              </a:tr>
              <a:tr h="0">
                <a:tc>
                  <a:txBody>
                    <a:bodyPr/>
                    <a:lstStyle/>
                    <a:p>
                      <a:pPr algn="l" fontAlgn="b"/>
                      <a:r>
                        <a:rPr lang="en-US" sz="1050" b="0" i="0" u="none" strike="noStrike">
                          <a:solidFill>
                            <a:srgbClr val="000000"/>
                          </a:solidFill>
                          <a:effectLst/>
                          <a:latin typeface="MULISH BLACK ROMAN"/>
                        </a:rPr>
                        <a:t>Seven County v. Eagle County</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Seven County</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NEPA scope for indirect environmental effects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4160271852"/>
                  </a:ext>
                </a:extLst>
              </a:tr>
              <a:tr h="0">
                <a:tc>
                  <a:txBody>
                    <a:bodyPr/>
                    <a:lstStyle/>
                    <a:p>
                      <a:pPr algn="l" fontAlgn="b"/>
                      <a:r>
                        <a:rPr lang="en-US" sz="1050" b="0" i="0" u="none" strike="noStrike">
                          <a:solidFill>
                            <a:srgbClr val="000000"/>
                          </a:solidFill>
                          <a:effectLst/>
                          <a:latin typeface="MULISH BLACK ROMAN"/>
                        </a:rPr>
                        <a:t>Smith &amp; Wesson v. Mexico</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Smith and Wesson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Gunmaker immunity in foreign violence claims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494226503"/>
                  </a:ext>
                </a:extLst>
              </a:tr>
              <a:tr h="0">
                <a:tc>
                  <a:txBody>
                    <a:bodyPr/>
                    <a:lstStyle/>
                    <a:p>
                      <a:pPr algn="l" fontAlgn="b"/>
                      <a:r>
                        <a:rPr lang="en-US" sz="1050" b="0" i="0" u="none" strike="noStrike">
                          <a:solidFill>
                            <a:srgbClr val="000000"/>
                          </a:solidFill>
                          <a:effectLst/>
                          <a:latin typeface="MULISH BLACK ROMAN"/>
                        </a:rPr>
                        <a:t>Soto v. United States</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Soto</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Retroactive pay under CRSC and Barring Act</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673355482"/>
                  </a:ext>
                </a:extLst>
              </a:tr>
              <a:tr h="0">
                <a:tc>
                  <a:txBody>
                    <a:bodyPr/>
                    <a:lstStyle/>
                    <a:p>
                      <a:pPr algn="l" fontAlgn="b"/>
                      <a:r>
                        <a:rPr lang="en-US" sz="1050" b="0" i="0" u="none" strike="noStrike">
                          <a:solidFill>
                            <a:srgbClr val="000000"/>
                          </a:solidFill>
                          <a:effectLst/>
                          <a:latin typeface="MULISH BLACK ROMAN"/>
                        </a:rPr>
                        <a:t>Stanley v. City of Sanford</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Stanley</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ADA protection for post-employment benefits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871651559"/>
                  </a:ext>
                </a:extLst>
              </a:tr>
              <a:tr h="0">
                <a:tc>
                  <a:txBody>
                    <a:bodyPr/>
                    <a:lstStyle/>
                    <a:p>
                      <a:pPr algn="l" fontAlgn="b"/>
                      <a:r>
                        <a:rPr lang="en-US" sz="1050" b="0" i="0" u="none" strike="noStrike">
                          <a:solidFill>
                            <a:srgbClr val="000000"/>
                          </a:solidFill>
                          <a:effectLst/>
                          <a:latin typeface="MULISH BLACK ROMAN"/>
                        </a:rPr>
                        <a:t>Thompson v. United States</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Thompson</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Misleading vs. false statements under Â§ 1014</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735051472"/>
                  </a:ext>
                </a:extLst>
              </a:tr>
              <a:tr h="0">
                <a:tc>
                  <a:txBody>
                    <a:bodyPr/>
                    <a:lstStyle/>
                    <a:p>
                      <a:pPr algn="l" fontAlgn="b"/>
                      <a:r>
                        <a:rPr lang="en-US" sz="1050" b="0" i="0" u="none" strike="noStrike">
                          <a:solidFill>
                            <a:srgbClr val="000000"/>
                          </a:solidFill>
                          <a:effectLst/>
                          <a:latin typeface="MULISH BLACK ROMAN"/>
                        </a:rPr>
                        <a:t>TikTok v. Garland</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TikTok</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First Amendment challenge to TikTok restrictions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752013399"/>
                  </a:ext>
                </a:extLst>
              </a:tr>
              <a:tr h="0">
                <a:tc>
                  <a:txBody>
                    <a:bodyPr/>
                    <a:lstStyle/>
                    <a:p>
                      <a:pPr algn="l" fontAlgn="b"/>
                      <a:r>
                        <a:rPr lang="en-US" sz="1050" b="0" i="0" u="none" strike="noStrike">
                          <a:solidFill>
                            <a:srgbClr val="000000"/>
                          </a:solidFill>
                          <a:effectLst/>
                          <a:latin typeface="MULISH BLACK ROMAN"/>
                        </a:rPr>
                        <a:t>Trump v. CASA</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Trump v. CASA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Nationwide injunction scope in constitutional cases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918952294"/>
                  </a:ext>
                </a:extLst>
              </a:tr>
              <a:tr h="0">
                <a:tc>
                  <a:txBody>
                    <a:bodyPr/>
                    <a:lstStyle/>
                    <a:p>
                      <a:pPr algn="l" fontAlgn="b"/>
                      <a:r>
                        <a:rPr lang="en-US" sz="1050" b="0" i="0" u="none" strike="noStrike">
                          <a:solidFill>
                            <a:srgbClr val="000000"/>
                          </a:solidFill>
                          <a:effectLst/>
                          <a:latin typeface="MULISH BLACK ROMAN"/>
                        </a:rPr>
                        <a:t>United States v. Miller</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Miller</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Bankruptcy </a:t>
                      </a:r>
                      <a:r>
                        <a:rPr lang="en-US" sz="1050" b="0" i="0" u="none" strike="noStrike" dirty="0" err="1">
                          <a:solidFill>
                            <a:srgbClr val="000000"/>
                          </a:solidFill>
                          <a:effectLst/>
                          <a:latin typeface="MULISH BLACK ROMAN"/>
                        </a:rPr>
                        <a:t>clawback</a:t>
                      </a:r>
                      <a:r>
                        <a:rPr lang="en-US" sz="1050" b="0" i="0" u="none" strike="noStrike" dirty="0">
                          <a:solidFill>
                            <a:srgbClr val="000000"/>
                          </a:solidFill>
                          <a:effectLst/>
                          <a:latin typeface="MULISH BLACK ROMAN"/>
                        </a:rPr>
                        <a:t> and sovereign immunity</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020829133"/>
                  </a:ext>
                </a:extLst>
              </a:tr>
              <a:tr h="0">
                <a:tc>
                  <a:txBody>
                    <a:bodyPr/>
                    <a:lstStyle/>
                    <a:p>
                      <a:pPr algn="l" fontAlgn="b"/>
                      <a:r>
                        <a:rPr lang="en-US" sz="1050" b="0" i="0" u="none" strike="noStrike">
                          <a:solidFill>
                            <a:srgbClr val="000000"/>
                          </a:solidFill>
                          <a:effectLst/>
                          <a:latin typeface="MULISH BLACK ROMAN"/>
                        </a:rPr>
                        <a:t>United States v. Skrmetti</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err="1">
                          <a:solidFill>
                            <a:srgbClr val="000000"/>
                          </a:solidFill>
                          <a:effectLst/>
                          <a:latin typeface="MULISH BLACK ROMAN"/>
                        </a:rPr>
                        <a:t>Skrmetti</a:t>
                      </a:r>
                      <a:endParaRPr lang="en-US" sz="1050" b="0" i="1" u="none" strike="noStrike" dirty="0">
                        <a:solidFill>
                          <a:srgbClr val="000000"/>
                        </a:solidFill>
                        <a:effectLst/>
                        <a:latin typeface="MULISH BLACK ROMAN"/>
                      </a:endParaRP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Transgender care ban and Equal Protection</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397630393"/>
                  </a:ext>
                </a:extLst>
              </a:tr>
              <a:tr h="0">
                <a:tc>
                  <a:txBody>
                    <a:bodyPr/>
                    <a:lstStyle/>
                    <a:p>
                      <a:pPr algn="l" fontAlgn="b"/>
                      <a:r>
                        <a:rPr lang="en-US" sz="1050" b="0" i="0" u="none" strike="noStrike" dirty="0">
                          <a:solidFill>
                            <a:srgbClr val="000000"/>
                          </a:solidFill>
                          <a:effectLst/>
                          <a:latin typeface="MULISH BLACK ROMAN"/>
                        </a:rPr>
                        <a:t>Waetzig v. Halliburton</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Waetzig</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Dismissals under Rule 41 as final for Rule 60</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385313304"/>
                  </a:ext>
                </a:extLst>
              </a:tr>
              <a:tr h="172068">
                <a:tc>
                  <a:txBody>
                    <a:bodyPr/>
                    <a:lstStyle/>
                    <a:p>
                      <a:pPr algn="l" fontAlgn="b"/>
                      <a:r>
                        <a:rPr lang="en-US" sz="1050" b="0" i="0" u="none" strike="noStrike" dirty="0">
                          <a:solidFill>
                            <a:srgbClr val="000000"/>
                          </a:solidFill>
                          <a:effectLst/>
                          <a:latin typeface="MULISH BLACK ROMAN"/>
                        </a:rPr>
                        <a:t>Williams v. Reed</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Willaims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Exhaustion rule and Section 1983 state suits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241247474"/>
                  </a:ext>
                </a:extLst>
              </a:tr>
              <a:tr h="172068">
                <a:tc>
                  <a:txBody>
                    <a:bodyPr/>
                    <a:lstStyle/>
                    <a:p>
                      <a:pPr algn="l" fontAlgn="b"/>
                      <a:r>
                        <a:rPr lang="en-US" sz="1050" b="0" i="0" u="none" strike="noStrike" dirty="0">
                          <a:solidFill>
                            <a:srgbClr val="000000"/>
                          </a:solidFill>
                          <a:effectLst/>
                          <a:latin typeface="MULISH BLACK ROMAN"/>
                        </a:rPr>
                        <a:t>Wisconsin Bell v. U.S., ex rel. Health</a:t>
                      </a:r>
                    </a:p>
                  </a:txBody>
                  <a:tcPr marL="9525" marR="9525" marT="9525" marB="0" anchor="b">
                    <a:lnL>
                      <a:noFill/>
                    </a:lnL>
                    <a:lnR>
                      <a:noFill/>
                    </a:lnR>
                    <a:lnT>
                      <a:noFill/>
                    </a:lnT>
                    <a:lnB>
                      <a:noFill/>
                    </a:lnB>
                    <a:solidFill>
                      <a:srgbClr val="D0CECE"/>
                    </a:solidFill>
                  </a:tcPr>
                </a:tc>
                <a:tc>
                  <a:txBody>
                    <a:bodyPr/>
                    <a:lstStyle/>
                    <a:p>
                      <a:pPr algn="l" fontAlgn="b"/>
                      <a:r>
                        <a:rPr lang="en-US" sz="1050" b="0" i="1" u="none" strike="noStrike" dirty="0">
                          <a:solidFill>
                            <a:srgbClr val="000000"/>
                          </a:solidFill>
                          <a:effectLst/>
                          <a:latin typeface="MULISH BLACK ROMAN"/>
                        </a:rPr>
                        <a:t>Wisconsin Bell</a:t>
                      </a:r>
                    </a:p>
                  </a:txBody>
                  <a:tcPr marL="1375" marR="1375" marT="1375" marB="0" anchor="b">
                    <a:lnL>
                      <a:noFill/>
                    </a:lnL>
                    <a:lnR>
                      <a:noFill/>
                    </a:lnR>
                    <a:lnT>
                      <a:noFill/>
                    </a:lnT>
                    <a:lnB>
                      <a:noFill/>
                    </a:lnB>
                    <a:solidFill>
                      <a:srgbClr val="D0CECE"/>
                    </a:solidFill>
                  </a:tcPr>
                </a:tc>
                <a:tc>
                  <a:txBody>
                    <a:bodyPr/>
                    <a:lstStyle/>
                    <a:p>
                      <a:pPr algn="l" fontAlgn="b"/>
                      <a:r>
                        <a:rPr lang="en-US" sz="1050" b="0" i="0" u="none" strike="noStrike" dirty="0">
                          <a:solidFill>
                            <a:srgbClr val="000000"/>
                          </a:solidFill>
                          <a:effectLst/>
                          <a:latin typeface="MULISH BLACK ROMAN"/>
                        </a:rPr>
                        <a:t>False Claims Act coverage of telecon reimbursements</a:t>
                      </a:r>
                    </a:p>
                  </a:txBody>
                  <a:tcPr marL="9525" marR="9525" marT="9525" marB="0" anchor="b">
                    <a:lnL>
                      <a:noFill/>
                    </a:lnL>
                    <a:lnR>
                      <a:noFill/>
                    </a:lnR>
                    <a:lnT>
                      <a:noFill/>
                    </a:lnT>
                    <a:lnB>
                      <a:noFill/>
                    </a:lnB>
                    <a:solidFill>
                      <a:srgbClr val="D0CECE"/>
                    </a:solidFill>
                  </a:tcPr>
                </a:tc>
                <a:extLst>
                  <a:ext uri="{0D108BD9-81ED-4DB2-BD59-A6C34878D82A}">
                    <a16:rowId xmlns:a16="http://schemas.microsoft.com/office/drawing/2014/main" val="1236662915"/>
                  </a:ext>
                </a:extLst>
              </a:tr>
            </a:tbl>
          </a:graphicData>
        </a:graphic>
      </p:graphicFrame>
    </p:spTree>
    <p:extLst>
      <p:ext uri="{BB962C8B-B14F-4D97-AF65-F5344CB8AC3E}">
        <p14:creationId xmlns:p14="http://schemas.microsoft.com/office/powerpoint/2010/main" val="33859288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9C8066-2681-5253-BDC5-DDA62A73BF4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5779079E-2341-1D58-0A96-2CCBE00E6BDB}"/>
              </a:ext>
            </a:extLst>
          </p:cNvPr>
          <p:cNvSpPr>
            <a:spLocks noGrp="1" noRot="1" noMove="1" noResize="1" noEditPoints="1" noAdjustHandles="1" noChangeArrowheads="1" noChangeShapeType="1"/>
          </p:cNvSpPr>
          <p:nvPr/>
        </p:nvSpPr>
        <p:spPr>
          <a:xfrm>
            <a:off x="1006640" y="1147657"/>
            <a:ext cx="9144018" cy="5486410"/>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itle 9">
            <a:extLst>
              <a:ext uri="{FF2B5EF4-FFF2-40B4-BE49-F238E27FC236}">
                <a16:creationId xmlns:a16="http://schemas.microsoft.com/office/drawing/2014/main" id="{F161A7AA-3EFE-D556-94F3-FBE1D984BA36}"/>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UNANIMOUS DECISIONS</a:t>
            </a:r>
          </a:p>
        </p:txBody>
      </p:sp>
      <p:sp>
        <p:nvSpPr>
          <p:cNvPr id="5" name="TextBox 4">
            <a:extLst>
              <a:ext uri="{FF2B5EF4-FFF2-40B4-BE49-F238E27FC236}">
                <a16:creationId xmlns:a16="http://schemas.microsoft.com/office/drawing/2014/main" id="{6BF81625-A47D-0204-D5A0-3B0AA1D6E6DC}"/>
              </a:ext>
            </a:extLst>
          </p:cNvPr>
          <p:cNvSpPr txBox="1"/>
          <p:nvPr/>
        </p:nvSpPr>
        <p:spPr>
          <a:xfrm>
            <a:off x="5391207" y="314392"/>
            <a:ext cx="5874589" cy="646331"/>
          </a:xfrm>
          <a:prstGeom prst="rect">
            <a:avLst/>
          </a:prstGeom>
          <a:noFill/>
          <a:ln>
            <a:solidFill>
              <a:schemeClr val="tx1"/>
            </a:solidFill>
          </a:ln>
        </p:spPr>
        <p:txBody>
          <a:bodyPr wrap="square" rtlCol="0">
            <a:spAutoFit/>
          </a:bodyPr>
          <a:lstStyle/>
          <a:p>
            <a:r>
              <a:rPr lang="en-US" sz="1200" dirty="0"/>
              <a:t>This figure shows the percentage of unanimous decisions (i.e., cases decided without any full dissents) between OT05-OT24. These include decisions reached </a:t>
            </a:r>
            <a:r>
              <a:rPr lang="en-US" sz="1200" i="1" dirty="0"/>
              <a:t>per </a:t>
            </a:r>
            <a:r>
              <a:rPr lang="en-US" sz="1200" i="1" dirty="0" err="1"/>
              <a:t>curiam</a:t>
            </a:r>
            <a:r>
              <a:rPr lang="en-US" sz="1200" dirty="0"/>
              <a:t> without any noted dissents.  </a:t>
            </a:r>
            <a:endParaRPr lang="en-US" sz="1200" dirty="0">
              <a:latin typeface="MULISH REGULAR ROMAN"/>
            </a:endParaRPr>
          </a:p>
        </p:txBody>
      </p:sp>
      <p:sp>
        <p:nvSpPr>
          <p:cNvPr id="7" name="Slide Number Placeholder 6">
            <a:extLst>
              <a:ext uri="{FF2B5EF4-FFF2-40B4-BE49-F238E27FC236}">
                <a16:creationId xmlns:a16="http://schemas.microsoft.com/office/drawing/2014/main" id="{7AC1E094-747F-A600-F989-BCC81BD2ABCF}"/>
              </a:ext>
            </a:extLst>
          </p:cNvPr>
          <p:cNvSpPr>
            <a:spLocks noGrp="1"/>
          </p:cNvSpPr>
          <p:nvPr>
            <p:ph type="sldNum" sz="quarter" idx="12"/>
          </p:nvPr>
        </p:nvSpPr>
        <p:spPr/>
        <p:txBody>
          <a:bodyPr/>
          <a:lstStyle/>
          <a:p>
            <a:fld id="{5E212BD6-99D2-4430-8307-3DFF6CB1AF68}" type="slidenum">
              <a:rPr lang="en-US" smtClean="0"/>
              <a:t>7</a:t>
            </a:fld>
            <a:endParaRPr lang="en-US"/>
          </a:p>
        </p:txBody>
      </p:sp>
      <p:pic>
        <p:nvPicPr>
          <p:cNvPr id="6" name="Picture 5" descr="A graph with numbers and lines&#10;&#10;AI-generated content may be incorrect.">
            <a:extLst>
              <a:ext uri="{FF2B5EF4-FFF2-40B4-BE49-F238E27FC236}">
                <a16:creationId xmlns:a16="http://schemas.microsoft.com/office/drawing/2014/main" id="{1735DAD1-7515-0244-379B-F45D013E5BB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06639" y="1147656"/>
            <a:ext cx="9144019" cy="5486411"/>
          </a:xfrm>
          <a:prstGeom prst="rect">
            <a:avLst/>
          </a:prstGeom>
        </p:spPr>
      </p:pic>
    </p:spTree>
    <p:extLst>
      <p:ext uri="{BB962C8B-B14F-4D97-AF65-F5344CB8AC3E}">
        <p14:creationId xmlns:p14="http://schemas.microsoft.com/office/powerpoint/2010/main" val="8189809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715974D-D7CA-E5A2-5169-621B7C50A8A7}"/>
              </a:ext>
            </a:extLst>
          </p:cNvPr>
          <p:cNvSpPr>
            <a:spLocks noGrp="1" noRot="1" noMove="1" noResize="1" noEditPoints="1" noAdjustHandles="1" noChangeArrowheads="1" noChangeShapeType="1"/>
          </p:cNvSpPr>
          <p:nvPr/>
        </p:nvSpPr>
        <p:spPr>
          <a:xfrm>
            <a:off x="1208167" y="827825"/>
            <a:ext cx="8705775" cy="5202350"/>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9">
            <a:extLst>
              <a:ext uri="{FF2B5EF4-FFF2-40B4-BE49-F238E27FC236}">
                <a16:creationId xmlns:a16="http://schemas.microsoft.com/office/drawing/2014/main" id="{A42EFDFD-5356-C64A-8AC1-9F4719D73C8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All Cases</a:t>
            </a:r>
          </a:p>
        </p:txBody>
      </p:sp>
      <p:sp>
        <p:nvSpPr>
          <p:cNvPr id="7" name="TextBox 6">
            <a:extLst>
              <a:ext uri="{FF2B5EF4-FFF2-40B4-BE49-F238E27FC236}">
                <a16:creationId xmlns:a16="http://schemas.microsoft.com/office/drawing/2014/main" id="{2E272E9D-6C12-7836-DC1A-B40C8237C709}"/>
              </a:ext>
            </a:extLst>
          </p:cNvPr>
          <p:cNvSpPr txBox="1"/>
          <p:nvPr/>
        </p:nvSpPr>
        <p:spPr>
          <a:xfrm>
            <a:off x="838200" y="6083077"/>
            <a:ext cx="9883950" cy="276999"/>
          </a:xfrm>
          <a:prstGeom prst="rect">
            <a:avLst/>
          </a:prstGeom>
          <a:noFill/>
          <a:ln>
            <a:solidFill>
              <a:schemeClr val="tx1"/>
            </a:solidFill>
          </a:ln>
        </p:spPr>
        <p:txBody>
          <a:bodyPr wrap="square" rtlCol="0">
            <a:spAutoFit/>
          </a:bodyPr>
          <a:lstStyle/>
          <a:p>
            <a:r>
              <a:rPr lang="en-US" sz="1200" dirty="0">
                <a:latin typeface="MULISH REGULAR ROMAN"/>
              </a:rPr>
              <a:t>Figure shows the percentage of cases where each Justice was in the Majority coalition among all cases (including those decided unanimously or </a:t>
            </a:r>
            <a:r>
              <a:rPr lang="en-US" sz="1200" i="1" dirty="0">
                <a:latin typeface="MULISH REGULAR ROMAN"/>
              </a:rPr>
              <a:t>Per Curiam</a:t>
            </a:r>
            <a:r>
              <a:rPr lang="en-US" sz="1200" dirty="0">
                <a:latin typeface="MULISH REGULAR ROMAN"/>
              </a:rPr>
              <a:t>).</a:t>
            </a:r>
          </a:p>
        </p:txBody>
      </p:sp>
      <p:sp>
        <p:nvSpPr>
          <p:cNvPr id="8" name="Slide Number Placeholder 7">
            <a:extLst>
              <a:ext uri="{FF2B5EF4-FFF2-40B4-BE49-F238E27FC236}">
                <a16:creationId xmlns:a16="http://schemas.microsoft.com/office/drawing/2014/main" id="{A6FEEA7B-53FC-C4F8-5211-4905CA356EF7}"/>
              </a:ext>
            </a:extLst>
          </p:cNvPr>
          <p:cNvSpPr>
            <a:spLocks noGrp="1"/>
          </p:cNvSpPr>
          <p:nvPr>
            <p:ph type="sldNum" sz="quarter" idx="12"/>
          </p:nvPr>
        </p:nvSpPr>
        <p:spPr/>
        <p:txBody>
          <a:bodyPr/>
          <a:lstStyle/>
          <a:p>
            <a:fld id="{5E212BD6-99D2-4430-8307-3DFF6CB1AF68}" type="slidenum">
              <a:rPr lang="en-US" smtClean="0"/>
              <a:t>8</a:t>
            </a:fld>
            <a:endParaRPr lang="en-US"/>
          </a:p>
        </p:txBody>
      </p:sp>
      <p:pic>
        <p:nvPicPr>
          <p:cNvPr id="6" name="Picture 5" descr="A group of people in a row&#10;&#10;AI-generated content may be incorrect.">
            <a:extLst>
              <a:ext uri="{FF2B5EF4-FFF2-40B4-BE49-F238E27FC236}">
                <a16:creationId xmlns:a16="http://schemas.microsoft.com/office/drawing/2014/main" id="{91043A72-9D82-6285-FA2D-61D59FCBAE9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08167" y="827825"/>
            <a:ext cx="8705775" cy="5223465"/>
          </a:xfrm>
          <a:prstGeom prst="rect">
            <a:avLst/>
          </a:prstGeom>
        </p:spPr>
      </p:pic>
    </p:spTree>
    <p:extLst>
      <p:ext uri="{BB962C8B-B14F-4D97-AF65-F5344CB8AC3E}">
        <p14:creationId xmlns:p14="http://schemas.microsoft.com/office/powerpoint/2010/main" val="14072815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4946CD-FD59-BE72-0D30-5EA780C1FA01}"/>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73C501CA-B9A4-9ABB-5102-8B2239FF11DD}"/>
              </a:ext>
            </a:extLst>
          </p:cNvPr>
          <p:cNvSpPr>
            <a:spLocks noGrp="1" noRot="1" noMove="1" noResize="1" noEditPoints="1" noAdjustHandles="1" noChangeArrowheads="1" noChangeShapeType="1"/>
          </p:cNvSpPr>
          <p:nvPr/>
        </p:nvSpPr>
        <p:spPr>
          <a:xfrm>
            <a:off x="1208166" y="859611"/>
            <a:ext cx="8705776" cy="5223465"/>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9">
            <a:extLst>
              <a:ext uri="{FF2B5EF4-FFF2-40B4-BE49-F238E27FC236}">
                <a16:creationId xmlns:a16="http://schemas.microsoft.com/office/drawing/2014/main" id="{749467DC-1EAB-3FDD-987D-C824F1D6A43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Non-Unanimous Cases</a:t>
            </a:r>
          </a:p>
        </p:txBody>
      </p:sp>
      <p:sp>
        <p:nvSpPr>
          <p:cNvPr id="2" name="TextBox 1">
            <a:extLst>
              <a:ext uri="{FF2B5EF4-FFF2-40B4-BE49-F238E27FC236}">
                <a16:creationId xmlns:a16="http://schemas.microsoft.com/office/drawing/2014/main" id="{686EDD36-9373-EC80-CD19-FC4FF90D8C86}"/>
              </a:ext>
            </a:extLst>
          </p:cNvPr>
          <p:cNvSpPr txBox="1"/>
          <p:nvPr/>
        </p:nvSpPr>
        <p:spPr>
          <a:xfrm>
            <a:off x="838200" y="6083077"/>
            <a:ext cx="9883950" cy="276999"/>
          </a:xfrm>
          <a:prstGeom prst="rect">
            <a:avLst/>
          </a:prstGeom>
          <a:noFill/>
          <a:ln>
            <a:solidFill>
              <a:schemeClr val="tx1"/>
            </a:solidFill>
          </a:ln>
        </p:spPr>
        <p:txBody>
          <a:bodyPr wrap="square" rtlCol="0">
            <a:spAutoFit/>
          </a:bodyPr>
          <a:lstStyle/>
          <a:p>
            <a:pPr algn="ctr"/>
            <a:r>
              <a:rPr lang="en-US" sz="1200" dirty="0">
                <a:latin typeface="MULISH REGULAR ROMAN"/>
              </a:rPr>
              <a:t>Figure shows the percentage of cases where each Justice was in the Majority coalition among cases decided without a unanimous majority.</a:t>
            </a:r>
          </a:p>
        </p:txBody>
      </p:sp>
      <p:sp>
        <p:nvSpPr>
          <p:cNvPr id="7" name="Slide Number Placeholder 6">
            <a:extLst>
              <a:ext uri="{FF2B5EF4-FFF2-40B4-BE49-F238E27FC236}">
                <a16:creationId xmlns:a16="http://schemas.microsoft.com/office/drawing/2014/main" id="{13726465-4154-710A-F9BC-4A914735200D}"/>
              </a:ext>
            </a:extLst>
          </p:cNvPr>
          <p:cNvSpPr>
            <a:spLocks noGrp="1"/>
          </p:cNvSpPr>
          <p:nvPr>
            <p:ph type="sldNum" sz="quarter" idx="12"/>
          </p:nvPr>
        </p:nvSpPr>
        <p:spPr/>
        <p:txBody>
          <a:bodyPr/>
          <a:lstStyle/>
          <a:p>
            <a:fld id="{5E212BD6-99D2-4430-8307-3DFF6CB1AF68}" type="slidenum">
              <a:rPr lang="en-US" smtClean="0"/>
              <a:t>9</a:t>
            </a:fld>
            <a:endParaRPr lang="en-US"/>
          </a:p>
        </p:txBody>
      </p:sp>
      <p:pic>
        <p:nvPicPr>
          <p:cNvPr id="8" name="Picture 7" descr="A group of people standing in front of a graph&#10;&#10;AI-generated content may be incorrect.">
            <a:extLst>
              <a:ext uri="{FF2B5EF4-FFF2-40B4-BE49-F238E27FC236}">
                <a16:creationId xmlns:a16="http://schemas.microsoft.com/office/drawing/2014/main" id="{6133686A-0F95-6D4D-2838-01B64BB23CD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08167" y="859610"/>
            <a:ext cx="8705776" cy="5223465"/>
          </a:xfrm>
          <a:prstGeom prst="rect">
            <a:avLst/>
          </a:prstGeom>
        </p:spPr>
      </p:pic>
    </p:spTree>
    <p:extLst>
      <p:ext uri="{BB962C8B-B14F-4D97-AF65-F5344CB8AC3E}">
        <p14:creationId xmlns:p14="http://schemas.microsoft.com/office/powerpoint/2010/main" val="18742430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EF1A1FB-105D-32D2-911A-2624F78E4F7B}"/>
              </a:ext>
            </a:extLst>
          </p:cNvPr>
          <p:cNvSpPr>
            <a:spLocks noGrp="1" noRot="1" noMove="1" noResize="1" noEditPoints="1" noAdjustHandles="1" noChangeArrowheads="1" noChangeShapeType="1"/>
          </p:cNvSpPr>
          <p:nvPr/>
        </p:nvSpPr>
        <p:spPr>
          <a:xfrm>
            <a:off x="1208166" y="827825"/>
            <a:ext cx="8705776" cy="5202350"/>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9">
            <a:extLst>
              <a:ext uri="{FF2B5EF4-FFF2-40B4-BE49-F238E27FC236}">
                <a16:creationId xmlns:a16="http://schemas.microsoft.com/office/drawing/2014/main" id="{A42EFDFD-5356-C64A-8AC1-9F4719D73C8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Closely Divided Cases</a:t>
            </a:r>
          </a:p>
        </p:txBody>
      </p:sp>
      <p:sp>
        <p:nvSpPr>
          <p:cNvPr id="7" name="TextBox 6">
            <a:extLst>
              <a:ext uri="{FF2B5EF4-FFF2-40B4-BE49-F238E27FC236}">
                <a16:creationId xmlns:a16="http://schemas.microsoft.com/office/drawing/2014/main" id="{9750E56B-0F8A-2CC3-BA2B-DC94F2BF48A6}"/>
              </a:ext>
            </a:extLst>
          </p:cNvPr>
          <p:cNvSpPr txBox="1"/>
          <p:nvPr/>
        </p:nvSpPr>
        <p:spPr>
          <a:xfrm>
            <a:off x="838200" y="6083077"/>
            <a:ext cx="9883950" cy="276999"/>
          </a:xfrm>
          <a:prstGeom prst="rect">
            <a:avLst/>
          </a:prstGeom>
          <a:noFill/>
          <a:ln>
            <a:solidFill>
              <a:schemeClr val="tx1"/>
            </a:solidFill>
          </a:ln>
        </p:spPr>
        <p:txBody>
          <a:bodyPr wrap="square" rtlCol="0">
            <a:spAutoFit/>
          </a:bodyPr>
          <a:lstStyle/>
          <a:p>
            <a:pPr algn="ctr"/>
            <a:r>
              <a:rPr lang="en-US" sz="1200" dirty="0">
                <a:latin typeface="MULISH REGULAR ROMAN"/>
              </a:rPr>
              <a:t>Figures show the percentage of cases where each Justice was in the Majority coalition among cases decided by (5-4) or (6-3) coalitions. </a:t>
            </a:r>
          </a:p>
        </p:txBody>
      </p:sp>
      <p:sp>
        <p:nvSpPr>
          <p:cNvPr id="8" name="Slide Number Placeholder 7">
            <a:extLst>
              <a:ext uri="{FF2B5EF4-FFF2-40B4-BE49-F238E27FC236}">
                <a16:creationId xmlns:a16="http://schemas.microsoft.com/office/drawing/2014/main" id="{33E00DAD-7370-1C1A-1316-87B59CDE3EC4}"/>
              </a:ext>
            </a:extLst>
          </p:cNvPr>
          <p:cNvSpPr>
            <a:spLocks noGrp="1"/>
          </p:cNvSpPr>
          <p:nvPr>
            <p:ph type="sldNum" sz="quarter" idx="12"/>
          </p:nvPr>
        </p:nvSpPr>
        <p:spPr/>
        <p:txBody>
          <a:bodyPr/>
          <a:lstStyle/>
          <a:p>
            <a:fld id="{5E212BD6-99D2-4430-8307-3DFF6CB1AF68}" type="slidenum">
              <a:rPr lang="en-US" smtClean="0"/>
              <a:t>10</a:t>
            </a:fld>
            <a:endParaRPr lang="en-US"/>
          </a:p>
        </p:txBody>
      </p:sp>
      <p:pic>
        <p:nvPicPr>
          <p:cNvPr id="6" name="Picture 5" descr="A group of people standing in front of a graph&#10;&#10;AI-generated content may be incorrect.">
            <a:extLst>
              <a:ext uri="{FF2B5EF4-FFF2-40B4-BE49-F238E27FC236}">
                <a16:creationId xmlns:a16="http://schemas.microsoft.com/office/drawing/2014/main" id="{78BA12F3-FC9D-704B-675B-A3591E3E37A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08166" y="827825"/>
            <a:ext cx="8705776" cy="5223465"/>
          </a:xfrm>
          <a:prstGeom prst="rect">
            <a:avLst/>
          </a:prstGeom>
        </p:spPr>
      </p:pic>
    </p:spTree>
    <p:extLst>
      <p:ext uri="{BB962C8B-B14F-4D97-AF65-F5344CB8AC3E}">
        <p14:creationId xmlns:p14="http://schemas.microsoft.com/office/powerpoint/2010/main" val="40606662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62697E2-5ABB-843F-62F3-D838370F29A2}"/>
              </a:ext>
            </a:extLst>
          </p:cNvPr>
          <p:cNvSpPr>
            <a:spLocks/>
          </p:cNvSpPr>
          <p:nvPr/>
        </p:nvSpPr>
        <p:spPr>
          <a:xfrm>
            <a:off x="320850" y="1107821"/>
            <a:ext cx="9144019" cy="5454071"/>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itle 9">
            <a:extLst>
              <a:ext uri="{FF2B5EF4-FFF2-40B4-BE49-F238E27FC236}">
                <a16:creationId xmlns:a16="http://schemas.microsoft.com/office/drawing/2014/main" id="{F7EB7E3A-4562-FCEF-EA81-6C370DCA8FD5}"/>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BREAKING RANKS</a:t>
            </a:r>
          </a:p>
        </p:txBody>
      </p:sp>
      <p:sp>
        <p:nvSpPr>
          <p:cNvPr id="2" name="TextBox 1">
            <a:extLst>
              <a:ext uri="{FF2B5EF4-FFF2-40B4-BE49-F238E27FC236}">
                <a16:creationId xmlns:a16="http://schemas.microsoft.com/office/drawing/2014/main" id="{D8B37D0C-3077-D6B1-43EE-B61695475735}"/>
              </a:ext>
            </a:extLst>
          </p:cNvPr>
          <p:cNvSpPr txBox="1"/>
          <p:nvPr/>
        </p:nvSpPr>
        <p:spPr>
          <a:xfrm>
            <a:off x="4032739" y="130861"/>
            <a:ext cx="7776307" cy="830997"/>
          </a:xfrm>
          <a:prstGeom prst="rect">
            <a:avLst/>
          </a:prstGeom>
          <a:noFill/>
          <a:ln>
            <a:solidFill>
              <a:schemeClr val="tx1"/>
            </a:solidFill>
          </a:ln>
        </p:spPr>
        <p:txBody>
          <a:bodyPr wrap="square" rtlCol="0">
            <a:spAutoFit/>
          </a:bodyPr>
          <a:lstStyle/>
          <a:p>
            <a:r>
              <a:rPr lang="en-US" sz="1200" dirty="0"/>
              <a:t>This figure shows the coalition behaviors of Justices in </a:t>
            </a:r>
            <a:r>
              <a:rPr lang="en-US" sz="1200" u="sng" dirty="0"/>
              <a:t>non-unanimous</a:t>
            </a:r>
            <a:r>
              <a:rPr lang="en-US" sz="1200" dirty="0"/>
              <a:t> cases between the 2020 and 2024 terms. The </a:t>
            </a:r>
            <a:r>
              <a:rPr lang="en-US" sz="1200" dirty="0">
                <a:solidFill>
                  <a:schemeClr val="bg1"/>
                </a:solidFill>
                <a:highlight>
                  <a:srgbClr val="808080"/>
                </a:highlight>
              </a:rPr>
              <a:t>DARK GREY</a:t>
            </a:r>
            <a:r>
              <a:rPr lang="en-US" sz="1200" dirty="0">
                <a:solidFill>
                  <a:schemeClr val="bg1"/>
                </a:solidFill>
              </a:rPr>
              <a:t> </a:t>
            </a:r>
            <a:r>
              <a:rPr lang="en-US" sz="1200" dirty="0"/>
              <a:t>bars represent the percentage of cases where a Justice joined a coalition consisting of all the Justices appointed by a President of a different party. Alternatively, the </a:t>
            </a:r>
            <a:r>
              <a:rPr lang="en-US" sz="1200" b="1" dirty="0">
                <a:highlight>
                  <a:srgbClr val="C0C0C0"/>
                </a:highlight>
              </a:rPr>
              <a:t>LIGHT GREY</a:t>
            </a:r>
            <a:r>
              <a:rPr lang="en-US" sz="1200" dirty="0"/>
              <a:t> bars indicate the percentage of cases where a Justice was the lone dissenter from a coalition consisting of the remaining same-party appointees. </a:t>
            </a:r>
            <a:endParaRPr lang="en-US" sz="1200" dirty="0">
              <a:highlight>
                <a:srgbClr val="FFFF00"/>
              </a:highlight>
              <a:latin typeface="MULISH REGULAR ROMAN"/>
            </a:endParaRPr>
          </a:p>
        </p:txBody>
      </p:sp>
      <p:sp>
        <p:nvSpPr>
          <p:cNvPr id="6" name="Slide Number Placeholder 5">
            <a:extLst>
              <a:ext uri="{FF2B5EF4-FFF2-40B4-BE49-F238E27FC236}">
                <a16:creationId xmlns:a16="http://schemas.microsoft.com/office/drawing/2014/main" id="{8D5EE303-FE0A-1A83-4436-CD8EA6DF072D}"/>
              </a:ext>
            </a:extLst>
          </p:cNvPr>
          <p:cNvSpPr>
            <a:spLocks noGrp="1"/>
          </p:cNvSpPr>
          <p:nvPr>
            <p:ph type="sldNum" sz="quarter" idx="12"/>
          </p:nvPr>
        </p:nvSpPr>
        <p:spPr/>
        <p:txBody>
          <a:bodyPr/>
          <a:lstStyle/>
          <a:p>
            <a:fld id="{5E212BD6-99D2-4430-8307-3DFF6CB1AF68}" type="slidenum">
              <a:rPr lang="en-US" smtClean="0"/>
              <a:t>11</a:t>
            </a:fld>
            <a:endParaRPr lang="en-US"/>
          </a:p>
        </p:txBody>
      </p:sp>
      <p:sp>
        <p:nvSpPr>
          <p:cNvPr id="3" name="TextBox 2">
            <a:extLst>
              <a:ext uri="{FF2B5EF4-FFF2-40B4-BE49-F238E27FC236}">
                <a16:creationId xmlns:a16="http://schemas.microsoft.com/office/drawing/2014/main" id="{681B9AB2-8F52-F6F9-2F8E-1BA127D0C6A9}"/>
              </a:ext>
            </a:extLst>
          </p:cNvPr>
          <p:cNvSpPr txBox="1"/>
          <p:nvPr/>
        </p:nvSpPr>
        <p:spPr>
          <a:xfrm>
            <a:off x="9464869" y="1314369"/>
            <a:ext cx="2512627" cy="3793346"/>
          </a:xfrm>
          <a:prstGeom prst="rect">
            <a:avLst/>
          </a:prstGeom>
          <a:noFill/>
          <a:ln>
            <a:solidFill>
              <a:schemeClr val="tx1"/>
            </a:solidFill>
          </a:ln>
        </p:spPr>
        <p:txBody>
          <a:bodyPr wrap="square" rtlCol="0">
            <a:spAutoFit/>
          </a:bodyPr>
          <a:lstStyle/>
          <a:p>
            <a:r>
              <a:rPr lang="en-US" sz="1100" dirty="0">
                <a:solidFill>
                  <a:schemeClr val="bg1"/>
                </a:solidFill>
                <a:highlight>
                  <a:srgbClr val="808080"/>
                </a:highlight>
              </a:rPr>
              <a:t>DARK GREY</a:t>
            </a:r>
            <a:r>
              <a:rPr lang="en-US" sz="1100" dirty="0"/>
              <a:t> Ex(s): In approximately 38% of cases, Chief Justice Roberts and Justice Kavanaugh joined a coalition that also included all those appointed by Democratic presidents. Alternatively, Justice Breyer joined a coalition consisting of all the Republican appointees in 8.1% of cases. </a:t>
            </a:r>
            <a:br>
              <a:rPr lang="en-US" sz="1100" dirty="0"/>
            </a:br>
            <a:endParaRPr lang="en-US" sz="1100" b="1" i="1" dirty="0"/>
          </a:p>
          <a:p>
            <a:r>
              <a:rPr lang="en-US" sz="900" b="1" i="1" dirty="0"/>
              <a:t>Note</a:t>
            </a:r>
            <a:r>
              <a:rPr lang="en-US" sz="900" b="1" dirty="0"/>
              <a:t>:</a:t>
            </a:r>
            <a:r>
              <a:rPr lang="en-US" sz="900" dirty="0"/>
              <a:t> This does </a:t>
            </a:r>
            <a:r>
              <a:rPr lang="en-US" sz="900" u="sng" dirty="0"/>
              <a:t>not</a:t>
            </a:r>
            <a:r>
              <a:rPr lang="en-US" sz="900" dirty="0"/>
              <a:t> mean they were the lone Republican (Democratic) appointee(s) to do so in a particular case.</a:t>
            </a:r>
          </a:p>
          <a:p>
            <a:endParaRPr lang="en-US" sz="1100" b="1" dirty="0">
              <a:solidFill>
                <a:schemeClr val="bg1"/>
              </a:solidFill>
              <a:highlight>
                <a:srgbClr val="C0C0C0"/>
              </a:highlight>
            </a:endParaRPr>
          </a:p>
          <a:p>
            <a:endParaRPr lang="en-US" sz="1100" b="1" dirty="0">
              <a:solidFill>
                <a:schemeClr val="bg1"/>
              </a:solidFill>
              <a:highlight>
                <a:srgbClr val="C0C0C0"/>
              </a:highlight>
            </a:endParaRPr>
          </a:p>
          <a:p>
            <a:r>
              <a:rPr lang="en-US" sz="1100" b="1" dirty="0">
                <a:highlight>
                  <a:srgbClr val="C0C0C0"/>
                </a:highlight>
              </a:rPr>
              <a:t>LIGHT GREY</a:t>
            </a:r>
            <a:r>
              <a:rPr lang="en-US" sz="1100" dirty="0"/>
              <a:t> Ex(s):  In 2.5% of cases, Justice Roberts was the lone Republican appointee to break from a coalition consisting of the remaining Republican appointees. Justice Sotomayor was likewise the lone defector from a coalition consisting of all the remaining Democratic appointees in 4.4% of cases.</a:t>
            </a:r>
            <a:endParaRPr lang="en-US" sz="1100" dirty="0">
              <a:highlight>
                <a:srgbClr val="FFFF00"/>
              </a:highlight>
              <a:latin typeface="MULISH REGULAR ROMAN"/>
            </a:endParaRPr>
          </a:p>
        </p:txBody>
      </p:sp>
      <p:pic>
        <p:nvPicPr>
          <p:cNvPr id="8" name="Picture 7" descr="A group of people in a row&#10;&#10;AI-generated content may be incorrect.">
            <a:extLst>
              <a:ext uri="{FF2B5EF4-FFF2-40B4-BE49-F238E27FC236}">
                <a16:creationId xmlns:a16="http://schemas.microsoft.com/office/drawing/2014/main" id="{2FFADE52-CD91-18C0-DC82-5E99F570A51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850" y="1107821"/>
            <a:ext cx="9144019" cy="5486411"/>
          </a:xfrm>
          <a:prstGeom prst="rect">
            <a:avLst/>
          </a:prstGeom>
        </p:spPr>
      </p:pic>
    </p:spTree>
    <p:extLst>
      <p:ext uri="{BB962C8B-B14F-4D97-AF65-F5344CB8AC3E}">
        <p14:creationId xmlns:p14="http://schemas.microsoft.com/office/powerpoint/2010/main" val="249045851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3E9DBF-2E9B-A27F-93BF-CF63E383D85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1ED80C4D-23BC-B727-258C-4820AED989C5}"/>
              </a:ext>
            </a:extLst>
          </p:cNvPr>
          <p:cNvSpPr>
            <a:spLocks noGrp="1" noRot="1" noMove="1" noResize="1" noEditPoints="1" noAdjustHandles="1" noChangeArrowheads="1" noChangeShapeType="1"/>
          </p:cNvSpPr>
          <p:nvPr/>
        </p:nvSpPr>
        <p:spPr>
          <a:xfrm>
            <a:off x="320850" y="961858"/>
            <a:ext cx="7075373" cy="5896145"/>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itle 9">
            <a:extLst>
              <a:ext uri="{FF2B5EF4-FFF2-40B4-BE49-F238E27FC236}">
                <a16:creationId xmlns:a16="http://schemas.microsoft.com/office/drawing/2014/main" id="{11143281-96A2-98FE-8D69-E8A01B3D8277}"/>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JUSTICE AGREEMENT – All Cases</a:t>
            </a:r>
          </a:p>
        </p:txBody>
      </p:sp>
      <p:sp>
        <p:nvSpPr>
          <p:cNvPr id="30" name="TextBox 29">
            <a:extLst>
              <a:ext uri="{FF2B5EF4-FFF2-40B4-BE49-F238E27FC236}">
                <a16:creationId xmlns:a16="http://schemas.microsoft.com/office/drawing/2014/main" id="{32EB1118-ECF4-78AB-814C-C6975A3ED2F5}"/>
              </a:ext>
            </a:extLst>
          </p:cNvPr>
          <p:cNvSpPr txBox="1"/>
          <p:nvPr/>
        </p:nvSpPr>
        <p:spPr>
          <a:xfrm>
            <a:off x="7884544" y="961858"/>
            <a:ext cx="3986606" cy="1569660"/>
          </a:xfrm>
          <a:prstGeom prst="rect">
            <a:avLst/>
          </a:prstGeom>
          <a:noFill/>
          <a:ln>
            <a:solidFill>
              <a:schemeClr val="tx1"/>
            </a:solidFill>
          </a:ln>
        </p:spPr>
        <p:txBody>
          <a:bodyPr wrap="square" rtlCol="0">
            <a:spAutoFit/>
          </a:bodyPr>
          <a:lstStyle/>
          <a:p>
            <a:r>
              <a:rPr lang="en-US" sz="1200" dirty="0">
                <a:latin typeface="MULISH REGULAR ROMAN"/>
              </a:rPr>
              <a:t>Figure shows the relative agreement (percent) in voting alignment shared between Justices in all cases during the 2024 Term. </a:t>
            </a:r>
          </a:p>
          <a:p>
            <a:endParaRPr lang="en-US" sz="1200" i="1" dirty="0">
              <a:latin typeface="MULISH REGULAR ROMAN"/>
            </a:endParaRPr>
          </a:p>
          <a:p>
            <a:r>
              <a:rPr lang="en-US" sz="1200" i="1" dirty="0">
                <a:latin typeface="MULISH REGULAR ROMAN"/>
              </a:rPr>
              <a:t>Agreement</a:t>
            </a:r>
            <a:r>
              <a:rPr lang="en-US" sz="1200" dirty="0">
                <a:latin typeface="MULISH REGULAR ROMAN"/>
              </a:rPr>
              <a:t> can be understood as Justices similarly aligning in the Majority (or Dissenting) coalition – where those who concur (fully, in part, or in judgement) are similarly considered as part of the majority.  </a:t>
            </a:r>
          </a:p>
        </p:txBody>
      </p:sp>
      <p:sp>
        <p:nvSpPr>
          <p:cNvPr id="5" name="Slide Number Placeholder 4">
            <a:extLst>
              <a:ext uri="{FF2B5EF4-FFF2-40B4-BE49-F238E27FC236}">
                <a16:creationId xmlns:a16="http://schemas.microsoft.com/office/drawing/2014/main" id="{D8D5BAB9-6CE6-E752-D512-07A58538C5D4}"/>
              </a:ext>
            </a:extLst>
          </p:cNvPr>
          <p:cNvSpPr>
            <a:spLocks noGrp="1"/>
          </p:cNvSpPr>
          <p:nvPr>
            <p:ph type="sldNum" sz="quarter" idx="12"/>
          </p:nvPr>
        </p:nvSpPr>
        <p:spPr/>
        <p:txBody>
          <a:bodyPr/>
          <a:lstStyle/>
          <a:p>
            <a:fld id="{5E212BD6-99D2-4430-8307-3DFF6CB1AF68}" type="slidenum">
              <a:rPr lang="en-US" smtClean="0"/>
              <a:t>12</a:t>
            </a:fld>
            <a:endParaRPr lang="en-US"/>
          </a:p>
        </p:txBody>
      </p:sp>
      <p:pic>
        <p:nvPicPr>
          <p:cNvPr id="6" name="Picture 5" descr="A group of people in suits&#10;&#10;AI-generated content may be incorrect.">
            <a:extLst>
              <a:ext uri="{FF2B5EF4-FFF2-40B4-BE49-F238E27FC236}">
                <a16:creationId xmlns:a16="http://schemas.microsoft.com/office/drawing/2014/main" id="{7907D33C-C223-E2C4-8D87-9261A52FD7D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850" y="961854"/>
            <a:ext cx="7075373" cy="5896145"/>
          </a:xfrm>
          <a:prstGeom prst="rect">
            <a:avLst/>
          </a:prstGeom>
        </p:spPr>
      </p:pic>
    </p:spTree>
    <p:extLst>
      <p:ext uri="{BB962C8B-B14F-4D97-AF65-F5344CB8AC3E}">
        <p14:creationId xmlns:p14="http://schemas.microsoft.com/office/powerpoint/2010/main" val="110013732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E91C96E-34A4-7367-D1CE-44B2946B07A3}"/>
              </a:ext>
            </a:extLst>
          </p:cNvPr>
          <p:cNvSpPr>
            <a:spLocks noGrp="1" noRot="1" noMove="1" noResize="1" noEditPoints="1" noAdjustHandles="1" noChangeArrowheads="1" noChangeShapeType="1"/>
          </p:cNvSpPr>
          <p:nvPr/>
        </p:nvSpPr>
        <p:spPr>
          <a:xfrm>
            <a:off x="320850" y="961858"/>
            <a:ext cx="7075373" cy="5896145"/>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itle 9">
            <a:extLst>
              <a:ext uri="{FF2B5EF4-FFF2-40B4-BE49-F238E27FC236}">
                <a16:creationId xmlns:a16="http://schemas.microsoft.com/office/drawing/2014/main" id="{6FDB2B55-07C2-8280-3304-33DFB7D8F638}"/>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JUSTICE AGREEMENT – Closely Divided Cases</a:t>
            </a:r>
          </a:p>
        </p:txBody>
      </p:sp>
      <p:sp>
        <p:nvSpPr>
          <p:cNvPr id="16" name="TextBox 15">
            <a:extLst>
              <a:ext uri="{FF2B5EF4-FFF2-40B4-BE49-F238E27FC236}">
                <a16:creationId xmlns:a16="http://schemas.microsoft.com/office/drawing/2014/main" id="{607B8B05-F145-5253-F510-37F9D61AA3DB}"/>
              </a:ext>
            </a:extLst>
          </p:cNvPr>
          <p:cNvSpPr txBox="1"/>
          <p:nvPr/>
        </p:nvSpPr>
        <p:spPr>
          <a:xfrm>
            <a:off x="7884544" y="961858"/>
            <a:ext cx="3986606" cy="1569660"/>
          </a:xfrm>
          <a:prstGeom prst="rect">
            <a:avLst/>
          </a:prstGeom>
          <a:noFill/>
          <a:ln>
            <a:solidFill>
              <a:schemeClr val="tx1"/>
            </a:solidFill>
          </a:ln>
        </p:spPr>
        <p:txBody>
          <a:bodyPr wrap="square" rtlCol="0">
            <a:spAutoFit/>
          </a:bodyPr>
          <a:lstStyle/>
          <a:p>
            <a:r>
              <a:rPr lang="en-US" sz="1200" dirty="0">
                <a:latin typeface="MULISH REGULAR ROMAN"/>
              </a:rPr>
              <a:t>Figure shows the relative agreement (percent) in voting alignment shared between Justices in cases decided by (5-4) or (6-3) coalitions during the 2024 Term. </a:t>
            </a:r>
          </a:p>
          <a:p>
            <a:endParaRPr lang="en-US" sz="1200" i="1" dirty="0">
              <a:latin typeface="MULISH REGULAR ROMAN"/>
            </a:endParaRPr>
          </a:p>
          <a:p>
            <a:r>
              <a:rPr lang="en-US" sz="1200" i="1" dirty="0">
                <a:latin typeface="MULISH REGULAR ROMAN"/>
              </a:rPr>
              <a:t>Agreement</a:t>
            </a:r>
            <a:r>
              <a:rPr lang="en-US" sz="1200" dirty="0">
                <a:latin typeface="MULISH REGULAR ROMAN"/>
              </a:rPr>
              <a:t> can be understood as Justices similarly aligning in the Majority (or Dissenting) coalition – where those who concur (fully, in part, or in judgement) are similarly considered as part of the majority.  </a:t>
            </a:r>
          </a:p>
        </p:txBody>
      </p:sp>
      <p:sp>
        <p:nvSpPr>
          <p:cNvPr id="5" name="Slide Number Placeholder 4">
            <a:extLst>
              <a:ext uri="{FF2B5EF4-FFF2-40B4-BE49-F238E27FC236}">
                <a16:creationId xmlns:a16="http://schemas.microsoft.com/office/drawing/2014/main" id="{D97E5F8E-7018-BD8E-009F-8D51ED4CFDBE}"/>
              </a:ext>
            </a:extLst>
          </p:cNvPr>
          <p:cNvSpPr>
            <a:spLocks noGrp="1"/>
          </p:cNvSpPr>
          <p:nvPr>
            <p:ph type="sldNum" sz="quarter" idx="12"/>
          </p:nvPr>
        </p:nvSpPr>
        <p:spPr/>
        <p:txBody>
          <a:bodyPr/>
          <a:lstStyle/>
          <a:p>
            <a:fld id="{5E212BD6-99D2-4430-8307-3DFF6CB1AF68}" type="slidenum">
              <a:rPr lang="en-US" smtClean="0"/>
              <a:t>13</a:t>
            </a:fld>
            <a:endParaRPr lang="en-US"/>
          </a:p>
        </p:txBody>
      </p:sp>
      <p:pic>
        <p:nvPicPr>
          <p:cNvPr id="6" name="Picture 5" descr="A group of people in a graph&#10;&#10;AI-generated content may be incorrect.">
            <a:extLst>
              <a:ext uri="{FF2B5EF4-FFF2-40B4-BE49-F238E27FC236}">
                <a16:creationId xmlns:a16="http://schemas.microsoft.com/office/drawing/2014/main" id="{B9506C5B-CB3D-8FF4-C2B3-F1F92376846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851" y="961854"/>
            <a:ext cx="7075374" cy="5896146"/>
          </a:xfrm>
          <a:prstGeom prst="rect">
            <a:avLst/>
          </a:prstGeom>
        </p:spPr>
      </p:pic>
    </p:spTree>
    <p:extLst>
      <p:ext uri="{BB962C8B-B14F-4D97-AF65-F5344CB8AC3E}">
        <p14:creationId xmlns:p14="http://schemas.microsoft.com/office/powerpoint/2010/main" val="257296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4"/>
          <p:cNvGraphicFramePr>
            <a:graphicFrameLocks noGrp="1"/>
          </p:cNvGraphicFramePr>
          <p:nvPr>
            <p:ph idx="1"/>
            <p:extLst>
              <p:ext uri="{D42A27DB-BD31-4B8C-83A1-F6EECF244321}">
                <p14:modId xmlns:p14="http://schemas.microsoft.com/office/powerpoint/2010/main" val="29002908"/>
              </p:ext>
            </p:extLst>
          </p:nvPr>
        </p:nvGraphicFramePr>
        <p:xfrm>
          <a:off x="429138" y="1100876"/>
          <a:ext cx="10733394" cy="2850675"/>
        </p:xfrm>
        <a:graphic>
          <a:graphicData uri="http://schemas.openxmlformats.org/drawingml/2006/table">
            <a:tbl>
              <a:tblPr firstRow="1" bandRow="1">
                <a:tableStyleId>{C083E6E3-FA7D-4D7B-A595-EF9225AFEA82}</a:tableStyleId>
              </a:tblPr>
              <a:tblGrid>
                <a:gridCol w="1313440">
                  <a:extLst>
                    <a:ext uri="{9D8B030D-6E8A-4147-A177-3AD203B41FA5}">
                      <a16:colId xmlns:a16="http://schemas.microsoft.com/office/drawing/2014/main" val="20000"/>
                    </a:ext>
                  </a:extLst>
                </a:gridCol>
                <a:gridCol w="1344322">
                  <a:extLst>
                    <a:ext uri="{9D8B030D-6E8A-4147-A177-3AD203B41FA5}">
                      <a16:colId xmlns:a16="http://schemas.microsoft.com/office/drawing/2014/main" val="20001"/>
                    </a:ext>
                  </a:extLst>
                </a:gridCol>
                <a:gridCol w="1344322">
                  <a:extLst>
                    <a:ext uri="{9D8B030D-6E8A-4147-A177-3AD203B41FA5}">
                      <a16:colId xmlns:a16="http://schemas.microsoft.com/office/drawing/2014/main" val="20002"/>
                    </a:ext>
                  </a:extLst>
                </a:gridCol>
                <a:gridCol w="1344322">
                  <a:extLst>
                    <a:ext uri="{9D8B030D-6E8A-4147-A177-3AD203B41FA5}">
                      <a16:colId xmlns:a16="http://schemas.microsoft.com/office/drawing/2014/main" val="20003"/>
                    </a:ext>
                  </a:extLst>
                </a:gridCol>
                <a:gridCol w="1344322">
                  <a:extLst>
                    <a:ext uri="{9D8B030D-6E8A-4147-A177-3AD203B41FA5}">
                      <a16:colId xmlns:a16="http://schemas.microsoft.com/office/drawing/2014/main" val="20004"/>
                    </a:ext>
                  </a:extLst>
                </a:gridCol>
                <a:gridCol w="1344322">
                  <a:extLst>
                    <a:ext uri="{9D8B030D-6E8A-4147-A177-3AD203B41FA5}">
                      <a16:colId xmlns:a16="http://schemas.microsoft.com/office/drawing/2014/main" val="20005"/>
                    </a:ext>
                  </a:extLst>
                </a:gridCol>
                <a:gridCol w="1344322">
                  <a:extLst>
                    <a:ext uri="{9D8B030D-6E8A-4147-A177-3AD203B41FA5}">
                      <a16:colId xmlns:a16="http://schemas.microsoft.com/office/drawing/2014/main" val="20006"/>
                    </a:ext>
                  </a:extLst>
                </a:gridCol>
                <a:gridCol w="1354022">
                  <a:extLst>
                    <a:ext uri="{9D8B030D-6E8A-4147-A177-3AD203B41FA5}">
                      <a16:colId xmlns:a16="http://schemas.microsoft.com/office/drawing/2014/main" val="20007"/>
                    </a:ext>
                  </a:extLst>
                </a:gridCol>
              </a:tblGrid>
              <a:tr h="393195">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200" b="1" u="none" strike="noStrike" dirty="0">
                          <a:solidFill>
                            <a:schemeClr val="tx1"/>
                          </a:solidFill>
                          <a:effectLst/>
                          <a:latin typeface="MULISH REGULAR ROMAN" pitchFamily="2" charset="77"/>
                        </a:rPr>
                        <a:t>Total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9-0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8-1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7-2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6-3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5-4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Average majority</a:t>
                      </a:r>
                      <a:endParaRPr lang="en-US" sz="1200" b="1" i="0" u="none" strike="noStrike" dirty="0">
                        <a:solidFill>
                          <a:schemeClr val="tx1"/>
                        </a:solidFill>
                        <a:effectLst/>
                        <a:latin typeface="MULISH REGULAR ROMAN" pitchFamily="2" charset="77"/>
                      </a:endParaRP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45748">
                <a:tc>
                  <a:txBody>
                    <a:bodyPr/>
                    <a:lstStyle/>
                    <a:p>
                      <a:pPr algn="l" fontAlgn="b"/>
                      <a:r>
                        <a:rPr lang="en-US" sz="1100" b="1" u="none" strike="noStrike" dirty="0">
                          <a:solidFill>
                            <a:schemeClr val="tx1"/>
                          </a:solidFill>
                          <a:effectLst/>
                          <a:latin typeface="MULISH REGULAR ROMAN" pitchFamily="2" charset="77"/>
                        </a:rPr>
                        <a:t>Roberts</a:t>
                      </a:r>
                      <a:endParaRPr lang="en-US" sz="1100" b="1"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6</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45748">
                <a:tc>
                  <a:txBody>
                    <a:bodyPr/>
                    <a:lstStyle/>
                    <a:p>
                      <a:pPr algn="l" fontAlgn="b"/>
                      <a:r>
                        <a:rPr lang="en-US" sz="1100" b="1" u="none" strike="noStrike" dirty="0">
                          <a:solidFill>
                            <a:schemeClr val="tx1"/>
                          </a:solidFill>
                          <a:effectLst/>
                          <a:latin typeface="MULISH REGULAR ROMAN" pitchFamily="2" charset="77"/>
                        </a:rPr>
                        <a:t>Thomas</a:t>
                      </a:r>
                      <a:endParaRPr lang="en-US" sz="1100" b="1"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6</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8</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45748">
                <a:tc>
                  <a:txBody>
                    <a:bodyPr/>
                    <a:lstStyle/>
                    <a:p>
                      <a:pPr algn="l" fontAlgn="b"/>
                      <a:r>
                        <a:rPr lang="en-US" sz="1100" b="1"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45748">
                <a:tc>
                  <a:txBody>
                    <a:bodyPr/>
                    <a:lstStyle/>
                    <a:p>
                      <a:pPr algn="l" fontAlgn="b"/>
                      <a:r>
                        <a:rPr lang="en-US" sz="1100" b="1"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5</a:t>
                      </a:r>
                    </a:p>
                  </a:txBody>
                  <a:tcPr marL="9525" marR="9525" marT="9525" marB="0" anchor="ctr">
                    <a:lnL>
                      <a:noFill/>
                    </a:lnL>
                    <a:lnR>
                      <a:noFill/>
                    </a:lnR>
                    <a:lnT>
                      <a:noFill/>
                    </a:lnT>
                    <a:lnB>
                      <a:noFill/>
                    </a:lnB>
                    <a:lnTlToBr w="12700" cmpd="sng">
                      <a:noFill/>
                      <a:prstDash val="solid"/>
                    </a:lnTlToBr>
                    <a:lnBlToTr w="12700" cmpd="sng">
                      <a:noFill/>
                      <a:prstDash val="solid"/>
                    </a:lnBlToTr>
                    <a:solidFill>
                      <a:srgbClr val="FFFFFF"/>
                    </a:solidFill>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8.4</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45748">
                <a:tc>
                  <a:txBody>
                    <a:bodyPr/>
                    <a:lstStyle/>
                    <a:p>
                      <a:pPr algn="l" fontAlgn="b"/>
                      <a:r>
                        <a:rPr lang="en-US" sz="1100" b="1"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45748">
                <a:tc>
                  <a:txBody>
                    <a:bodyPr/>
                    <a:lstStyle/>
                    <a:p>
                      <a:pPr algn="l" fontAlgn="b"/>
                      <a:r>
                        <a:rPr lang="en-US" sz="1100" b="1"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45748">
                <a:tc>
                  <a:txBody>
                    <a:bodyPr/>
                    <a:lstStyle/>
                    <a:p>
                      <a:pPr algn="l" fontAlgn="b"/>
                      <a:r>
                        <a:rPr lang="en-US" sz="1100" b="1"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6</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45748">
                <a:tc>
                  <a:txBody>
                    <a:bodyPr/>
                    <a:lstStyle/>
                    <a:p>
                      <a:pPr algn="l" fontAlgn="b"/>
                      <a:r>
                        <a:rPr lang="en-US" sz="1100" b="1"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6</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7.17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r h="245748">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l" fontAlgn="b"/>
                      <a:r>
                        <a:rPr lang="en-US" sz="1100" b="1"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4</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8.75</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10"/>
                  </a:ext>
                </a:extLst>
              </a:tr>
              <a:tr h="245748">
                <a:tc>
                  <a:txBody>
                    <a:bodyPr/>
                    <a:lstStyle/>
                    <a:p>
                      <a:pPr algn="ctr" fontAlgn="b"/>
                      <a:r>
                        <a:rPr lang="en-US" sz="1200" b="1" i="0" u="none" strike="noStrike" dirty="0">
                          <a:solidFill>
                            <a:schemeClr val="tx1"/>
                          </a:solidFill>
                          <a:effectLst/>
                          <a:latin typeface="MULISH REGULAR ROMAN" pitchFamily="2" charset="77"/>
                        </a:rPr>
                        <a:t>Total</a:t>
                      </a:r>
                    </a:p>
                  </a:txBody>
                  <a:tcPr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endParaRPr lang="en-US" sz="1100" b="1" dirty="0">
                        <a:solidFill>
                          <a:schemeClr val="tx1"/>
                        </a:solidFill>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1"/>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914485727"/>
              </p:ext>
            </p:extLst>
          </p:nvPr>
        </p:nvGraphicFramePr>
        <p:xfrm>
          <a:off x="401996" y="4168191"/>
          <a:ext cx="3756562" cy="2513061"/>
        </p:xfrm>
        <a:graphic>
          <a:graphicData uri="http://schemas.openxmlformats.org/drawingml/2006/table">
            <a:tbl>
              <a:tblPr firstRow="1" bandRow="1">
                <a:tableStyleId>{C083E6E3-FA7D-4D7B-A595-EF9225AFEA82}</a:tableStyleId>
              </a:tblPr>
              <a:tblGrid>
                <a:gridCol w="1878281">
                  <a:extLst>
                    <a:ext uri="{9D8B030D-6E8A-4147-A177-3AD203B41FA5}">
                      <a16:colId xmlns:a16="http://schemas.microsoft.com/office/drawing/2014/main" val="20000"/>
                    </a:ext>
                  </a:extLst>
                </a:gridCol>
                <a:gridCol w="1878281">
                  <a:extLst>
                    <a:ext uri="{9D8B030D-6E8A-4147-A177-3AD203B41FA5}">
                      <a16:colId xmlns:a16="http://schemas.microsoft.com/office/drawing/2014/main" val="20001"/>
                    </a:ext>
                  </a:extLst>
                </a:gridCol>
              </a:tblGrid>
              <a:tr h="455661">
                <a:tc gridSpan="2">
                  <a:txBody>
                    <a:bodyPr/>
                    <a:lstStyle/>
                    <a:p>
                      <a:pPr algn="ctr" fontAlgn="b"/>
                      <a:r>
                        <a:rPr lang="en-US" sz="1400" b="1" u="none" strike="noStrike" dirty="0">
                          <a:solidFill>
                            <a:schemeClr val="tx1"/>
                          </a:solidFill>
                          <a:effectLst/>
                          <a:latin typeface="MULISH REGULAR ROMAN" pitchFamily="2" charset="77"/>
                        </a:rPr>
                        <a:t>% of Opinions Decided Unanimously</a:t>
                      </a:r>
                      <a:endParaRPr lang="en-US" sz="1400" b="1" i="0" u="none" strike="noStrike" dirty="0">
                        <a:solidFill>
                          <a:schemeClr val="tx1"/>
                        </a:solidFill>
                        <a:effectLst/>
                        <a:latin typeface="MULISH REGULAR ROMAN" pitchFamily="2" charset="77"/>
                      </a:endParaRPr>
                    </a:p>
                  </a:txBody>
                  <a:tcPr marL="9525" marR="9525" marT="9525"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marL="9525" marR="9525" marT="9525" marB="0" anchor="b"/>
                </a:tc>
                <a:extLst>
                  <a:ext uri="{0D108BD9-81ED-4DB2-BD59-A6C34878D82A}">
                    <a16:rowId xmlns:a16="http://schemas.microsoft.com/office/drawing/2014/main" val="10000"/>
                  </a:ext>
                </a:extLst>
              </a:tr>
              <a:tr h="228600">
                <a:tc>
                  <a:txBody>
                    <a:bodyPr/>
                    <a:lstStyle/>
                    <a:p>
                      <a:pPr algn="ctr" fontAlgn="b"/>
                      <a:r>
                        <a:rPr lang="en-US" sz="1100" b="0" u="none" strike="noStrike" dirty="0">
                          <a:solidFill>
                            <a:schemeClr val="tx1"/>
                          </a:solidFill>
                          <a:effectLst/>
                          <a:latin typeface="MULISH REGULAR ROMAN" pitchFamily="2" charset="77"/>
                        </a:rPr>
                        <a:t>Roberts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50%</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28600">
                <a:tc>
                  <a:txBody>
                    <a:bodyPr/>
                    <a:lstStyle/>
                    <a:p>
                      <a:pPr algn="ctr" fontAlgn="b"/>
                      <a:r>
                        <a:rPr lang="en-US" sz="1100" b="0" u="none" strike="noStrike" dirty="0">
                          <a:solidFill>
                            <a:schemeClr val="tx1"/>
                          </a:solidFill>
                          <a:effectLst/>
                          <a:latin typeface="MULISH REGULAR ROMAN" pitchFamily="2" charset="77"/>
                        </a:rPr>
                        <a:t>Thomas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50%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8600">
                <a:tc>
                  <a:txBody>
                    <a:bodyPr/>
                    <a:lstStyle/>
                    <a:p>
                      <a:pPr algn="ctr" fontAlgn="b"/>
                      <a:r>
                        <a:rPr lang="en-US" sz="1100" b="0"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100%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28600">
                <a:tc>
                  <a:txBody>
                    <a:bodyPr/>
                    <a:lstStyle/>
                    <a:p>
                      <a:pPr algn="ctr" fontAlgn="b"/>
                      <a:r>
                        <a:rPr lang="en-US" sz="1100" b="0"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60%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28600">
                <a:tc>
                  <a:txBody>
                    <a:bodyPr/>
                    <a:lstStyle/>
                    <a:p>
                      <a:pPr algn="ctr" fontAlgn="b"/>
                      <a:r>
                        <a:rPr lang="en-US" sz="1100" b="0"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100%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28600">
                <a:tc>
                  <a:txBody>
                    <a:bodyPr/>
                    <a:lstStyle/>
                    <a:p>
                      <a:pPr algn="ctr" fontAlgn="b"/>
                      <a:r>
                        <a:rPr lang="en-US" sz="1100" b="0"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20%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28600">
                <a:tc>
                  <a:txBody>
                    <a:bodyPr/>
                    <a:lstStyle/>
                    <a:p>
                      <a:pPr algn="ctr" fontAlgn="b"/>
                      <a:r>
                        <a:rPr lang="en-US" sz="1100" b="0"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33%</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28600">
                <a:tc>
                  <a:txBody>
                    <a:bodyPr/>
                    <a:lstStyle/>
                    <a:p>
                      <a:pPr algn="ctr" fontAlgn="b"/>
                      <a:r>
                        <a:rPr lang="en-US" sz="1100" b="0"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28600">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75%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11" name="Title 9">
            <a:extLst>
              <a:ext uri="{FF2B5EF4-FFF2-40B4-BE49-F238E27FC236}">
                <a16:creationId xmlns:a16="http://schemas.microsoft.com/office/drawing/2014/main" id="{53B38A24-C2D1-2542-AF2D-D68A7476B6F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STRENGTH OF THE MAJORITY</a:t>
            </a:r>
          </a:p>
        </p:txBody>
      </p:sp>
      <p:graphicFrame>
        <p:nvGraphicFramePr>
          <p:cNvPr id="12" name="Table 11">
            <a:extLst>
              <a:ext uri="{FF2B5EF4-FFF2-40B4-BE49-F238E27FC236}">
                <a16:creationId xmlns:a16="http://schemas.microsoft.com/office/drawing/2014/main" id="{CC33FC22-44FB-C043-B5DB-9280A1B6ECB8}"/>
              </a:ext>
            </a:extLst>
          </p:cNvPr>
          <p:cNvGraphicFramePr>
            <a:graphicFrameLocks noGrp="1"/>
          </p:cNvGraphicFramePr>
          <p:nvPr>
            <p:extLst>
              <p:ext uri="{D42A27DB-BD31-4B8C-83A1-F6EECF244321}">
                <p14:modId xmlns:p14="http://schemas.microsoft.com/office/powerpoint/2010/main" val="2766726628"/>
              </p:ext>
            </p:extLst>
          </p:nvPr>
        </p:nvGraphicFramePr>
        <p:xfrm>
          <a:off x="4656537" y="4156187"/>
          <a:ext cx="6179914" cy="2513061"/>
        </p:xfrm>
        <a:graphic>
          <a:graphicData uri="http://schemas.openxmlformats.org/drawingml/2006/table">
            <a:tbl>
              <a:tblPr firstRow="1" bandRow="1">
                <a:tableStyleId>{C083E6E3-FA7D-4D7B-A595-EF9225AFEA82}</a:tableStyleId>
              </a:tblPr>
              <a:tblGrid>
                <a:gridCol w="1364897">
                  <a:extLst>
                    <a:ext uri="{9D8B030D-6E8A-4147-A177-3AD203B41FA5}">
                      <a16:colId xmlns:a16="http://schemas.microsoft.com/office/drawing/2014/main" val="20000"/>
                    </a:ext>
                  </a:extLst>
                </a:gridCol>
                <a:gridCol w="924970">
                  <a:extLst>
                    <a:ext uri="{9D8B030D-6E8A-4147-A177-3AD203B41FA5}">
                      <a16:colId xmlns:a16="http://schemas.microsoft.com/office/drawing/2014/main" val="20001"/>
                    </a:ext>
                  </a:extLst>
                </a:gridCol>
                <a:gridCol w="2864419">
                  <a:extLst>
                    <a:ext uri="{9D8B030D-6E8A-4147-A177-3AD203B41FA5}">
                      <a16:colId xmlns:a16="http://schemas.microsoft.com/office/drawing/2014/main" val="4268982242"/>
                    </a:ext>
                  </a:extLst>
                </a:gridCol>
                <a:gridCol w="1025628">
                  <a:extLst>
                    <a:ext uri="{9D8B030D-6E8A-4147-A177-3AD203B41FA5}">
                      <a16:colId xmlns:a16="http://schemas.microsoft.com/office/drawing/2014/main" val="914673701"/>
                    </a:ext>
                  </a:extLst>
                </a:gridCol>
              </a:tblGrid>
              <a:tr h="455661">
                <a:tc>
                  <a:txBody>
                    <a:bodyPr/>
                    <a:lstStyle/>
                    <a:p>
                      <a:pPr algn="l" fontAlgn="b"/>
                      <a:r>
                        <a:rPr lang="en-US" sz="1400" b="1" u="none" strike="noStrike" dirty="0">
                          <a:solidFill>
                            <a:schemeClr val="tx1"/>
                          </a:solidFill>
                          <a:effectLst/>
                          <a:latin typeface="MULISH REGULAR ROMAN" pitchFamily="2" charset="77"/>
                        </a:rPr>
                        <a:t>Solo Dissents</a:t>
                      </a:r>
                      <a:endParaRPr lang="en-US" sz="1400" b="1" i="0" u="none" strike="noStrike" dirty="0">
                        <a:solidFill>
                          <a:schemeClr val="tx1"/>
                        </a:solidFill>
                        <a:effectLst/>
                        <a:latin typeface="MULISH REGULAR ROMAN" pitchFamily="2" charset="77"/>
                      </a:endParaRPr>
                    </a:p>
                  </a:txBody>
                  <a:tcPr marL="9525" marR="9525" marT="952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OT24</a:t>
                      </a:r>
                    </a:p>
                    <a:p>
                      <a:pPr algn="ctr" fontAlgn="b"/>
                      <a:endParaRPr lang="en-US" sz="200" b="1" i="0" u="none" strike="noStrike" dirty="0">
                        <a:solidFill>
                          <a:schemeClr val="tx1"/>
                        </a:solidFill>
                        <a:effectLst/>
                        <a:latin typeface="MULISH REGULAR ROMAN" pitchFamily="2" charset="77"/>
                      </a:endParaRP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tc>
                  <a:txBody>
                    <a:bodyPr/>
                    <a:lstStyle/>
                    <a:p>
                      <a:pPr algn="l" fontAlgn="b"/>
                      <a:r>
                        <a:rPr lang="en-US" sz="1100" b="1" i="0" u="none" strike="noStrike" dirty="0">
                          <a:solidFill>
                            <a:schemeClr val="tx1"/>
                          </a:solidFill>
                          <a:effectLst/>
                          <a:latin typeface="MULISH REGULAR ROMAN" pitchFamily="2" charset="77"/>
                        </a:rPr>
                        <a:t>Case(s)</a:t>
                      </a:r>
                    </a:p>
                    <a:p>
                      <a:pPr algn="l" fontAlgn="b"/>
                      <a:endParaRPr lang="en-US" sz="200" b="1" i="0" u="none" strike="noStrike" dirty="0">
                        <a:solidFill>
                          <a:schemeClr val="tx1"/>
                        </a:solidFill>
                        <a:effectLst/>
                        <a:latin typeface="MULISH REGULAR ROMAN" pitchFamily="2" charset="77"/>
                      </a:endParaRP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OT05-OT24</a:t>
                      </a: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28600">
                <a:tc>
                  <a:txBody>
                    <a:bodyPr/>
                    <a:lstStyle/>
                    <a:p>
                      <a:pPr algn="ctr" fontAlgn="b"/>
                      <a:r>
                        <a:rPr lang="en-US" sz="1100" b="0" u="none" strike="noStrike" dirty="0">
                          <a:solidFill>
                            <a:schemeClr val="tx1"/>
                          </a:solidFill>
                          <a:effectLst/>
                          <a:latin typeface="MULISH REGULAR ROMAN" pitchFamily="2" charset="77"/>
                        </a:rPr>
                        <a:t>Roberts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28600">
                <a:tc>
                  <a:txBody>
                    <a:bodyPr/>
                    <a:lstStyle/>
                    <a:p>
                      <a:pPr algn="ctr" fontAlgn="b"/>
                      <a:r>
                        <a:rPr lang="en-US" sz="1100" b="0" u="none" strike="noStrike" dirty="0">
                          <a:solidFill>
                            <a:schemeClr val="tx1"/>
                          </a:solidFill>
                          <a:effectLst/>
                          <a:latin typeface="MULISH REGULAR ROMAN" pitchFamily="2" charset="77"/>
                        </a:rPr>
                        <a:t>Thomas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38</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8600">
                <a:tc>
                  <a:txBody>
                    <a:bodyPr/>
                    <a:lstStyle/>
                    <a:p>
                      <a:pPr algn="ctr" fontAlgn="b"/>
                      <a:r>
                        <a:rPr lang="en-US" sz="1100" b="0"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28600">
                <a:tc>
                  <a:txBody>
                    <a:bodyPr/>
                    <a:lstStyle/>
                    <a:p>
                      <a:pPr algn="ctr" fontAlgn="b"/>
                      <a:r>
                        <a:rPr lang="en-US" sz="1100" b="0"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16</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28600">
                <a:tc>
                  <a:txBody>
                    <a:bodyPr/>
                    <a:lstStyle/>
                    <a:p>
                      <a:pPr algn="ctr" fontAlgn="b"/>
                      <a:r>
                        <a:rPr lang="en-US" sz="1100" b="0"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28600">
                <a:tc>
                  <a:txBody>
                    <a:bodyPr/>
                    <a:lstStyle/>
                    <a:p>
                      <a:pPr algn="ctr" fontAlgn="b"/>
                      <a:r>
                        <a:rPr lang="en-US" sz="1100" b="0"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3</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1100" b="0" i="0" u="none" strike="noStrike" dirty="0">
                          <a:solidFill>
                            <a:schemeClr val="tx1"/>
                          </a:solidFill>
                          <a:effectLst/>
                          <a:latin typeface="MULISH REGULAR ROMAN" pitchFamily="2" charset="77"/>
                        </a:rPr>
                        <a:t>Miller, Parrish, Zuch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28600">
                <a:tc>
                  <a:txBody>
                    <a:bodyPr/>
                    <a:lstStyle/>
                    <a:p>
                      <a:pPr algn="ctr" fontAlgn="b"/>
                      <a:r>
                        <a:rPr lang="en-US" sz="1100" b="0"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28600">
                <a:tc>
                  <a:txBody>
                    <a:bodyPr/>
                    <a:lstStyle/>
                    <a:p>
                      <a:pPr algn="ctr" fontAlgn="b"/>
                      <a:r>
                        <a:rPr lang="en-US" sz="1100" b="0"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28600">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1</a:t>
                      </a: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l" fontAlgn="b"/>
                      <a:r>
                        <a:rPr lang="en-US" sz="1100" b="0" i="0" u="none" strike="noStrike" dirty="0">
                          <a:solidFill>
                            <a:schemeClr val="tx1"/>
                          </a:solidFill>
                          <a:effectLst/>
                          <a:latin typeface="MULISH REGULAR ROMAN" pitchFamily="2" charset="77"/>
                        </a:rPr>
                        <a:t>Stanley</a:t>
                      </a: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a:t>
                      </a:r>
                    </a:p>
                  </a:txBody>
                  <a:tcPr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3" name="Slide Number Placeholder 2">
            <a:extLst>
              <a:ext uri="{FF2B5EF4-FFF2-40B4-BE49-F238E27FC236}">
                <a16:creationId xmlns:a16="http://schemas.microsoft.com/office/drawing/2014/main" id="{63057870-EE7F-C86B-2CE1-B44847CF43D8}"/>
              </a:ext>
            </a:extLst>
          </p:cNvPr>
          <p:cNvSpPr>
            <a:spLocks noGrp="1"/>
          </p:cNvSpPr>
          <p:nvPr>
            <p:ph type="sldNum" sz="quarter" idx="12"/>
          </p:nvPr>
        </p:nvSpPr>
        <p:spPr/>
        <p:txBody>
          <a:bodyPr/>
          <a:lstStyle/>
          <a:p>
            <a:fld id="{5E212BD6-99D2-4430-8307-3DFF6CB1AF68}" type="slidenum">
              <a:rPr lang="en-US" smtClean="0"/>
              <a:t>14</a:t>
            </a:fld>
            <a:endParaRPr lang="en-US"/>
          </a:p>
        </p:txBody>
      </p:sp>
    </p:spTree>
    <p:extLst>
      <p:ext uri="{BB962C8B-B14F-4D97-AF65-F5344CB8AC3E}">
        <p14:creationId xmlns:p14="http://schemas.microsoft.com/office/powerpoint/2010/main" val="11040160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9">
            <a:extLst>
              <a:ext uri="{FF2B5EF4-FFF2-40B4-BE49-F238E27FC236}">
                <a16:creationId xmlns:a16="http://schemas.microsoft.com/office/drawing/2014/main" id="{B88B732C-F644-42AC-1E8E-622DED784E6F}"/>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MERITS DECISIONS BY VOTE SPLIT – All Cases</a:t>
            </a:r>
          </a:p>
        </p:txBody>
      </p:sp>
      <p:sp>
        <p:nvSpPr>
          <p:cNvPr id="23" name="TextBox 22">
            <a:extLst>
              <a:ext uri="{FF2B5EF4-FFF2-40B4-BE49-F238E27FC236}">
                <a16:creationId xmlns:a16="http://schemas.microsoft.com/office/drawing/2014/main" id="{91C6A3AC-C27A-C02A-3B82-A9B25D6E55A3}"/>
              </a:ext>
            </a:extLst>
          </p:cNvPr>
          <p:cNvSpPr txBox="1"/>
          <p:nvPr/>
        </p:nvSpPr>
        <p:spPr>
          <a:xfrm>
            <a:off x="1154025" y="5898411"/>
            <a:ext cx="9883950" cy="461665"/>
          </a:xfrm>
          <a:prstGeom prst="rect">
            <a:avLst/>
          </a:prstGeom>
          <a:noFill/>
          <a:ln>
            <a:solidFill>
              <a:schemeClr val="tx1"/>
            </a:solidFill>
          </a:ln>
        </p:spPr>
        <p:txBody>
          <a:bodyPr wrap="square" rtlCol="0">
            <a:spAutoFit/>
          </a:bodyPr>
          <a:lstStyle/>
          <a:p>
            <a:r>
              <a:rPr lang="en-US" sz="1200" dirty="0">
                <a:latin typeface="MULISH REGULAR ROMAN"/>
              </a:rPr>
              <a:t>Figures show the percent of cases decided by different coalition sizes between the 2005 and 2024 terms. For instances where Justices were recused or did not participate in an otherwise unanimous decision, we coded these as </a:t>
            </a:r>
            <a:r>
              <a:rPr lang="en-US" sz="1200" i="1" dirty="0">
                <a:latin typeface="MULISH REGULAR ROMAN"/>
              </a:rPr>
              <a:t>unanimous </a:t>
            </a:r>
            <a:r>
              <a:rPr lang="en-US" sz="1200" dirty="0">
                <a:latin typeface="MULISH REGULAR ROMAN"/>
              </a:rPr>
              <a:t>(e.g., 8-0 decisions were included in calculating 9-0 coalitions).</a:t>
            </a:r>
          </a:p>
        </p:txBody>
      </p:sp>
      <p:sp>
        <p:nvSpPr>
          <p:cNvPr id="5" name="Slide Number Placeholder 4">
            <a:extLst>
              <a:ext uri="{FF2B5EF4-FFF2-40B4-BE49-F238E27FC236}">
                <a16:creationId xmlns:a16="http://schemas.microsoft.com/office/drawing/2014/main" id="{4FD4F124-A6BF-9C4C-959E-1CD03893D301}"/>
              </a:ext>
            </a:extLst>
          </p:cNvPr>
          <p:cNvSpPr>
            <a:spLocks noGrp="1"/>
          </p:cNvSpPr>
          <p:nvPr>
            <p:ph type="sldNum" sz="quarter" idx="12"/>
          </p:nvPr>
        </p:nvSpPr>
        <p:spPr/>
        <p:txBody>
          <a:bodyPr/>
          <a:lstStyle/>
          <a:p>
            <a:fld id="{5E212BD6-99D2-4430-8307-3DFF6CB1AF68}" type="slidenum">
              <a:rPr lang="en-US" smtClean="0"/>
              <a:t>15</a:t>
            </a:fld>
            <a:endParaRPr lang="en-US"/>
          </a:p>
        </p:txBody>
      </p:sp>
      <p:pic>
        <p:nvPicPr>
          <p:cNvPr id="6" name="Picture 5" descr="A diagram of a pie chart&#10;&#10;AI-generated content may be incorrect.">
            <a:extLst>
              <a:ext uri="{FF2B5EF4-FFF2-40B4-BE49-F238E27FC236}">
                <a16:creationId xmlns:a16="http://schemas.microsoft.com/office/drawing/2014/main" id="{5FD4E5C3-394A-0774-BF04-A5E68F4EC7E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5250" y="0"/>
            <a:ext cx="12001500"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77DEC-211F-AB21-3E13-710E1699BD10}"/>
            </a:ext>
          </a:extLst>
        </p:cNvPr>
        <p:cNvGrpSpPr/>
        <p:nvPr/>
      </p:nvGrpSpPr>
      <p:grpSpPr>
        <a:xfrm>
          <a:off x="0" y="0"/>
          <a:ext cx="0" cy="0"/>
          <a:chOff x="0" y="0"/>
          <a:chExt cx="0" cy="0"/>
        </a:xfrm>
      </p:grpSpPr>
      <p:sp>
        <p:nvSpPr>
          <p:cNvPr id="12" name="Title 9">
            <a:extLst>
              <a:ext uri="{FF2B5EF4-FFF2-40B4-BE49-F238E27FC236}">
                <a16:creationId xmlns:a16="http://schemas.microsoft.com/office/drawing/2014/main" id="{8A08EC0C-6929-4371-9A49-BE164F8FC8CE}"/>
              </a:ext>
            </a:extLst>
          </p:cNvPr>
          <p:cNvSpPr txBox="1">
            <a:spLocks/>
          </p:cNvSpPr>
          <p:nvPr/>
        </p:nvSpPr>
        <p:spPr>
          <a:xfrm>
            <a:off x="320849" y="128592"/>
            <a:ext cx="11662603"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MERITS DECISIONS BY VOTE SPLIT– Ideologically Split Cases</a:t>
            </a:r>
          </a:p>
        </p:txBody>
      </p:sp>
      <p:sp>
        <p:nvSpPr>
          <p:cNvPr id="5" name="TextBox 4">
            <a:extLst>
              <a:ext uri="{FF2B5EF4-FFF2-40B4-BE49-F238E27FC236}">
                <a16:creationId xmlns:a16="http://schemas.microsoft.com/office/drawing/2014/main" id="{A01AE5B9-44A6-BF9D-E556-A5230DCBA08A}"/>
              </a:ext>
            </a:extLst>
          </p:cNvPr>
          <p:cNvSpPr txBox="1"/>
          <p:nvPr/>
        </p:nvSpPr>
        <p:spPr>
          <a:xfrm>
            <a:off x="1154025" y="5898411"/>
            <a:ext cx="9883950" cy="830997"/>
          </a:xfrm>
          <a:prstGeom prst="rect">
            <a:avLst/>
          </a:prstGeom>
          <a:noFill/>
          <a:ln>
            <a:solidFill>
              <a:schemeClr val="tx1"/>
            </a:solidFill>
          </a:ln>
        </p:spPr>
        <p:txBody>
          <a:bodyPr wrap="square" rtlCol="0">
            <a:spAutoFit/>
          </a:bodyPr>
          <a:lstStyle/>
          <a:p>
            <a:r>
              <a:rPr lang="en-US" sz="1200" dirty="0">
                <a:latin typeface="MULISH REGULAR ROMAN"/>
              </a:rPr>
              <a:t>Figures show the percent of cases decided by ideologically split coalitions (e.g., 5-4 or 6-3), such that ideologically liberal and conservative Justices represent competing coalitions. Ideology was derived by referencing each Justices’ associated </a:t>
            </a:r>
            <a:r>
              <a:rPr lang="en-US" sz="1200" dirty="0">
                <a:latin typeface="MULISH REGULAR ROMAN"/>
                <a:hlinkClick r:id="rId2"/>
              </a:rPr>
              <a:t>Martin-Quinn</a:t>
            </a:r>
            <a:r>
              <a:rPr lang="en-US" sz="1200" dirty="0">
                <a:latin typeface="MULISH REGULAR ROMAN"/>
              </a:rPr>
              <a:t> score. For reference, such a split during the 2024 term would be a majority consisting of Chief Justice Roberts and Justices Thomas, Alito, Gorsuch, Kavanaugh, and Barrett – with a competing (dissenting) coalition of Justices Sotomayor, Kagan, and Jackson. </a:t>
            </a:r>
          </a:p>
        </p:txBody>
      </p:sp>
      <p:sp>
        <p:nvSpPr>
          <p:cNvPr id="6" name="Slide Number Placeholder 5">
            <a:extLst>
              <a:ext uri="{FF2B5EF4-FFF2-40B4-BE49-F238E27FC236}">
                <a16:creationId xmlns:a16="http://schemas.microsoft.com/office/drawing/2014/main" id="{73020708-ECC4-2053-1AFC-E1BA9D99BACD}"/>
              </a:ext>
            </a:extLst>
          </p:cNvPr>
          <p:cNvSpPr>
            <a:spLocks noGrp="1"/>
          </p:cNvSpPr>
          <p:nvPr>
            <p:ph type="sldNum" sz="quarter" idx="12"/>
          </p:nvPr>
        </p:nvSpPr>
        <p:spPr/>
        <p:txBody>
          <a:bodyPr/>
          <a:lstStyle/>
          <a:p>
            <a:fld id="{5E212BD6-99D2-4430-8307-3DFF6CB1AF68}" type="slidenum">
              <a:rPr lang="en-US" smtClean="0"/>
              <a:t>16</a:t>
            </a:fld>
            <a:endParaRPr lang="en-US"/>
          </a:p>
        </p:txBody>
      </p:sp>
      <p:pic>
        <p:nvPicPr>
          <p:cNvPr id="10" name="Picture 9" descr="A diagram of a pie chart&#10;&#10;AI-generated content may be incorrect.">
            <a:extLst>
              <a:ext uri="{FF2B5EF4-FFF2-40B4-BE49-F238E27FC236}">
                <a16:creationId xmlns:a16="http://schemas.microsoft.com/office/drawing/2014/main" id="{B53EFBBB-4C32-BDA7-E6E9-6CC878791D3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52500" y="0"/>
            <a:ext cx="10287000" cy="6858000"/>
          </a:xfrm>
          <a:prstGeom prst="rect">
            <a:avLst/>
          </a:prstGeom>
        </p:spPr>
      </p:pic>
    </p:spTree>
    <p:extLst>
      <p:ext uri="{BB962C8B-B14F-4D97-AF65-F5344CB8AC3E}">
        <p14:creationId xmlns:p14="http://schemas.microsoft.com/office/powerpoint/2010/main" val="100464748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F33D0D-2475-9ED6-10D5-33229B4F7CFA}"/>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80111935-5CCF-3164-7956-FE2B732E2171}"/>
              </a:ext>
            </a:extLst>
          </p:cNvPr>
          <p:cNvSpPr>
            <a:spLocks noGrp="1" noRot="1" noMove="1" noResize="1" noEditPoints="1" noAdjustHandles="1" noChangeArrowheads="1" noChangeShapeType="1"/>
          </p:cNvSpPr>
          <p:nvPr/>
        </p:nvSpPr>
        <p:spPr>
          <a:xfrm>
            <a:off x="1874920" y="1060165"/>
            <a:ext cx="8684856" cy="5789904"/>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itle 9">
            <a:extLst>
              <a:ext uri="{FF2B5EF4-FFF2-40B4-BE49-F238E27FC236}">
                <a16:creationId xmlns:a16="http://schemas.microsoft.com/office/drawing/2014/main" id="{845D2ED7-884E-246F-F6DD-316909A50224}"/>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JUDICIAL REVIEW</a:t>
            </a:r>
          </a:p>
        </p:txBody>
      </p:sp>
      <p:sp>
        <p:nvSpPr>
          <p:cNvPr id="6" name="TextBox 5">
            <a:extLst>
              <a:ext uri="{FF2B5EF4-FFF2-40B4-BE49-F238E27FC236}">
                <a16:creationId xmlns:a16="http://schemas.microsoft.com/office/drawing/2014/main" id="{05B716E9-4B3F-CFA9-4CAB-8AAC44867806}"/>
              </a:ext>
            </a:extLst>
          </p:cNvPr>
          <p:cNvSpPr txBox="1"/>
          <p:nvPr/>
        </p:nvSpPr>
        <p:spPr>
          <a:xfrm>
            <a:off x="3958401" y="130861"/>
            <a:ext cx="7912749" cy="830997"/>
          </a:xfrm>
          <a:prstGeom prst="rect">
            <a:avLst/>
          </a:prstGeom>
          <a:noFill/>
          <a:ln>
            <a:solidFill>
              <a:schemeClr val="tx1"/>
            </a:solidFill>
          </a:ln>
        </p:spPr>
        <p:txBody>
          <a:bodyPr wrap="square" rtlCol="0">
            <a:spAutoFit/>
          </a:bodyPr>
          <a:lstStyle/>
          <a:p>
            <a:r>
              <a:rPr lang="en-US" sz="1200" dirty="0"/>
              <a:t>The top figures show the volume of cases between the 1986 and 2024 terms where (i) an existing precedent was altered (and) or (ii) the Court declared a federal, state, or municipal law or act unconstitutional. Alternatively, the bottom illustrates the total number of cases decided by the Court during those terms – including those decided without oral arguments. The colors represent the distinction between the periods where William Rehnquist or John Roberts served as Chief Justice.  </a:t>
            </a:r>
            <a:endParaRPr lang="en-US" sz="1200" dirty="0">
              <a:latin typeface="MULISH REGULAR ROMAN"/>
            </a:endParaRPr>
          </a:p>
        </p:txBody>
      </p:sp>
      <p:sp>
        <p:nvSpPr>
          <p:cNvPr id="5" name="Slide Number Placeholder 4">
            <a:extLst>
              <a:ext uri="{FF2B5EF4-FFF2-40B4-BE49-F238E27FC236}">
                <a16:creationId xmlns:a16="http://schemas.microsoft.com/office/drawing/2014/main" id="{70464E93-9C16-5AB8-19AF-43670B2F9D05}"/>
              </a:ext>
            </a:extLst>
          </p:cNvPr>
          <p:cNvSpPr>
            <a:spLocks noGrp="1"/>
          </p:cNvSpPr>
          <p:nvPr>
            <p:ph type="sldNum" sz="quarter" idx="12"/>
          </p:nvPr>
        </p:nvSpPr>
        <p:spPr/>
        <p:txBody>
          <a:bodyPr/>
          <a:lstStyle/>
          <a:p>
            <a:fld id="{5E212BD6-99D2-4430-8307-3DFF6CB1AF68}" type="slidenum">
              <a:rPr lang="en-US" smtClean="0"/>
              <a:t>17</a:t>
            </a:fld>
            <a:endParaRPr lang="en-US"/>
          </a:p>
        </p:txBody>
      </p:sp>
      <p:pic>
        <p:nvPicPr>
          <p:cNvPr id="4" name="Picture 3" descr="Several different types of graphs&#10;&#10;AI-generated content may be incorrect.">
            <a:extLst>
              <a:ext uri="{FF2B5EF4-FFF2-40B4-BE49-F238E27FC236}">
                <a16:creationId xmlns:a16="http://schemas.microsoft.com/office/drawing/2014/main" id="{EBDF3045-E175-1FDF-407B-9D7EEF8D896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874920" y="1060165"/>
            <a:ext cx="8684856" cy="5789904"/>
          </a:xfrm>
          <a:prstGeom prst="rect">
            <a:avLst/>
          </a:prstGeom>
        </p:spPr>
      </p:pic>
    </p:spTree>
    <p:extLst>
      <p:ext uri="{BB962C8B-B14F-4D97-AF65-F5344CB8AC3E}">
        <p14:creationId xmlns:p14="http://schemas.microsoft.com/office/powerpoint/2010/main" val="402592179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B1ADE8-1AB5-A888-B8A7-341D95B43CBB}"/>
            </a:ext>
          </a:extLst>
        </p:cNvPr>
        <p:cNvGrpSpPr/>
        <p:nvPr/>
      </p:nvGrpSpPr>
      <p:grpSpPr>
        <a:xfrm>
          <a:off x="0" y="0"/>
          <a:ext cx="0" cy="0"/>
          <a:chOff x="0" y="0"/>
          <a:chExt cx="0" cy="0"/>
        </a:xfrm>
      </p:grpSpPr>
      <p:graphicFrame>
        <p:nvGraphicFramePr>
          <p:cNvPr id="5" name="Content Placeholder 4">
            <a:extLst>
              <a:ext uri="{FF2B5EF4-FFF2-40B4-BE49-F238E27FC236}">
                <a16:creationId xmlns:a16="http://schemas.microsoft.com/office/drawing/2014/main" id="{EFBDF338-444A-A00C-DA93-E1A5F1C07D6F}"/>
              </a:ext>
            </a:extLst>
          </p:cNvPr>
          <p:cNvGraphicFramePr>
            <a:graphicFrameLocks noGrp="1"/>
          </p:cNvGraphicFramePr>
          <p:nvPr>
            <p:ph idx="1"/>
            <p:extLst>
              <p:ext uri="{D42A27DB-BD31-4B8C-83A1-F6EECF244321}">
                <p14:modId xmlns:p14="http://schemas.microsoft.com/office/powerpoint/2010/main" val="595613118"/>
              </p:ext>
            </p:extLst>
          </p:nvPr>
        </p:nvGraphicFramePr>
        <p:xfrm>
          <a:off x="320850" y="845389"/>
          <a:ext cx="11538585" cy="1920004"/>
        </p:xfrm>
        <a:graphic>
          <a:graphicData uri="http://schemas.openxmlformats.org/drawingml/2006/table">
            <a:tbl>
              <a:tblPr firstRow="1" bandRow="1">
                <a:tableStyleId>{F5AB1C69-6EDB-4FF4-983F-18BD219EF322}</a:tableStyleId>
              </a:tblPr>
              <a:tblGrid>
                <a:gridCol w="4669544">
                  <a:extLst>
                    <a:ext uri="{9D8B030D-6E8A-4147-A177-3AD203B41FA5}">
                      <a16:colId xmlns:a16="http://schemas.microsoft.com/office/drawing/2014/main" val="20000"/>
                    </a:ext>
                  </a:extLst>
                </a:gridCol>
                <a:gridCol w="1533236">
                  <a:extLst>
                    <a:ext uri="{9D8B030D-6E8A-4147-A177-3AD203B41FA5}">
                      <a16:colId xmlns:a16="http://schemas.microsoft.com/office/drawing/2014/main" val="20001"/>
                    </a:ext>
                  </a:extLst>
                </a:gridCol>
                <a:gridCol w="5335805">
                  <a:extLst>
                    <a:ext uri="{9D8B030D-6E8A-4147-A177-3AD203B41FA5}">
                      <a16:colId xmlns:a16="http://schemas.microsoft.com/office/drawing/2014/main" val="20002"/>
                    </a:ext>
                  </a:extLst>
                </a:gridCol>
              </a:tblGrid>
              <a:tr h="257552">
                <a:tc gridSpan="3">
                  <a:txBody>
                    <a:bodyPr/>
                    <a:lstStyle/>
                    <a:p>
                      <a:pPr algn="ctr" fontAlgn="b"/>
                      <a:r>
                        <a:rPr lang="en-US" sz="1600" b="1" u="none" strike="noStrike" dirty="0">
                          <a:solidFill>
                            <a:schemeClr val="tx1"/>
                          </a:solidFill>
                          <a:effectLst/>
                          <a:latin typeface="MULISH REGULAR ROMAN"/>
                        </a:rPr>
                        <a:t>Alignment of the Majority (OT24)</a:t>
                      </a:r>
                      <a:endParaRPr lang="en-US" sz="1600" b="1" i="0" u="none" strike="noStrike" dirty="0">
                        <a:solidFill>
                          <a:schemeClr val="tx1"/>
                        </a:solidFill>
                        <a:effectLst/>
                        <a:latin typeface="MULISH REGULAR ROMAN"/>
                      </a:endParaRPr>
                    </a:p>
                  </a:txBody>
                  <a:tcPr marL="5672" marR="5672" marT="5672"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tc hMerge="1">
                  <a:txBody>
                    <a:bodyPr/>
                    <a:lstStyle/>
                    <a:p>
                      <a:endParaRPr lang="en-US"/>
                    </a:p>
                  </a:txBody>
                  <a:tcPr marL="5672" marR="5672" marT="5672" marB="0" anchor="b"/>
                </a:tc>
                <a:tc hMerge="1">
                  <a:txBody>
                    <a:bodyPr/>
                    <a:lstStyle/>
                    <a:p>
                      <a:endParaRPr lang="en-US"/>
                    </a:p>
                  </a:txBody>
                  <a:tcPr marL="5672" marR="5672" marT="5672" marB="0" anchor="b"/>
                </a:tc>
                <a:extLst>
                  <a:ext uri="{0D108BD9-81ED-4DB2-BD59-A6C34878D82A}">
                    <a16:rowId xmlns:a16="http://schemas.microsoft.com/office/drawing/2014/main" val="10000"/>
                  </a:ext>
                </a:extLst>
              </a:tr>
              <a:tr h="251606">
                <a:tc>
                  <a:txBody>
                    <a:bodyPr/>
                    <a:lstStyle/>
                    <a:p>
                      <a:pPr algn="ctr" fontAlgn="b"/>
                      <a:r>
                        <a:rPr lang="en-US" sz="1200" b="1" u="none" strike="noStrike" dirty="0">
                          <a:effectLst/>
                          <a:latin typeface="MULISH REGULAR ROMAN"/>
                        </a:rPr>
                        <a:t>Majority Coalition</a:t>
                      </a:r>
                      <a:endParaRPr lang="en-US" sz="1200" b="1"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r>
                        <a:rPr lang="en-US" sz="1200" b="1" u="none" strike="noStrike" dirty="0">
                          <a:solidFill>
                            <a:srgbClr val="000000"/>
                          </a:solidFill>
                          <a:effectLst/>
                          <a:latin typeface="MULISH REGULAR ROMAN"/>
                        </a:rPr>
                        <a:t>Frequency</a:t>
                      </a:r>
                      <a:endParaRPr lang="en-US" sz="1200" b="1" i="0" u="none" strike="noStrike" dirty="0">
                        <a:solidFill>
                          <a:srgbClr val="000000"/>
                        </a:solidFill>
                        <a:effectLst/>
                        <a:latin typeface="MULISH REGULAR ROMAN"/>
                      </a:endParaRPr>
                    </a:p>
                  </a:txBody>
                  <a:tcPr marR="5672" marT="5672" marB="0" anchor="ctr"/>
                </a:tc>
                <a:tc>
                  <a:txBody>
                    <a:bodyPr/>
                    <a:lstStyle/>
                    <a:p>
                      <a:pPr algn="ctr" fontAlgn="b"/>
                      <a:r>
                        <a:rPr lang="en-US" sz="1200" b="1" u="none" strike="noStrike" dirty="0">
                          <a:effectLst/>
                          <a:latin typeface="MULISH REGULAR ROMAN"/>
                        </a:rPr>
                        <a:t>Cases</a:t>
                      </a:r>
                      <a:endParaRPr lang="en-US" sz="1200" b="1" i="0" u="none" strike="noStrike" dirty="0">
                        <a:solidFill>
                          <a:srgbClr val="000000"/>
                        </a:solidFill>
                        <a:effectLst/>
                        <a:latin typeface="MULISH REGULAR ROMAN"/>
                      </a:endParaRP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1"/>
                  </a:ext>
                </a:extLst>
              </a:tr>
              <a:tr h="374476">
                <a:tc>
                  <a:txBody>
                    <a:bodyPr/>
                    <a:lstStyle/>
                    <a:p>
                      <a:pPr algn="l" fontAlgn="b"/>
                      <a:r>
                        <a:rPr lang="en-US" sz="1100" b="0" i="0" u="none" strike="noStrike">
                          <a:solidFill>
                            <a:srgbClr val="000000"/>
                          </a:solidFill>
                          <a:effectLst/>
                          <a:latin typeface="Calibri" panose="020F0502020204030204" pitchFamily="34" charset="0"/>
                        </a:rPr>
                        <a:t>Roberts, Alito, Thomas, Kagan, Gorsuch, Kavanaugh, Barrett</a:t>
                      </a:r>
                    </a:p>
                  </a:txBody>
                  <a:tcPr marL="9525" marR="9525" marT="9525" marB="0" anchor="ctr">
                    <a:lnL w="12700" cap="flat" cmpd="sng" algn="ctr">
                      <a:solidFill>
                        <a:schemeClr val="tx1"/>
                      </a:solidFill>
                      <a:prstDash val="solid"/>
                      <a:round/>
                      <a:headEnd type="none" w="med" len="med"/>
                      <a:tailEnd type="none" w="med" len="med"/>
                    </a:lnL>
                  </a:tcPr>
                </a:tc>
                <a:tc>
                  <a:txBody>
                    <a:bodyPr/>
                    <a:lstStyle/>
                    <a:p>
                      <a:pPr algn="ctr" fontAlgn="b"/>
                      <a:r>
                        <a:rPr lang="en-US" sz="1200" b="0" i="0" u="none" strike="noStrike" dirty="0">
                          <a:solidFill>
                            <a:srgbClr val="000000"/>
                          </a:solidFill>
                          <a:effectLst/>
                          <a:latin typeface="MULISH REGULAR ROMAN"/>
                        </a:rPr>
                        <a:t>4</a:t>
                      </a:r>
                    </a:p>
                  </a:txBody>
                  <a:tcPr marR="5672" marT="5672" marB="0" anchor="ctr"/>
                </a:tc>
                <a:tc>
                  <a:txBody>
                    <a:bodyPr/>
                    <a:lstStyle/>
                    <a:p>
                      <a:pPr algn="l" fontAlgn="b"/>
                      <a:r>
                        <a:rPr lang="en-US" sz="1100" b="0" i="1" u="none" strike="noStrike" dirty="0">
                          <a:solidFill>
                            <a:srgbClr val="000000"/>
                          </a:solidFill>
                          <a:effectLst/>
                          <a:latin typeface="MULISH BLACK ROMAN"/>
                        </a:rPr>
                        <a:t>Lackey, Advocate Christ Medical, Diamond,  R.J. Reynolds </a:t>
                      </a:r>
                    </a:p>
                  </a:txBody>
                  <a:tcPr marL="9525" marR="9525" marT="9525"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2"/>
                  </a:ext>
                </a:extLst>
              </a:tr>
              <a:tr h="374476">
                <a:tc>
                  <a:txBody>
                    <a:bodyPr/>
                    <a:lstStyle/>
                    <a:p>
                      <a:pPr algn="l" fontAlgn="b"/>
                      <a:r>
                        <a:rPr lang="en-US" sz="1100" b="0" i="0" u="none" strike="noStrike" dirty="0">
                          <a:solidFill>
                            <a:srgbClr val="000000"/>
                          </a:solidFill>
                          <a:effectLst/>
                          <a:latin typeface="Calibri" panose="020F0502020204030204" pitchFamily="34" charset="0"/>
                        </a:rPr>
                        <a:t>Roberts, Alito, Thomas, Gorsuch, Kavanaugh, Barrett</a:t>
                      </a:r>
                    </a:p>
                  </a:txBody>
                  <a:tcPr marL="9525" marR="9525" marT="9525" marB="0" anchor="ctr">
                    <a:lnL w="12700" cap="flat" cmpd="sng" algn="ctr">
                      <a:solidFill>
                        <a:schemeClr val="tx1"/>
                      </a:solidFill>
                      <a:prstDash val="solid"/>
                      <a:round/>
                      <a:headEnd type="none" w="med" len="med"/>
                      <a:tailEnd type="none" w="med" len="med"/>
                    </a:lnL>
                  </a:tcPr>
                </a:tc>
                <a:tc>
                  <a:txBody>
                    <a:bodyPr/>
                    <a:lstStyle/>
                    <a:p>
                      <a:pPr algn="ctr" fontAlgn="b"/>
                      <a:r>
                        <a:rPr lang="en-US" sz="1200" b="0" i="0" u="none" strike="noStrike" dirty="0">
                          <a:solidFill>
                            <a:srgbClr val="000000"/>
                          </a:solidFill>
                          <a:effectLst/>
                          <a:latin typeface="MULISH REGULAR ROMAN"/>
                        </a:rPr>
                        <a:t>3</a:t>
                      </a:r>
                    </a:p>
                  </a:txBody>
                  <a:tcPr marR="5672" marT="5672" marB="0" anchor="ctr"/>
                </a:tc>
                <a:tc>
                  <a:txBody>
                    <a:bodyPr/>
                    <a:lstStyle/>
                    <a:p>
                      <a:pPr algn="l" fontAlgn="b"/>
                      <a:r>
                        <a:rPr lang="en-US" sz="1100" b="0" i="1" u="none" strike="noStrike" dirty="0">
                          <a:solidFill>
                            <a:srgbClr val="000000"/>
                          </a:solidFill>
                          <a:effectLst/>
                          <a:latin typeface="MULISH BLACK ROMAN"/>
                        </a:rPr>
                        <a:t>Trump v. J.G.G., </a:t>
                      </a:r>
                      <a:r>
                        <a:rPr lang="en-US" sz="1100" b="0" i="1" u="none" strike="noStrike" dirty="0" err="1">
                          <a:solidFill>
                            <a:srgbClr val="000000"/>
                          </a:solidFill>
                          <a:effectLst/>
                          <a:latin typeface="MULISH BLACK ROMAN"/>
                        </a:rPr>
                        <a:t>Skrmetti</a:t>
                      </a:r>
                      <a:r>
                        <a:rPr lang="en-US" sz="1100" b="0" i="1" u="none" strike="noStrike" dirty="0">
                          <a:solidFill>
                            <a:srgbClr val="000000"/>
                          </a:solidFill>
                          <a:effectLst/>
                          <a:latin typeface="MULISH BLACK ROMAN"/>
                        </a:rPr>
                        <a:t>, McLaughlin</a:t>
                      </a:r>
                      <a:endParaRPr lang="en-US" sz="1100" b="0" i="1" u="none" strike="noStrike" dirty="0">
                        <a:solidFill>
                          <a:srgbClr val="000000"/>
                        </a:solidFill>
                        <a:effectLst/>
                        <a:highlight>
                          <a:srgbClr val="FFFF00"/>
                        </a:highlight>
                        <a:latin typeface="MULISH BLACK ROMAN"/>
                      </a:endParaRPr>
                    </a:p>
                  </a:txBody>
                  <a:tcPr marL="9525" marR="9525" marT="9525"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38856231"/>
                  </a:ext>
                </a:extLst>
              </a:tr>
              <a:tr h="330947">
                <a:tc>
                  <a:txBody>
                    <a:bodyPr/>
                    <a:lstStyle/>
                    <a:p>
                      <a:pPr algn="l" fontAlgn="b"/>
                      <a:r>
                        <a:rPr lang="en-US" sz="1100" b="0" i="0" u="none" strike="noStrike">
                          <a:solidFill>
                            <a:srgbClr val="000000"/>
                          </a:solidFill>
                          <a:effectLst/>
                          <a:latin typeface="Calibri" panose="020F0502020204030204" pitchFamily="34" charset="0"/>
                        </a:rPr>
                        <a:t>Roberts, Alito, Thomas, Sotomayor, Kagan, Kavanaugh, Barrett, Jackson</a:t>
                      </a:r>
                    </a:p>
                  </a:txBody>
                  <a:tcPr marL="9525" marR="9525" marT="9525" marB="0" anchor="ctr">
                    <a:lnL w="12700" cap="flat" cmpd="sng" algn="ctr">
                      <a:solidFill>
                        <a:schemeClr val="tx1"/>
                      </a:solidFill>
                      <a:prstDash val="solid"/>
                      <a:round/>
                      <a:headEnd type="none" w="med" len="med"/>
                      <a:tailEnd type="none" w="med" len="med"/>
                    </a:lnL>
                  </a:tcPr>
                </a:tc>
                <a:tc>
                  <a:txBody>
                    <a:bodyPr/>
                    <a:lstStyle/>
                    <a:p>
                      <a:pPr algn="ctr" fontAlgn="b"/>
                      <a:r>
                        <a:rPr lang="en-US" sz="1200" b="0" i="0" u="none" strike="noStrike" dirty="0">
                          <a:solidFill>
                            <a:srgbClr val="000000"/>
                          </a:solidFill>
                          <a:effectLst/>
                          <a:latin typeface="MULISH REGULAR ROMAN"/>
                        </a:rPr>
                        <a:t>3</a:t>
                      </a:r>
                    </a:p>
                  </a:txBody>
                  <a:tcPr marR="5672" marT="5672" marB="0" anchor="ctr"/>
                </a:tc>
                <a:tc>
                  <a:txBody>
                    <a:bodyPr/>
                    <a:lstStyle/>
                    <a:p>
                      <a:pPr algn="l" fontAlgn="b"/>
                      <a:r>
                        <a:rPr lang="en-US" sz="1100" b="0" i="1" u="none" strike="noStrike" dirty="0">
                          <a:solidFill>
                            <a:srgbClr val="000000"/>
                          </a:solidFill>
                          <a:effectLst/>
                          <a:latin typeface="MULISH BLACK ROMAN"/>
                        </a:rPr>
                        <a:t>Miller, Parrish, Zuch</a:t>
                      </a:r>
                    </a:p>
                  </a:txBody>
                  <a:tcPr marL="9525" marR="9525" marT="9525"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3"/>
                  </a:ext>
                </a:extLst>
              </a:tr>
              <a:tr h="330947">
                <a:tc>
                  <a:txBody>
                    <a:bodyPr/>
                    <a:lstStyle/>
                    <a:p>
                      <a:pPr algn="l" fontAlgn="b"/>
                      <a:r>
                        <a:rPr lang="en-US" sz="1100" b="0" i="0" u="none" strike="noStrike" dirty="0">
                          <a:solidFill>
                            <a:srgbClr val="000000"/>
                          </a:solidFill>
                          <a:effectLst/>
                          <a:latin typeface="Calibri" panose="020F0502020204030204" pitchFamily="34" charset="0"/>
                        </a:rPr>
                        <a:t>Roberts, Alito, Thomas, Sotomayor, Kagan, Kavanaugh, Barrett</a:t>
                      </a:r>
                    </a:p>
                  </a:txBody>
                  <a:tcPr marL="9525" marR="9525" marT="9525" marB="0" anchor="ctr">
                    <a:lnL w="12700" cap="flat" cmpd="sng" algn="ctr">
                      <a:solidFill>
                        <a:schemeClr val="tx1"/>
                      </a:solidFill>
                      <a:prstDash val="solid"/>
                      <a:round/>
                      <a:headEnd type="none" w="med" len="med"/>
                      <a:tailEnd type="none" w="med" len="med"/>
                    </a:lnL>
                  </a:tcPr>
                </a:tc>
                <a:tc>
                  <a:txBody>
                    <a:bodyPr/>
                    <a:lstStyle/>
                    <a:p>
                      <a:pPr algn="ctr" fontAlgn="b">
                        <a:buNone/>
                      </a:pPr>
                      <a:r>
                        <a:rPr lang="en-US" sz="1200" b="0" u="none" strike="noStrike" dirty="0">
                          <a:solidFill>
                            <a:srgbClr val="000000"/>
                          </a:solidFill>
                          <a:effectLst/>
                          <a:latin typeface="MULISH REGULAR ROMAN"/>
                        </a:rPr>
                        <a:t>2</a:t>
                      </a:r>
                      <a:endParaRPr lang="en-US" sz="1200" b="0" i="0" u="none" strike="noStrike" dirty="0">
                        <a:solidFill>
                          <a:srgbClr val="000000"/>
                        </a:solidFill>
                        <a:effectLst/>
                        <a:latin typeface="MULISH REGULAR ROMAN"/>
                      </a:endParaRPr>
                    </a:p>
                  </a:txBody>
                  <a:tcPr marR="5672" marT="5672" marB="0" anchor="ctr"/>
                </a:tc>
                <a:tc>
                  <a:txBody>
                    <a:bodyPr/>
                    <a:lstStyle/>
                    <a:p>
                      <a:pPr algn="l" fontAlgn="b"/>
                      <a:r>
                        <a:rPr lang="en-US" sz="1100" b="0" i="1" u="none" strike="noStrike" dirty="0">
                          <a:solidFill>
                            <a:srgbClr val="000000"/>
                          </a:solidFill>
                          <a:effectLst/>
                          <a:latin typeface="MULISH BLACK ROMAN"/>
                        </a:rPr>
                        <a:t>Bufkin, Delligatti</a:t>
                      </a:r>
                    </a:p>
                  </a:txBody>
                  <a:tcPr marL="9525" marR="9525" marT="9525"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4"/>
                  </a:ext>
                </a:extLst>
              </a:tr>
            </a:tbl>
          </a:graphicData>
        </a:graphic>
      </p:graphicFrame>
      <p:graphicFrame>
        <p:nvGraphicFramePr>
          <p:cNvPr id="7" name="Table 6">
            <a:extLst>
              <a:ext uri="{FF2B5EF4-FFF2-40B4-BE49-F238E27FC236}">
                <a16:creationId xmlns:a16="http://schemas.microsoft.com/office/drawing/2014/main" id="{7384F9A6-BEA8-460B-7EDC-9C7C0EF7552F}"/>
              </a:ext>
            </a:extLst>
          </p:cNvPr>
          <p:cNvGraphicFramePr>
            <a:graphicFrameLocks noGrp="1"/>
          </p:cNvGraphicFramePr>
          <p:nvPr>
            <p:extLst>
              <p:ext uri="{D42A27DB-BD31-4B8C-83A1-F6EECF244321}">
                <p14:modId xmlns:p14="http://schemas.microsoft.com/office/powerpoint/2010/main" val="1162782417"/>
              </p:ext>
            </p:extLst>
          </p:nvPr>
        </p:nvGraphicFramePr>
        <p:xfrm>
          <a:off x="327329" y="2765393"/>
          <a:ext cx="11538586" cy="3515395"/>
        </p:xfrm>
        <a:graphic>
          <a:graphicData uri="http://schemas.openxmlformats.org/drawingml/2006/table">
            <a:tbl>
              <a:tblPr firstRow="1" bandRow="1">
                <a:tableStyleId>{F5AB1C69-6EDB-4FF4-983F-18BD219EF322}</a:tableStyleId>
              </a:tblPr>
              <a:tblGrid>
                <a:gridCol w="1288093">
                  <a:extLst>
                    <a:ext uri="{9D8B030D-6E8A-4147-A177-3AD203B41FA5}">
                      <a16:colId xmlns:a16="http://schemas.microsoft.com/office/drawing/2014/main" val="20000"/>
                    </a:ext>
                  </a:extLst>
                </a:gridCol>
                <a:gridCol w="2905022">
                  <a:extLst>
                    <a:ext uri="{9D8B030D-6E8A-4147-A177-3AD203B41FA5}">
                      <a16:colId xmlns:a16="http://schemas.microsoft.com/office/drawing/2014/main" val="20001"/>
                    </a:ext>
                  </a:extLst>
                </a:gridCol>
                <a:gridCol w="2760893">
                  <a:extLst>
                    <a:ext uri="{9D8B030D-6E8A-4147-A177-3AD203B41FA5}">
                      <a16:colId xmlns:a16="http://schemas.microsoft.com/office/drawing/2014/main" val="20002"/>
                    </a:ext>
                  </a:extLst>
                </a:gridCol>
                <a:gridCol w="2318003">
                  <a:extLst>
                    <a:ext uri="{9D8B030D-6E8A-4147-A177-3AD203B41FA5}">
                      <a16:colId xmlns:a16="http://schemas.microsoft.com/office/drawing/2014/main" val="20003"/>
                    </a:ext>
                  </a:extLst>
                </a:gridCol>
                <a:gridCol w="2266575">
                  <a:extLst>
                    <a:ext uri="{9D8B030D-6E8A-4147-A177-3AD203B41FA5}">
                      <a16:colId xmlns:a16="http://schemas.microsoft.com/office/drawing/2014/main" val="20006"/>
                    </a:ext>
                  </a:extLst>
                </a:gridCol>
              </a:tblGrid>
              <a:tr h="610067">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Term</a:t>
                      </a:r>
                      <a:endParaRPr lang="en-US" sz="1200" b="1" i="0" u="none" strike="noStrike" dirty="0">
                        <a:solidFill>
                          <a:schemeClr val="tx1"/>
                        </a:solidFill>
                        <a:effectLst/>
                        <a:latin typeface="MULISH REGULAR ROMAN"/>
                      </a:endParaRPr>
                    </a:p>
                  </a:txBody>
                  <a:tcPr marL="9525" marR="9525" marT="9525"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Cases Decided by</a:t>
                      </a:r>
                      <a:br>
                        <a:rPr lang="en-US" sz="1200" b="1" u="none" strike="noStrike" dirty="0">
                          <a:solidFill>
                            <a:schemeClr val="tx1"/>
                          </a:solidFill>
                          <a:effectLst/>
                          <a:latin typeface="MULISH REGULAR ROMAN"/>
                        </a:rPr>
                      </a:br>
                      <a:r>
                        <a:rPr lang="en-US" sz="1200" b="1" u="none" strike="noStrike" dirty="0">
                          <a:solidFill>
                            <a:schemeClr val="tx1"/>
                          </a:solidFill>
                          <a:effectLst/>
                          <a:latin typeface="MULISH REGULAR ROMAN"/>
                        </a:rPr>
                        <a:t>5 </a:t>
                      </a:r>
                      <a:r>
                        <a:rPr lang="en-US" sz="1200" b="1" u="sng" strike="noStrike" dirty="0">
                          <a:solidFill>
                            <a:schemeClr val="tx1"/>
                          </a:solidFill>
                          <a:effectLst/>
                          <a:latin typeface="MULISH REGULAR ROMAN"/>
                        </a:rPr>
                        <a:t>or</a:t>
                      </a:r>
                      <a:r>
                        <a:rPr lang="en-US" sz="1200" b="1" u="none" strike="noStrike" dirty="0">
                          <a:solidFill>
                            <a:schemeClr val="tx1"/>
                          </a:solidFill>
                          <a:effectLst/>
                          <a:latin typeface="MULISH REGULAR ROMAN"/>
                        </a:rPr>
                        <a:t> 6-Justice Majorities</a:t>
                      </a:r>
                      <a:endParaRPr lang="en-US" sz="1200" b="1" i="0" u="none" strike="noStrike" dirty="0">
                        <a:solidFill>
                          <a:schemeClr val="tx1"/>
                        </a:solidFill>
                        <a:effectLst/>
                        <a:latin typeface="MULISH REGULAR ROMAN"/>
                      </a:endParaRPr>
                    </a:p>
                  </a:txBody>
                  <a:tcPr marL="9525" marR="9525" marT="9525" marB="0" anchor="ctr">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 of </a:t>
                      </a:r>
                    </a:p>
                    <a:p>
                      <a:pPr algn="ctr" fontAlgn="b"/>
                      <a:r>
                        <a:rPr lang="en-US" sz="1200" b="1" u="none" strike="noStrike" dirty="0">
                          <a:solidFill>
                            <a:schemeClr val="tx1"/>
                          </a:solidFill>
                          <a:effectLst/>
                          <a:latin typeface="MULISH REGULAR ROMAN"/>
                        </a:rPr>
                        <a:t>Total Cases in Term</a:t>
                      </a:r>
                      <a:endParaRPr lang="en-US" sz="1200" b="1" i="0" u="none" strike="noStrike" dirty="0">
                        <a:solidFill>
                          <a:schemeClr val="tx1"/>
                        </a:solidFill>
                        <a:effectLst/>
                        <a:latin typeface="MULISH REGULAR ROMAN"/>
                      </a:endParaRPr>
                    </a:p>
                  </a:txBody>
                  <a:tcPr marL="9525" marR="9525" marT="9525" marB="0" anchor="ctr">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 Decided w/ </a:t>
                      </a:r>
                      <a:br>
                        <a:rPr lang="en-US" sz="1200" b="1" u="none" strike="noStrike" dirty="0">
                          <a:solidFill>
                            <a:schemeClr val="tx1"/>
                          </a:solidFill>
                          <a:effectLst/>
                          <a:latin typeface="MULISH REGULAR ROMAN"/>
                        </a:rPr>
                      </a:br>
                      <a:r>
                        <a:rPr lang="en-US" sz="1200" b="1" u="none" strike="noStrike" dirty="0">
                          <a:solidFill>
                            <a:schemeClr val="tx1"/>
                          </a:solidFill>
                          <a:effectLst/>
                          <a:latin typeface="MULISH REGULAR ROMAN"/>
                        </a:rPr>
                        <a:t>Ideological Split</a:t>
                      </a:r>
                      <a:r>
                        <a:rPr lang="en-US" sz="1050" b="1" u="none" strike="noStrike" dirty="0">
                          <a:solidFill>
                            <a:schemeClr val="tx1"/>
                          </a:solidFill>
                          <a:effectLst/>
                          <a:latin typeface="MULISH REGULAR ROMAN"/>
                        </a:rPr>
                        <a:t>*</a:t>
                      </a:r>
                      <a:endParaRPr lang="en-US" sz="1200" b="1" i="0" u="none" strike="noStrike" dirty="0">
                        <a:solidFill>
                          <a:schemeClr val="tx1"/>
                        </a:solidFill>
                        <a:effectLst/>
                        <a:latin typeface="MULISH REGULAR ROMAN"/>
                      </a:endParaRPr>
                    </a:p>
                  </a:txBody>
                  <a:tcPr marL="9525" marR="9525" marT="9525" marB="0" anchor="ctr">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Number of</a:t>
                      </a:r>
                      <a:br>
                        <a:rPr lang="en-US" sz="1200" b="1" u="none" strike="noStrike" dirty="0">
                          <a:solidFill>
                            <a:schemeClr val="tx1"/>
                          </a:solidFill>
                          <a:effectLst/>
                          <a:latin typeface="MULISH REGULAR ROMAN"/>
                        </a:rPr>
                      </a:br>
                      <a:r>
                        <a:rPr lang="en-US" sz="1200" b="1" u="none" strike="noStrike" dirty="0">
                          <a:solidFill>
                            <a:schemeClr val="tx1"/>
                          </a:solidFill>
                          <a:effectLst/>
                          <a:latin typeface="MULISH REGULAR ROMAN"/>
                        </a:rPr>
                        <a:t> Different Majority Coalitions</a:t>
                      </a:r>
                      <a:endParaRPr lang="en-US" sz="1200" b="1" i="0" u="none" strike="noStrike" dirty="0">
                        <a:solidFill>
                          <a:schemeClr val="tx1"/>
                        </a:solidFill>
                        <a:effectLst/>
                        <a:latin typeface="MULISH REGULAR ROMAN"/>
                      </a:endParaRPr>
                    </a:p>
                  </a:txBody>
                  <a:tcPr marL="9525" marR="9525" marT="9525"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10000"/>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OT10</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33%</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29</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1"/>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OT11</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29</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2"/>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OT12</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39%</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24</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3"/>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OT13</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27%</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5%</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23</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4"/>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OT14</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5%</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5"/>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OT15</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27</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33%</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6"/>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OT16</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7"/>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OT17</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19%</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22</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8"/>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OT18</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28</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9"/>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OT19</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19</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13%</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21</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0"/>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OT20</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37%</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24</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1"/>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OT21</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2"/>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OT22</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21</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3"/>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OT23</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4"/>
                  </a:ext>
                </a:extLst>
              </a:tr>
              <a:tr h="181583">
                <a:tc>
                  <a:txBody>
                    <a:bodyPr/>
                    <a:lstStyle/>
                    <a:p>
                      <a:pPr algn="ctr" fontAlgn="b">
                        <a:buNone/>
                      </a:pPr>
                      <a:r>
                        <a:rPr lang="en-US" sz="1100" b="1" u="none" strike="noStrike" dirty="0">
                          <a:solidFill>
                            <a:srgbClr val="000000"/>
                          </a:solidFill>
                          <a:effectLst/>
                          <a:latin typeface="MULISH REGULAR ROMAN"/>
                        </a:rPr>
                        <a:t>OT24</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p>
                      <a:pPr algn="ctr" fontAlgn="b">
                        <a:buNone/>
                      </a:pPr>
                      <a:r>
                        <a:rPr lang="en-US" sz="1100" b="0" i="0" u="none" strike="noStrike" dirty="0">
                          <a:solidFill>
                            <a:srgbClr val="000000"/>
                          </a:solidFill>
                          <a:effectLst/>
                          <a:latin typeface="MULISH REGULAR ROMAN"/>
                        </a:rPr>
                        <a:t>11</a:t>
                      </a:r>
                    </a:p>
                  </a:txBody>
                  <a:tcPr marL="9525" marR="9525" marT="9525" marB="0" anchor="b"/>
                </a:tc>
                <a:tc>
                  <a:txBody>
                    <a:bodyPr/>
                    <a:lstStyle/>
                    <a:p>
                      <a:pPr algn="ctr" fontAlgn="b">
                        <a:buNone/>
                      </a:pPr>
                      <a:r>
                        <a:rPr lang="en-US" sz="1100" b="0" i="0" u="none" strike="noStrike" dirty="0">
                          <a:solidFill>
                            <a:srgbClr val="000000"/>
                          </a:solidFill>
                          <a:effectLst/>
                          <a:latin typeface="MULISH REGULAR ROMAN"/>
                        </a:rPr>
                        <a:t>19%</a:t>
                      </a:r>
                    </a:p>
                  </a:txBody>
                  <a:tcPr marL="9525" marR="9525" marT="9525" marB="0" anchor="b"/>
                </a:tc>
                <a:tc>
                  <a:txBody>
                    <a:bodyPr/>
                    <a:lstStyle/>
                    <a:p>
                      <a:pPr algn="ctr" fontAlgn="b">
                        <a:buNone/>
                      </a:pPr>
                      <a:r>
                        <a:rPr lang="en-US" sz="1100" b="0" i="0" u="none" strike="noStrike" dirty="0">
                          <a:solidFill>
                            <a:srgbClr val="000000"/>
                          </a:solidFill>
                          <a:effectLst/>
                          <a:latin typeface="MULISH REGULAR ROMAN"/>
                        </a:rPr>
                        <a:t>2%</a:t>
                      </a:r>
                    </a:p>
                  </a:txBody>
                  <a:tcPr marL="9525" marR="9525" marT="9525" marB="0" anchor="b"/>
                </a:tc>
                <a:tc>
                  <a:txBody>
                    <a:bodyPr/>
                    <a:lstStyle/>
                    <a:p>
                      <a:pPr algn="ctr" fontAlgn="b">
                        <a:buNone/>
                      </a:pPr>
                      <a:r>
                        <a:rPr lang="en-US" sz="1100" b="0" i="0" u="none" strike="noStrike" dirty="0">
                          <a:solidFill>
                            <a:srgbClr val="000000"/>
                          </a:solidFill>
                          <a:effectLst/>
                          <a:latin typeface="MULISH REGULAR ROMAN"/>
                        </a:rPr>
                        <a:t>18</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5"/>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effectLst/>
                          <a:latin typeface="MULISH REGULAR ROMAN"/>
                        </a:rPr>
                        <a:t>Average</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24.73</a:t>
                      </a:r>
                    </a:p>
                  </a:txBody>
                  <a:tcPr marL="9525" marR="9525" marT="9525" marB="0" anchor="b">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35.06</a:t>
                      </a:r>
                      <a:r>
                        <a:rPr lang="en-US" sz="1100" b="1" i="0" u="none" strike="noStrike" dirty="0">
                          <a:solidFill>
                            <a:srgbClr val="000000"/>
                          </a:solidFill>
                          <a:effectLst/>
                          <a:latin typeface="MULISH REGULAR ROMAN"/>
                        </a:rPr>
                        <a:t>%</a:t>
                      </a:r>
                      <a:endParaRPr lang="en-US" sz="1100" b="1" i="0" u="none" strike="noStrike" dirty="0">
                        <a:solidFill>
                          <a:schemeClr val="tx1"/>
                        </a:solidFill>
                        <a:effectLst/>
                        <a:latin typeface="MULISH REGULAR ROMAN"/>
                      </a:endParaRPr>
                    </a:p>
                  </a:txBody>
                  <a:tcPr marL="9525" marR="9525" marT="9525" marB="0" anchor="b">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9.72%</a:t>
                      </a:r>
                    </a:p>
                  </a:txBody>
                  <a:tcPr marL="9525" marR="9525" marT="9525" marB="0" anchor="b">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23.5</a:t>
                      </a:r>
                    </a:p>
                  </a:txBody>
                  <a:tcPr marL="9525" marR="9525" marT="9525" marB="0" anchor="b">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6"/>
                  </a:ext>
                </a:extLst>
              </a:tr>
            </a:tbl>
          </a:graphicData>
        </a:graphic>
      </p:graphicFrame>
      <p:sp>
        <p:nvSpPr>
          <p:cNvPr id="3" name="Title 9">
            <a:extLst>
              <a:ext uri="{FF2B5EF4-FFF2-40B4-BE49-F238E27FC236}">
                <a16:creationId xmlns:a16="http://schemas.microsoft.com/office/drawing/2014/main" id="{24742AD3-722B-E682-FD6B-65ED18299FA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COALITION ALIGNMENTS</a:t>
            </a:r>
          </a:p>
        </p:txBody>
      </p:sp>
      <p:sp>
        <p:nvSpPr>
          <p:cNvPr id="6" name="Slide Number Placeholder 5">
            <a:extLst>
              <a:ext uri="{FF2B5EF4-FFF2-40B4-BE49-F238E27FC236}">
                <a16:creationId xmlns:a16="http://schemas.microsoft.com/office/drawing/2014/main" id="{6F917167-D351-D9FE-0CDF-BD9E92B3FF87}"/>
              </a:ext>
            </a:extLst>
          </p:cNvPr>
          <p:cNvSpPr>
            <a:spLocks noGrp="1"/>
          </p:cNvSpPr>
          <p:nvPr>
            <p:ph type="sldNum" sz="quarter" idx="12"/>
          </p:nvPr>
        </p:nvSpPr>
        <p:spPr/>
        <p:txBody>
          <a:bodyPr/>
          <a:lstStyle/>
          <a:p>
            <a:fld id="{5E212BD6-99D2-4430-8307-3DFF6CB1AF68}" type="slidenum">
              <a:rPr lang="en-US" smtClean="0"/>
              <a:t>18</a:t>
            </a:fld>
            <a:endParaRPr lang="en-US" dirty="0"/>
          </a:p>
        </p:txBody>
      </p:sp>
      <p:sp>
        <p:nvSpPr>
          <p:cNvPr id="9" name="TextBox 8">
            <a:extLst>
              <a:ext uri="{FF2B5EF4-FFF2-40B4-BE49-F238E27FC236}">
                <a16:creationId xmlns:a16="http://schemas.microsoft.com/office/drawing/2014/main" id="{610E4D12-C6EA-6236-4D21-152B25F48D98}"/>
              </a:ext>
            </a:extLst>
          </p:cNvPr>
          <p:cNvSpPr txBox="1"/>
          <p:nvPr/>
        </p:nvSpPr>
        <p:spPr>
          <a:xfrm>
            <a:off x="5788324" y="186909"/>
            <a:ext cx="6071111" cy="553998"/>
          </a:xfrm>
          <a:prstGeom prst="rect">
            <a:avLst/>
          </a:prstGeom>
          <a:noFill/>
          <a:ln>
            <a:solidFill>
              <a:schemeClr val="tx1"/>
            </a:solidFill>
          </a:ln>
        </p:spPr>
        <p:txBody>
          <a:bodyPr wrap="square">
            <a:spAutoFit/>
          </a:bodyPr>
          <a:lstStyle/>
          <a:p>
            <a:r>
              <a:rPr lang="en-US" sz="1000" b="0" u="none" strike="noStrike" dirty="0">
                <a:solidFill>
                  <a:srgbClr val="000000"/>
                </a:solidFill>
                <a:effectLst/>
                <a:latin typeface="MULISH REGULAR ROMAN"/>
              </a:rPr>
              <a:t>* Ideological splits represent instances where Justices representing divergent ideological orientations (i.e., </a:t>
            </a:r>
            <a:r>
              <a:rPr lang="en-US" sz="1000" b="0" i="1" u="none" strike="noStrike" dirty="0">
                <a:solidFill>
                  <a:srgbClr val="000000"/>
                </a:solidFill>
                <a:effectLst/>
                <a:latin typeface="MULISH REGULAR ROMAN"/>
              </a:rPr>
              <a:t>Liberal or Conservative</a:t>
            </a:r>
            <a:r>
              <a:rPr lang="en-US" sz="1000" b="0" i="0" u="none" strike="noStrike" dirty="0">
                <a:solidFill>
                  <a:srgbClr val="000000"/>
                </a:solidFill>
                <a:effectLst/>
                <a:latin typeface="MULISH REGULAR ROMAN"/>
              </a:rPr>
              <a:t>) according to </a:t>
            </a:r>
            <a:r>
              <a:rPr lang="en-US" sz="1000" dirty="0">
                <a:latin typeface="MULISH REGULAR ROMAN"/>
              </a:rPr>
              <a:t> </a:t>
            </a:r>
            <a:r>
              <a:rPr lang="en-US" sz="1000" dirty="0">
                <a:latin typeface="MULISH REGULAR ROMAN"/>
                <a:hlinkClick r:id="rId3"/>
              </a:rPr>
              <a:t>Martin-Quinn</a:t>
            </a:r>
            <a:r>
              <a:rPr lang="en-US" sz="1000" dirty="0">
                <a:latin typeface="MULISH REGULAR ROMAN"/>
              </a:rPr>
              <a:t> populate the Majority and Dissenting Coalitions</a:t>
            </a:r>
            <a:r>
              <a:rPr lang="en-US" sz="1000" b="0" i="0" u="none" strike="noStrike" dirty="0">
                <a:solidFill>
                  <a:srgbClr val="000000"/>
                </a:solidFill>
                <a:effectLst/>
                <a:latin typeface="MULISH REGULAR ROMAN"/>
              </a:rPr>
              <a:t>. For OT10-OT19, this represents a (5-4) all-Conservative majority – Since OT20, this represents an all-Conservative (6-3) majority. </a:t>
            </a:r>
            <a:endParaRPr lang="en-US" sz="1000" dirty="0"/>
          </a:p>
        </p:txBody>
      </p:sp>
    </p:spTree>
    <p:extLst>
      <p:ext uri="{BB962C8B-B14F-4D97-AF65-F5344CB8AC3E}">
        <p14:creationId xmlns:p14="http://schemas.microsoft.com/office/powerpoint/2010/main" val="26075269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Content Placeholder 6"/>
          <p:cNvGraphicFramePr>
            <a:graphicFrameLocks noGrp="1"/>
          </p:cNvGraphicFramePr>
          <p:nvPr>
            <p:ph idx="1"/>
            <p:extLst>
              <p:ext uri="{D42A27DB-BD31-4B8C-83A1-F6EECF244321}">
                <p14:modId xmlns:p14="http://schemas.microsoft.com/office/powerpoint/2010/main" val="2850146784"/>
              </p:ext>
            </p:extLst>
          </p:nvPr>
        </p:nvGraphicFramePr>
        <p:xfrm>
          <a:off x="344808" y="918414"/>
          <a:ext cx="11135992" cy="5107248"/>
        </p:xfrm>
        <a:graphic>
          <a:graphicData uri="http://schemas.openxmlformats.org/drawingml/2006/table">
            <a:tbl>
              <a:tblPr firstRow="1" bandRow="1">
                <a:tableStyleId>{C083E6E3-FA7D-4D7B-A595-EF9225AFEA82}</a:tableStyleId>
              </a:tblPr>
              <a:tblGrid>
                <a:gridCol w="1391999">
                  <a:extLst>
                    <a:ext uri="{9D8B030D-6E8A-4147-A177-3AD203B41FA5}">
                      <a16:colId xmlns:a16="http://schemas.microsoft.com/office/drawing/2014/main" val="20000"/>
                    </a:ext>
                  </a:extLst>
                </a:gridCol>
                <a:gridCol w="1391999">
                  <a:extLst>
                    <a:ext uri="{9D8B030D-6E8A-4147-A177-3AD203B41FA5}">
                      <a16:colId xmlns:a16="http://schemas.microsoft.com/office/drawing/2014/main" val="20001"/>
                    </a:ext>
                  </a:extLst>
                </a:gridCol>
                <a:gridCol w="1391999">
                  <a:extLst>
                    <a:ext uri="{9D8B030D-6E8A-4147-A177-3AD203B41FA5}">
                      <a16:colId xmlns:a16="http://schemas.microsoft.com/office/drawing/2014/main" val="20002"/>
                    </a:ext>
                  </a:extLst>
                </a:gridCol>
                <a:gridCol w="1391999">
                  <a:extLst>
                    <a:ext uri="{9D8B030D-6E8A-4147-A177-3AD203B41FA5}">
                      <a16:colId xmlns:a16="http://schemas.microsoft.com/office/drawing/2014/main" val="20003"/>
                    </a:ext>
                  </a:extLst>
                </a:gridCol>
                <a:gridCol w="1391999">
                  <a:extLst>
                    <a:ext uri="{9D8B030D-6E8A-4147-A177-3AD203B41FA5}">
                      <a16:colId xmlns:a16="http://schemas.microsoft.com/office/drawing/2014/main" val="20004"/>
                    </a:ext>
                  </a:extLst>
                </a:gridCol>
                <a:gridCol w="1391999">
                  <a:extLst>
                    <a:ext uri="{9D8B030D-6E8A-4147-A177-3AD203B41FA5}">
                      <a16:colId xmlns:a16="http://schemas.microsoft.com/office/drawing/2014/main" val="20005"/>
                    </a:ext>
                  </a:extLst>
                </a:gridCol>
                <a:gridCol w="1391999">
                  <a:extLst>
                    <a:ext uri="{9D8B030D-6E8A-4147-A177-3AD203B41FA5}">
                      <a16:colId xmlns:a16="http://schemas.microsoft.com/office/drawing/2014/main" val="20006"/>
                    </a:ext>
                  </a:extLst>
                </a:gridCol>
                <a:gridCol w="1391999">
                  <a:extLst>
                    <a:ext uri="{9D8B030D-6E8A-4147-A177-3AD203B41FA5}">
                      <a16:colId xmlns:a16="http://schemas.microsoft.com/office/drawing/2014/main" val="20007"/>
                    </a:ext>
                  </a:extLst>
                </a:gridCol>
              </a:tblGrid>
              <a:tr h="283736">
                <a:tc>
                  <a:txBody>
                    <a:bodyPr/>
                    <a:lstStyle/>
                    <a:p>
                      <a:pPr marL="0" algn="ctr" rtl="0" eaLnBrk="1" fontAlgn="auto" latinLnBrk="0" hangingPunct="1">
                        <a:spcBef>
                          <a:spcPts val="0"/>
                        </a:spcBef>
                        <a:spcAft>
                          <a:spcPts val="0"/>
                        </a:spcAft>
                      </a:pPr>
                      <a:r>
                        <a:rPr lang="en-US" sz="1100" b="1" kern="1200" dirty="0">
                          <a:latin typeface="MULISH REGULAR ROMAN"/>
                        </a:rPr>
                        <a:t>​Court below</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effectLst/>
                          <a:latin typeface="MULISH REGULAR ROMAN"/>
                        </a:rPr>
                        <a:t># of Cases</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effectLst/>
                          <a:latin typeface="MULISH REGULAR ROMAN"/>
                        </a:rPr>
                        <a:t>% of Cases</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a:rPr>
                        <a:t># Decided​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a:rPr>
                        <a:t># Affirmed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a:rPr>
                        <a:t># Reversed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a:spcBef>
                          <a:spcPts val="0"/>
                        </a:spcBef>
                        <a:spcAft>
                          <a:spcPts val="0"/>
                        </a:spcAft>
                      </a:pPr>
                      <a:r>
                        <a:rPr lang="en-US" sz="1100" b="1" dirty="0">
                          <a:effectLst/>
                          <a:latin typeface="MULISH REGULAR ROMAN"/>
                        </a:rPr>
                        <a:t>% Affirmed</a:t>
                      </a: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a:spcBef>
                          <a:spcPts val="0"/>
                        </a:spcBef>
                        <a:spcAft>
                          <a:spcPts val="0"/>
                        </a:spcAft>
                      </a:pPr>
                      <a:r>
                        <a:rPr lang="en-US" sz="1100" b="1" kern="1200" dirty="0">
                          <a:effectLst/>
                          <a:latin typeface="MULISH REGULAR ROMAN"/>
                        </a:rPr>
                        <a:t>% Reversed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1st Cir.​</a:t>
                      </a:r>
                      <a:endParaRPr lang="en-US" sz="1100" b="0" dirty="0">
                        <a:effectLst/>
                        <a:latin typeface="MULISH REGULAR ROMAN"/>
                      </a:endParaRPr>
                    </a:p>
                  </a:txBody>
                  <a:tcPr marL="0" marR="0" marT="0" marB="0" anchor="ctr">
                    <a:lnT w="12700" cmpd="sng">
                      <a:noFill/>
                    </a:lnT>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T w="12700" cmpd="sng">
                      <a:noFill/>
                    </a:lnT>
                  </a:tcPr>
                </a:tc>
                <a:tc>
                  <a:txBody>
                    <a:bodyPr/>
                    <a:lstStyle/>
                    <a:p>
                      <a:pPr algn="ctr" fontAlgn="b"/>
                      <a:r>
                        <a:rPr lang="en-US" sz="1100" b="0" i="0" u="none" strike="noStrike">
                          <a:solidFill>
                            <a:srgbClr val="000000"/>
                          </a:solidFill>
                          <a:effectLst/>
                          <a:latin typeface="MULISH BLACK ROMAN"/>
                        </a:rPr>
                        <a:t>1.5%</a:t>
                      </a:r>
                    </a:p>
                  </a:txBody>
                  <a:tcPr marL="9525" marR="9525" marT="9525" marB="0" anchor="ctr">
                    <a:lnT w="12700" cmpd="sng">
                      <a:noFill/>
                    </a:lnT>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T w="12700" cmpd="sng">
                      <a:noFill/>
                    </a:lnT>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T w="12700" cmpd="sng">
                      <a:noFill/>
                    </a:lnT>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T w="12700" cmpd="sng">
                      <a:noFill/>
                    </a:lnT>
                  </a:tcPr>
                </a:tc>
                <a:tc>
                  <a:txBody>
                    <a:bodyPr/>
                    <a:lstStyle/>
                    <a:p>
                      <a:pPr algn="ctr" fontAlgn="b"/>
                      <a:r>
                        <a:rPr lang="en-US" sz="1100" b="0" i="0" u="none" strike="noStrike">
                          <a:solidFill>
                            <a:srgbClr val="000000"/>
                          </a:solidFill>
                          <a:effectLst/>
                          <a:latin typeface="MULISH BLACK ROMAN"/>
                        </a:rPr>
                        <a:t>100%</a:t>
                      </a:r>
                    </a:p>
                  </a:txBody>
                  <a:tcPr marL="9525" marR="9525" marT="9525" marB="0" anchor="ctr">
                    <a:lnT w="12700" cmpd="sng">
                      <a:noFill/>
                    </a:lnT>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T w="12700" cmpd="sng">
                      <a:noFill/>
                    </a:lnT>
                  </a:tcPr>
                </a:tc>
                <a:extLst>
                  <a:ext uri="{0D108BD9-81ED-4DB2-BD59-A6C34878D82A}">
                    <a16:rowId xmlns:a16="http://schemas.microsoft.com/office/drawing/2014/main" val="10002"/>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2nd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6</a:t>
                      </a:r>
                    </a:p>
                  </a:txBody>
                  <a:tcPr marL="9525" marR="9525" marT="9525" marB="0" anchor="ctr"/>
                </a:tc>
                <a:tc>
                  <a:txBody>
                    <a:bodyPr/>
                    <a:lstStyle/>
                    <a:p>
                      <a:pPr algn="ctr" fontAlgn="b"/>
                      <a:r>
                        <a:rPr lang="en-US" sz="1100" b="0" i="0" u="none" strike="noStrike">
                          <a:solidFill>
                            <a:srgbClr val="000000"/>
                          </a:solidFill>
                          <a:effectLst/>
                          <a:latin typeface="MULISH BLACK ROMAN"/>
                        </a:rPr>
                        <a:t>9%</a:t>
                      </a:r>
                    </a:p>
                  </a:txBody>
                  <a:tcPr marL="9525" marR="9525" marT="9525" marB="0" anchor="ctr"/>
                </a:tc>
                <a:tc>
                  <a:txBody>
                    <a:bodyPr/>
                    <a:lstStyle/>
                    <a:p>
                      <a:pPr algn="ctr" fontAlgn="b"/>
                      <a:r>
                        <a:rPr lang="en-US" sz="1100" b="0" i="0" u="none" strike="noStrike">
                          <a:solidFill>
                            <a:srgbClr val="000000"/>
                          </a:solidFill>
                          <a:effectLst/>
                          <a:latin typeface="MULISH BLACK ROMAN"/>
                        </a:rPr>
                        <a:t>6</a:t>
                      </a:r>
                    </a:p>
                  </a:txBody>
                  <a:tcPr marL="9525" marR="9525" marT="9525"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66.7%</a:t>
                      </a:r>
                    </a:p>
                  </a:txBody>
                  <a:tcPr marL="9525" marR="9525" marT="9525" marB="0" anchor="ctr"/>
                </a:tc>
                <a:tc>
                  <a:txBody>
                    <a:bodyPr/>
                    <a:lstStyle/>
                    <a:p>
                      <a:pPr algn="ctr" fontAlgn="b"/>
                      <a:r>
                        <a:rPr lang="en-US" sz="1100" b="0" i="0" u="none" strike="noStrike">
                          <a:solidFill>
                            <a:srgbClr val="000000"/>
                          </a:solidFill>
                          <a:effectLst/>
                          <a:latin typeface="MULISH BLACK ROMAN"/>
                        </a:rPr>
                        <a:t>33.3%</a:t>
                      </a:r>
                    </a:p>
                  </a:txBody>
                  <a:tcPr marL="9525" marR="9525" marT="9525" marB="0" anchor="ctr"/>
                </a:tc>
                <a:extLst>
                  <a:ext uri="{0D108BD9-81ED-4DB2-BD59-A6C34878D82A}">
                    <a16:rowId xmlns:a16="http://schemas.microsoft.com/office/drawing/2014/main" val="10003"/>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3rd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extLst>
                  <a:ext uri="{0D108BD9-81ED-4DB2-BD59-A6C34878D82A}">
                    <a16:rowId xmlns:a16="http://schemas.microsoft.com/office/drawing/2014/main" val="10004"/>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4th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8</a:t>
                      </a:r>
                    </a:p>
                  </a:txBody>
                  <a:tcPr marL="9525" marR="9525" marT="9525" marB="0" anchor="ctr"/>
                </a:tc>
                <a:tc>
                  <a:txBody>
                    <a:bodyPr/>
                    <a:lstStyle/>
                    <a:p>
                      <a:pPr algn="ctr" fontAlgn="b"/>
                      <a:r>
                        <a:rPr lang="en-US" sz="1100" b="0" i="0" u="none" strike="noStrike">
                          <a:solidFill>
                            <a:srgbClr val="000000"/>
                          </a:solidFill>
                          <a:effectLst/>
                          <a:latin typeface="MULISH BLACK ROMAN"/>
                        </a:rPr>
                        <a:t>11.9%</a:t>
                      </a:r>
                    </a:p>
                  </a:txBody>
                  <a:tcPr marL="9525" marR="9525" marT="9525"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tc>
                  <a:txBody>
                    <a:bodyPr/>
                    <a:lstStyle/>
                    <a:p>
                      <a:pPr algn="ctr" fontAlgn="b"/>
                      <a:r>
                        <a:rPr lang="en-US" sz="1100" b="0" i="0" u="none" strike="noStrike">
                          <a:solidFill>
                            <a:srgbClr val="000000"/>
                          </a:solidFill>
                          <a:effectLst/>
                          <a:latin typeface="MULISH BLACK ROMAN"/>
                        </a:rPr>
                        <a:t>100%</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extLst>
                  <a:ext uri="{0D108BD9-81ED-4DB2-BD59-A6C34878D82A}">
                    <a16:rowId xmlns:a16="http://schemas.microsoft.com/office/drawing/2014/main" val="10005"/>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5th</a:t>
                      </a:r>
                      <a:r>
                        <a:rPr lang="en-US" sz="1100" b="0" kern="1200" baseline="30000" dirty="0">
                          <a:effectLst/>
                          <a:latin typeface="MULISH REGULAR ROMAN"/>
                        </a:rPr>
                        <a:t> </a:t>
                      </a:r>
                      <a:r>
                        <a:rPr lang="en-US" sz="1100" b="0" kern="1200" dirty="0">
                          <a:effectLst/>
                          <a:latin typeface="MULISH REGULAR ROMAN"/>
                        </a:rPr>
                        <a:t>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13</a:t>
                      </a:r>
                    </a:p>
                  </a:txBody>
                  <a:tcPr marL="9525" marR="9525" marT="9525" marB="0" anchor="ctr"/>
                </a:tc>
                <a:tc>
                  <a:txBody>
                    <a:bodyPr/>
                    <a:lstStyle/>
                    <a:p>
                      <a:pPr algn="ctr" fontAlgn="b"/>
                      <a:r>
                        <a:rPr lang="en-US" sz="1100" b="0" i="0" u="none" strike="noStrike">
                          <a:solidFill>
                            <a:srgbClr val="000000"/>
                          </a:solidFill>
                          <a:effectLst/>
                          <a:latin typeface="MULISH BLACK ROMAN"/>
                        </a:rPr>
                        <a:t>19.4%</a:t>
                      </a:r>
                    </a:p>
                  </a:txBody>
                  <a:tcPr marL="9525" marR="9525" marT="9525" marB="0" anchor="ctr"/>
                </a:tc>
                <a:tc>
                  <a:txBody>
                    <a:bodyPr/>
                    <a:lstStyle/>
                    <a:p>
                      <a:pPr algn="ctr" fontAlgn="b"/>
                      <a:r>
                        <a:rPr lang="en-US" sz="1100" b="0" i="0" u="none" strike="noStrike">
                          <a:solidFill>
                            <a:srgbClr val="000000"/>
                          </a:solidFill>
                          <a:effectLst/>
                          <a:latin typeface="MULISH BLACK ROMAN"/>
                        </a:rPr>
                        <a:t>7</a:t>
                      </a:r>
                    </a:p>
                  </a:txBody>
                  <a:tcPr marL="9525" marR="9525" marT="9525" marB="0" anchor="ctr"/>
                </a:tc>
                <a:tc>
                  <a:txBody>
                    <a:bodyPr/>
                    <a:lstStyle/>
                    <a:p>
                      <a:pPr algn="ctr" fontAlgn="b"/>
                      <a:r>
                        <a:rPr lang="en-US" sz="1100" b="0" i="0" u="none" strike="noStrike">
                          <a:solidFill>
                            <a:srgbClr val="000000"/>
                          </a:solidFill>
                          <a:effectLst/>
                          <a:latin typeface="MULISH BLACK ROMAN"/>
                        </a:rPr>
                        <a:t>5</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71.4%</a:t>
                      </a:r>
                    </a:p>
                  </a:txBody>
                  <a:tcPr marL="9525" marR="9525" marT="9525" marB="0" anchor="ctr"/>
                </a:tc>
                <a:tc>
                  <a:txBody>
                    <a:bodyPr/>
                    <a:lstStyle/>
                    <a:p>
                      <a:pPr algn="ctr" fontAlgn="b"/>
                      <a:r>
                        <a:rPr lang="en-US" sz="1100" b="0" i="0" u="none" strike="noStrike">
                          <a:solidFill>
                            <a:srgbClr val="000000"/>
                          </a:solidFill>
                          <a:effectLst/>
                          <a:latin typeface="MULISH BLACK ROMAN"/>
                        </a:rPr>
                        <a:t>28.6%</a:t>
                      </a:r>
                    </a:p>
                  </a:txBody>
                  <a:tcPr marL="9525" marR="9525" marT="9525" marB="0" anchor="ctr"/>
                </a:tc>
                <a:extLst>
                  <a:ext uri="{0D108BD9-81ED-4DB2-BD59-A6C34878D82A}">
                    <a16:rowId xmlns:a16="http://schemas.microsoft.com/office/drawing/2014/main" val="10006"/>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6th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6%</a:t>
                      </a:r>
                    </a:p>
                  </a:txBody>
                  <a:tcPr marL="9525" marR="9525" marT="9525"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extLst>
                  <a:ext uri="{0D108BD9-81ED-4DB2-BD59-A6C34878D82A}">
                    <a16:rowId xmlns:a16="http://schemas.microsoft.com/office/drawing/2014/main" val="10007"/>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7th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extLst>
                  <a:ext uri="{0D108BD9-81ED-4DB2-BD59-A6C34878D82A}">
                    <a16:rowId xmlns:a16="http://schemas.microsoft.com/office/drawing/2014/main" val="10008"/>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8th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extLst>
                  <a:ext uri="{0D108BD9-81ED-4DB2-BD59-A6C34878D82A}">
                    <a16:rowId xmlns:a16="http://schemas.microsoft.com/office/drawing/2014/main" val="10009"/>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9th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6</a:t>
                      </a:r>
                    </a:p>
                  </a:txBody>
                  <a:tcPr marL="9525" marR="9525" marT="9525" marB="0" anchor="ctr"/>
                </a:tc>
                <a:tc>
                  <a:txBody>
                    <a:bodyPr/>
                    <a:lstStyle/>
                    <a:p>
                      <a:pPr algn="ctr" fontAlgn="b"/>
                      <a:r>
                        <a:rPr lang="en-US" sz="1100" b="0" i="0" u="none" strike="noStrike">
                          <a:solidFill>
                            <a:srgbClr val="000000"/>
                          </a:solidFill>
                          <a:effectLst/>
                          <a:latin typeface="MULISH BLACK ROMAN"/>
                        </a:rPr>
                        <a:t>9%</a:t>
                      </a:r>
                    </a:p>
                  </a:txBody>
                  <a:tcPr marL="9525" marR="9525" marT="9525"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tc>
                  <a:txBody>
                    <a:bodyPr/>
                    <a:lstStyle/>
                    <a:p>
                      <a:pPr algn="ctr" fontAlgn="b"/>
                      <a:r>
                        <a:rPr lang="en-US" sz="1100" b="0" i="0" u="none" strike="noStrike">
                          <a:solidFill>
                            <a:srgbClr val="000000"/>
                          </a:solidFill>
                          <a:effectLst/>
                          <a:latin typeface="MULISH BLACK ROMAN"/>
                        </a:rPr>
                        <a:t>100%</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extLst>
                  <a:ext uri="{0D108BD9-81ED-4DB2-BD59-A6C34878D82A}">
                    <a16:rowId xmlns:a16="http://schemas.microsoft.com/office/drawing/2014/main" val="10010"/>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10th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6%</a:t>
                      </a:r>
                    </a:p>
                  </a:txBody>
                  <a:tcPr marL="9525" marR="9525" marT="9525"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tc>
                  <a:txBody>
                    <a:bodyPr/>
                    <a:lstStyle/>
                    <a:p>
                      <a:pPr algn="ctr" fontAlgn="b"/>
                      <a:r>
                        <a:rPr lang="en-US" sz="1100" b="0" i="0" u="none" strike="noStrike">
                          <a:solidFill>
                            <a:srgbClr val="000000"/>
                          </a:solidFill>
                          <a:effectLst/>
                          <a:latin typeface="MULISH BLACK ROMAN"/>
                        </a:rPr>
                        <a:t>100%</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extLst>
                  <a:ext uri="{0D108BD9-81ED-4DB2-BD59-A6C34878D82A}">
                    <a16:rowId xmlns:a16="http://schemas.microsoft.com/office/drawing/2014/main" val="10011"/>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11th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6%</a:t>
                      </a:r>
                    </a:p>
                  </a:txBody>
                  <a:tcPr marL="9525" marR="9525" marT="9525"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extLst>
                  <a:ext uri="{0D108BD9-81ED-4DB2-BD59-A6C34878D82A}">
                    <a16:rowId xmlns:a16="http://schemas.microsoft.com/office/drawing/2014/main" val="10012"/>
                  </a:ext>
                </a:extLst>
              </a:tr>
              <a:tr h="283736">
                <a:tc>
                  <a:txBody>
                    <a:bodyPr/>
                    <a:lstStyle/>
                    <a:p>
                      <a:pPr marL="0" algn="ctr" rtl="0">
                        <a:spcBef>
                          <a:spcPts val="0"/>
                        </a:spcBef>
                        <a:spcAft>
                          <a:spcPts val="0"/>
                        </a:spcAft>
                      </a:pPr>
                      <a:r>
                        <a:rPr lang="en-US" sz="1100" b="0" kern="1200" dirty="0">
                          <a:effectLst/>
                          <a:latin typeface="MULISH REGULAR ROMAN"/>
                        </a:rPr>
                        <a:t>D.C.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5</a:t>
                      </a:r>
                    </a:p>
                  </a:txBody>
                  <a:tcPr marL="9525" marR="9525" marT="9525" marB="0" anchor="ctr"/>
                </a:tc>
                <a:tc>
                  <a:txBody>
                    <a:bodyPr/>
                    <a:lstStyle/>
                    <a:p>
                      <a:pPr algn="ctr" fontAlgn="b"/>
                      <a:r>
                        <a:rPr lang="en-US" sz="1100" b="0" i="0" u="none" strike="noStrike">
                          <a:solidFill>
                            <a:srgbClr val="000000"/>
                          </a:solidFill>
                          <a:effectLst/>
                          <a:latin typeface="MULISH BLACK ROMAN"/>
                        </a:rPr>
                        <a:t>7.5%</a:t>
                      </a:r>
                    </a:p>
                  </a:txBody>
                  <a:tcPr marL="9525" marR="9525" marT="9525" marB="0" anchor="ctr"/>
                </a:tc>
                <a:tc>
                  <a:txBody>
                    <a:bodyPr/>
                    <a:lstStyle/>
                    <a:p>
                      <a:pPr algn="ctr" fontAlgn="b"/>
                      <a:r>
                        <a:rPr lang="en-US" sz="1100" b="0" i="0" u="none" strike="noStrike">
                          <a:solidFill>
                            <a:srgbClr val="000000"/>
                          </a:solidFill>
                          <a:effectLst/>
                          <a:latin typeface="MULISH BLACK ROMAN"/>
                        </a:rPr>
                        <a:t>5</a:t>
                      </a:r>
                    </a:p>
                  </a:txBody>
                  <a:tcPr marL="9525" marR="9525" marT="9525"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60%</a:t>
                      </a:r>
                    </a:p>
                  </a:txBody>
                  <a:tcPr marL="9525" marR="9525" marT="9525" marB="0" anchor="ctr"/>
                </a:tc>
                <a:tc>
                  <a:txBody>
                    <a:bodyPr/>
                    <a:lstStyle/>
                    <a:p>
                      <a:pPr algn="ctr" fontAlgn="b"/>
                      <a:r>
                        <a:rPr lang="en-US" sz="1100" b="0" i="0" u="none" strike="noStrike">
                          <a:solidFill>
                            <a:srgbClr val="000000"/>
                          </a:solidFill>
                          <a:effectLst/>
                          <a:latin typeface="MULISH BLACK ROMAN"/>
                        </a:rPr>
                        <a:t>40%</a:t>
                      </a:r>
                    </a:p>
                  </a:txBody>
                  <a:tcPr marL="9525" marR="9525" marT="9525" marB="0" anchor="ctr"/>
                </a:tc>
                <a:extLst>
                  <a:ext uri="{0D108BD9-81ED-4DB2-BD59-A6C34878D82A}">
                    <a16:rowId xmlns:a16="http://schemas.microsoft.com/office/drawing/2014/main" val="10013"/>
                  </a:ext>
                </a:extLst>
              </a:tr>
              <a:tr h="283736">
                <a:tc>
                  <a:txBody>
                    <a:bodyPr/>
                    <a:lstStyle/>
                    <a:p>
                      <a:pPr marL="0" algn="ctr" rtl="0">
                        <a:spcBef>
                          <a:spcPts val="0"/>
                        </a:spcBef>
                        <a:spcAft>
                          <a:spcPts val="0"/>
                        </a:spcAft>
                      </a:pPr>
                      <a:r>
                        <a:rPr lang="en-US" sz="1100" b="0" kern="1200" dirty="0">
                          <a:latin typeface="MULISH REGULAR ROMAN"/>
                        </a:rPr>
                        <a:t>Fed.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4.5%</a:t>
                      </a:r>
                    </a:p>
                  </a:txBody>
                  <a:tcPr marL="9525" marR="9525" marT="9525"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66.7%</a:t>
                      </a:r>
                    </a:p>
                  </a:txBody>
                  <a:tcPr marL="9525" marR="9525" marT="9525" marB="0" anchor="ctr"/>
                </a:tc>
                <a:tc>
                  <a:txBody>
                    <a:bodyPr/>
                    <a:lstStyle/>
                    <a:p>
                      <a:pPr algn="ctr" fontAlgn="b"/>
                      <a:r>
                        <a:rPr lang="en-US" sz="1100" b="0" i="0" u="none" strike="noStrike">
                          <a:solidFill>
                            <a:srgbClr val="000000"/>
                          </a:solidFill>
                          <a:effectLst/>
                          <a:latin typeface="MULISH BLACK ROMAN"/>
                        </a:rPr>
                        <a:t>33.3%</a:t>
                      </a:r>
                    </a:p>
                  </a:txBody>
                  <a:tcPr marL="9525" marR="9525" marT="9525" marB="0" anchor="ctr"/>
                </a:tc>
                <a:extLst>
                  <a:ext uri="{0D108BD9-81ED-4DB2-BD59-A6C34878D82A}">
                    <a16:rowId xmlns:a16="http://schemas.microsoft.com/office/drawing/2014/main" val="10014"/>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State​ Court</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6%</a:t>
                      </a:r>
                    </a:p>
                  </a:txBody>
                  <a:tcPr marL="9525" marR="9525" marT="9525"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75%</a:t>
                      </a:r>
                    </a:p>
                  </a:txBody>
                  <a:tcPr marL="9525" marR="9525" marT="9525" marB="0" anchor="ctr"/>
                </a:tc>
                <a:tc>
                  <a:txBody>
                    <a:bodyPr/>
                    <a:lstStyle/>
                    <a:p>
                      <a:pPr algn="ctr" fontAlgn="b"/>
                      <a:r>
                        <a:rPr lang="en-US" sz="1100" b="0" i="0" u="none" strike="noStrike">
                          <a:solidFill>
                            <a:srgbClr val="000000"/>
                          </a:solidFill>
                          <a:effectLst/>
                          <a:latin typeface="MULISH BLACK ROMAN"/>
                        </a:rPr>
                        <a:t>25%</a:t>
                      </a:r>
                    </a:p>
                  </a:txBody>
                  <a:tcPr marL="9525" marR="9525" marT="9525" marB="0" anchor="ctr"/>
                </a:tc>
                <a:extLst>
                  <a:ext uri="{0D108BD9-81ED-4DB2-BD59-A6C34878D82A}">
                    <a16:rowId xmlns:a16="http://schemas.microsoft.com/office/drawing/2014/main" val="10016"/>
                  </a:ext>
                </a:extLst>
              </a:tr>
              <a:tr h="283736">
                <a:tc>
                  <a:txBody>
                    <a:bodyPr/>
                    <a:lstStyle/>
                    <a:p>
                      <a:pPr marL="0" algn="ctr" rtl="0">
                        <a:spcBef>
                          <a:spcPts val="0"/>
                        </a:spcBef>
                        <a:spcAft>
                          <a:spcPts val="0"/>
                        </a:spcAft>
                      </a:pPr>
                      <a:r>
                        <a:rPr lang="en-US" sz="1100" b="0" kern="1200" dirty="0">
                          <a:latin typeface="MULISH REGULAR ROMAN"/>
                        </a:rPr>
                        <a:t>District Court</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4.5%</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tc>
                  <a:txBody>
                    <a:bodyPr/>
                    <a:lstStyle/>
                    <a:p>
                      <a:pPr algn="ctr" fontAlgn="b"/>
                      <a:r>
                        <a:rPr lang="en-US" sz="1100" b="0" i="0" u="none" strike="noStrike">
                          <a:solidFill>
                            <a:srgbClr val="000000"/>
                          </a:solidFill>
                          <a:effectLst/>
                          <a:latin typeface="MULISH BLACK ROMAN"/>
                        </a:rPr>
                        <a:t>NA</a:t>
                      </a:r>
                    </a:p>
                  </a:txBody>
                  <a:tcPr marL="9525" marR="9525" marT="9525" marB="0" anchor="ctr"/>
                </a:tc>
                <a:tc>
                  <a:txBody>
                    <a:bodyPr/>
                    <a:lstStyle/>
                    <a:p>
                      <a:pPr algn="ctr" fontAlgn="b"/>
                      <a:r>
                        <a:rPr lang="en-US" sz="1100" b="0" i="0" u="none" strike="noStrike" dirty="0">
                          <a:solidFill>
                            <a:srgbClr val="000000"/>
                          </a:solidFill>
                          <a:effectLst/>
                          <a:latin typeface="MULISH BLACK ROMAN"/>
                        </a:rPr>
                        <a:t>NA</a:t>
                      </a:r>
                    </a:p>
                  </a:txBody>
                  <a:tcPr marL="9525" marR="9525" marT="9525" marB="0" anchor="ctr"/>
                </a:tc>
                <a:extLst>
                  <a:ext uri="{0D108BD9-81ED-4DB2-BD59-A6C34878D82A}">
                    <a16:rowId xmlns:a16="http://schemas.microsoft.com/office/drawing/2014/main" val="10017"/>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Original​</a:t>
                      </a:r>
                      <a:endParaRPr lang="en-US" sz="1100" b="0" dirty="0">
                        <a:effectLst/>
                        <a:latin typeface="MULISH REGULAR ROMAN"/>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lvl="0" algn="ctr" rtl="0">
                        <a:spcBef>
                          <a:spcPts val="0"/>
                        </a:spcBef>
                        <a:spcAft>
                          <a:spcPts val="0"/>
                        </a:spcAft>
                        <a:buNone/>
                      </a:pPr>
                      <a:endParaRPr lang="en-US" sz="1100" kern="1200" dirty="0">
                        <a:latin typeface="MULISH REGULAR ROMAN"/>
                        <a:cs typeface="Century" panose="02040604050505020304" charset="0"/>
                      </a:endParaRPr>
                    </a:p>
                  </a:txBody>
                  <a:tcPr anchor="ctr">
                    <a:lnB w="12700" cap="flat" cmpd="sng" algn="ctr">
                      <a:solidFill>
                        <a:schemeClr val="tx1"/>
                      </a:solidFill>
                      <a:prstDash val="solid"/>
                      <a:round/>
                      <a:headEnd type="none" w="med" len="med"/>
                      <a:tailEnd type="none" w="med" len="med"/>
                    </a:lnB>
                  </a:tcPr>
                </a:tc>
                <a:tc>
                  <a:txBody>
                    <a:bodyPr/>
                    <a:lstStyle/>
                    <a:p>
                      <a:pPr marL="0" lvl="0" algn="ctr" rtl="0">
                        <a:spcBef>
                          <a:spcPts val="0"/>
                        </a:spcBef>
                        <a:spcAft>
                          <a:spcPts val="0"/>
                        </a:spcAft>
                        <a:buNone/>
                      </a:pPr>
                      <a:endParaRPr lang="en-US" sz="1100" kern="1200" dirty="0">
                        <a:latin typeface="MULISH REGULAR ROMAN"/>
                        <a:cs typeface="Century" panose="02040604050505020304" charset="0"/>
                      </a:endParaRPr>
                    </a:p>
                  </a:txBody>
                  <a:tcPr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8"/>
                  </a:ext>
                </a:extLst>
              </a:tr>
              <a:tr h="283736">
                <a:tc>
                  <a:txBody>
                    <a:bodyPr/>
                    <a:lstStyle/>
                    <a:p>
                      <a:pPr marL="0" algn="ctr" rtl="0" eaLnBrk="1" fontAlgn="auto" latinLnBrk="0" hangingPunct="1">
                        <a:spcBef>
                          <a:spcPts val="0"/>
                        </a:spcBef>
                        <a:spcAft>
                          <a:spcPts val="0"/>
                        </a:spcAft>
                      </a:pPr>
                      <a:r>
                        <a:rPr lang="en-US" sz="1100" b="1" kern="1200" dirty="0">
                          <a:latin typeface="MULISH REGULAR ROMAN" pitchFamily="2" charset="77"/>
                        </a:rPr>
                        <a:t>​Total</a:t>
                      </a: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9"/>
                  </a:ext>
                </a:extLst>
              </a:tr>
            </a:tbl>
          </a:graphicData>
        </a:graphic>
      </p:graphicFrame>
      <p:sp>
        <p:nvSpPr>
          <p:cNvPr id="9" name="Title 9">
            <a:extLst>
              <a:ext uri="{FF2B5EF4-FFF2-40B4-BE49-F238E27FC236}">
                <a16:creationId xmlns:a16="http://schemas.microsoft.com/office/drawing/2014/main" id="{FB458F45-4DA8-A94D-8CED-F9D64AF83BD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CIRCUIT SCORECARD</a:t>
            </a:r>
          </a:p>
        </p:txBody>
      </p:sp>
      <p:sp>
        <p:nvSpPr>
          <p:cNvPr id="2" name="TextBox 1">
            <a:extLst>
              <a:ext uri="{FF2B5EF4-FFF2-40B4-BE49-F238E27FC236}">
                <a16:creationId xmlns:a16="http://schemas.microsoft.com/office/drawing/2014/main" id="{6B70F8D5-0CCD-8D43-B264-3D7D2506C878}"/>
              </a:ext>
            </a:extLst>
          </p:cNvPr>
          <p:cNvSpPr txBox="1"/>
          <p:nvPr/>
        </p:nvSpPr>
        <p:spPr>
          <a:xfrm>
            <a:off x="320850" y="6076820"/>
            <a:ext cx="10672816" cy="577081"/>
          </a:xfrm>
          <a:prstGeom prst="rect">
            <a:avLst/>
          </a:prstGeom>
          <a:noFill/>
          <a:ln>
            <a:solidFill>
              <a:schemeClr val="tx1"/>
            </a:solidFill>
          </a:ln>
        </p:spPr>
        <p:txBody>
          <a:bodyPr wrap="square" rtlCol="0">
            <a:spAutoFit/>
          </a:bodyPr>
          <a:lstStyle/>
          <a:p>
            <a:r>
              <a:rPr lang="en-US" sz="1050" dirty="0">
                <a:latin typeface="MULISH BLACK ROMAN"/>
                <a:cs typeface="Calibri" panose="020F0502020204030204"/>
              </a:rPr>
              <a:t>For the Circuit Scorecard, we treat consolidated cases emerging from different courts below as single entries. For example, a consolidated case emerging from conflicting decisions in the Fifth and Ninth U.S. Circuit Courts of Appeal where the principal case on the Court’s docket (e.g., the principal litigants of record) are those from the Fifth Circuit are reflected as a single entry from the Fifth Circuit.  Alternatively, consolidated cases emerging from the same court below (e.g., both emerging from the Fifth Circuit) are likewise treated as a single entry. </a:t>
            </a:r>
          </a:p>
        </p:txBody>
      </p:sp>
      <p:sp>
        <p:nvSpPr>
          <p:cNvPr id="4" name="Slide Number Placeholder 3">
            <a:extLst>
              <a:ext uri="{FF2B5EF4-FFF2-40B4-BE49-F238E27FC236}">
                <a16:creationId xmlns:a16="http://schemas.microsoft.com/office/drawing/2014/main" id="{38E6075F-5AE1-A00C-D457-F834E0B564D9}"/>
              </a:ext>
            </a:extLst>
          </p:cNvPr>
          <p:cNvSpPr>
            <a:spLocks noGrp="1"/>
          </p:cNvSpPr>
          <p:nvPr>
            <p:ph type="sldNum" sz="quarter" idx="12"/>
          </p:nvPr>
        </p:nvSpPr>
        <p:spPr/>
        <p:txBody>
          <a:bodyPr/>
          <a:lstStyle/>
          <a:p>
            <a:fld id="{5E212BD6-99D2-4430-8307-3DFF6CB1AF68}" type="slidenum">
              <a:rPr lang="en-US" smtClean="0"/>
              <a:t>19</a:t>
            </a:fld>
            <a:endParaRPr lang="en-US"/>
          </a:p>
        </p:txBody>
      </p:sp>
    </p:spTree>
    <p:extLst>
      <p:ext uri="{BB962C8B-B14F-4D97-AF65-F5344CB8AC3E}">
        <p14:creationId xmlns:p14="http://schemas.microsoft.com/office/powerpoint/2010/main" val="103353736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4406D52-82A8-6473-8110-4FD9B07680DD}"/>
              </a:ext>
            </a:extLst>
          </p:cNvPr>
          <p:cNvSpPr>
            <a:spLocks noGrp="1" noRot="1" noMove="1" noResize="1" noEditPoints="1" noAdjustHandles="1" noChangeArrowheads="1" noChangeShapeType="1"/>
          </p:cNvSpPr>
          <p:nvPr/>
        </p:nvSpPr>
        <p:spPr>
          <a:xfrm>
            <a:off x="6133437" y="786952"/>
            <a:ext cx="5215463" cy="3137041"/>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aphicFrame>
        <p:nvGraphicFramePr>
          <p:cNvPr id="10" name="Table 9"/>
          <p:cNvGraphicFramePr>
            <a:graphicFrameLocks noGrp="1"/>
          </p:cNvGraphicFramePr>
          <p:nvPr>
            <p:extLst>
              <p:ext uri="{D42A27DB-BD31-4B8C-83A1-F6EECF244321}">
                <p14:modId xmlns:p14="http://schemas.microsoft.com/office/powerpoint/2010/main" val="789829418"/>
              </p:ext>
            </p:extLst>
          </p:nvPr>
        </p:nvGraphicFramePr>
        <p:xfrm>
          <a:off x="207817" y="3923993"/>
          <a:ext cx="11141083" cy="2470929"/>
        </p:xfrm>
        <a:graphic>
          <a:graphicData uri="http://schemas.openxmlformats.org/drawingml/2006/table">
            <a:tbl>
              <a:tblPr firstRow="1" bandRow="1">
                <a:tableStyleId>{C083E6E3-FA7D-4D7B-A595-EF9225AFEA82}</a:tableStyleId>
              </a:tblPr>
              <a:tblGrid>
                <a:gridCol w="904859">
                  <a:extLst>
                    <a:ext uri="{9D8B030D-6E8A-4147-A177-3AD203B41FA5}">
                      <a16:colId xmlns:a16="http://schemas.microsoft.com/office/drawing/2014/main" val="20000"/>
                    </a:ext>
                  </a:extLst>
                </a:gridCol>
                <a:gridCol w="768100">
                  <a:extLst>
                    <a:ext uri="{9D8B030D-6E8A-4147-A177-3AD203B41FA5}">
                      <a16:colId xmlns:a16="http://schemas.microsoft.com/office/drawing/2014/main" val="20001"/>
                    </a:ext>
                  </a:extLst>
                </a:gridCol>
                <a:gridCol w="2554941">
                  <a:extLst>
                    <a:ext uri="{9D8B030D-6E8A-4147-A177-3AD203B41FA5}">
                      <a16:colId xmlns:a16="http://schemas.microsoft.com/office/drawing/2014/main" val="20002"/>
                    </a:ext>
                  </a:extLst>
                </a:gridCol>
                <a:gridCol w="912222">
                  <a:extLst>
                    <a:ext uri="{9D8B030D-6E8A-4147-A177-3AD203B41FA5}">
                      <a16:colId xmlns:a16="http://schemas.microsoft.com/office/drawing/2014/main" val="20003"/>
                    </a:ext>
                  </a:extLst>
                </a:gridCol>
                <a:gridCol w="1249105">
                  <a:extLst>
                    <a:ext uri="{9D8B030D-6E8A-4147-A177-3AD203B41FA5}">
                      <a16:colId xmlns:a16="http://schemas.microsoft.com/office/drawing/2014/main" val="20004"/>
                    </a:ext>
                  </a:extLst>
                </a:gridCol>
                <a:gridCol w="1313491">
                  <a:extLst>
                    <a:ext uri="{9D8B030D-6E8A-4147-A177-3AD203B41FA5}">
                      <a16:colId xmlns:a16="http://schemas.microsoft.com/office/drawing/2014/main" val="20005"/>
                    </a:ext>
                  </a:extLst>
                </a:gridCol>
                <a:gridCol w="1622550">
                  <a:extLst>
                    <a:ext uri="{9D8B030D-6E8A-4147-A177-3AD203B41FA5}">
                      <a16:colId xmlns:a16="http://schemas.microsoft.com/office/drawing/2014/main" val="20006"/>
                    </a:ext>
                  </a:extLst>
                </a:gridCol>
                <a:gridCol w="1815815">
                  <a:extLst>
                    <a:ext uri="{9D8B030D-6E8A-4147-A177-3AD203B41FA5}">
                      <a16:colId xmlns:a16="http://schemas.microsoft.com/office/drawing/2014/main" val="20007"/>
                    </a:ext>
                  </a:extLst>
                </a:gridCol>
              </a:tblGrid>
              <a:tr h="290014">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Rank</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Case</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Days</a:t>
                      </a:r>
                      <a:endParaRPr lang="en-US" sz="1100" b="1" i="0" u="none" strike="noStrike" dirty="0">
                        <a:solidFill>
                          <a:schemeClr val="tx1"/>
                        </a:solidFill>
                        <a:effectLst/>
                        <a:latin typeface="MULISH REGULAR ROMAN" pitchFamily="2" charset="77"/>
                      </a:endParaRP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Author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Vote</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Argued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Decided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198265">
                <a:tc rowSpan="5">
                  <a:txBody>
                    <a:bodyPr/>
                    <a:lstStyle/>
                    <a:p>
                      <a:pPr algn="ctr" fontAlgn="b"/>
                      <a:r>
                        <a:rPr lang="en-US" sz="1100" b="1" u="none" strike="noStrike" dirty="0">
                          <a:solidFill>
                            <a:schemeClr val="tx1"/>
                          </a:solidFill>
                          <a:effectLst/>
                          <a:latin typeface="MULISH REGULAR ROMAN" pitchFamily="2" charset="77"/>
                        </a:rPr>
                        <a:t>Shortest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TikTok</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01/10/2025</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01/17/2025</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Facebook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11/06/2024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11/22/2024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Drummond</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23</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4-4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04/30/2025</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05/22/2025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4</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NVIDIA</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29</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11/13/2024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12/11/2024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MULISH BLACK ROMAN"/>
                        </a:rPr>
                        <a:t>Laboratory Corp</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38</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PC</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04/29/2025</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06/05/2025</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98265">
                <a:tc rowSpan="6">
                  <a:txBody>
                    <a:bodyPr/>
                    <a:lstStyle/>
                    <a:p>
                      <a:pPr algn="ctr" fontAlgn="b"/>
                      <a:r>
                        <a:rPr lang="en-US" sz="1100" b="1" u="none" strike="noStrike" dirty="0">
                          <a:solidFill>
                            <a:schemeClr val="tx1"/>
                          </a:solidFill>
                          <a:effectLst/>
                          <a:latin typeface="MULISH REGULAR ROMAN" pitchFamily="2" charset="77"/>
                        </a:rPr>
                        <a:t>Longest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err="1">
                          <a:solidFill>
                            <a:srgbClr val="000000"/>
                          </a:solidFill>
                          <a:effectLst/>
                          <a:latin typeface="Calibri" panose="020F0502020204030204" pitchFamily="34" charset="0"/>
                        </a:rPr>
                        <a:t>Skrmetti</a:t>
                      </a:r>
                      <a:endParaRPr lang="en-US" sz="1100" b="0" i="1" u="none" strike="noStrike" dirty="0">
                        <a:solidFill>
                          <a:srgbClr val="000000"/>
                        </a:solidFill>
                        <a:effectLst/>
                        <a:latin typeface="Calibri" panose="020F0502020204030204" pitchFamily="34" charset="0"/>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197</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Roberts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12/04/2024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06/18/2025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Calibri" panose="020F0502020204030204" pitchFamily="34" charset="0"/>
                        </a:rPr>
                        <a:t>Advocate Christ Medical</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176</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Barrett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11/05/2024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04/29/2025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Calibri" panose="020F0502020204030204" pitchFamily="34" charset="0"/>
                        </a:rPr>
                        <a:t>Seven County</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171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Kavanaugh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8-0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12/10/2024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05/29/2025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4</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Calibri" panose="020F0502020204030204" pitchFamily="34" charset="0"/>
                        </a:rPr>
                        <a:t>Vanderstok</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170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Gorsuch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10/08/2024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03/26/2025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Calibri" panose="020F0502020204030204" pitchFamily="34" charset="0"/>
                        </a:rPr>
                        <a:t>Medical Marijuana</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170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Barrett</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5-4</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10/15/2024</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04/02/2025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bl>
          </a:graphicData>
        </a:graphic>
      </p:graphicFrame>
      <p:graphicFrame>
        <p:nvGraphicFramePr>
          <p:cNvPr id="12" name="Table 11">
            <a:extLst>
              <a:ext uri="{FF2B5EF4-FFF2-40B4-BE49-F238E27FC236}">
                <a16:creationId xmlns:a16="http://schemas.microsoft.com/office/drawing/2014/main" id="{77B39914-3BE8-3842-B5A4-CA67D740F9D1}"/>
              </a:ext>
            </a:extLst>
          </p:cNvPr>
          <p:cNvGraphicFramePr>
            <a:graphicFrameLocks noGrp="1"/>
          </p:cNvGraphicFramePr>
          <p:nvPr>
            <p:extLst>
              <p:ext uri="{D42A27DB-BD31-4B8C-83A1-F6EECF244321}">
                <p14:modId xmlns:p14="http://schemas.microsoft.com/office/powerpoint/2010/main" val="3931284540"/>
              </p:ext>
            </p:extLst>
          </p:nvPr>
        </p:nvGraphicFramePr>
        <p:xfrm>
          <a:off x="441315" y="808786"/>
          <a:ext cx="2743200" cy="2932045"/>
        </p:xfrm>
        <a:graphic>
          <a:graphicData uri="http://schemas.openxmlformats.org/drawingml/2006/table">
            <a:tbl>
              <a:tblPr bandRow="1">
                <a:tableStyleId>{C083E6E3-FA7D-4D7B-A595-EF9225AFEA82}</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tblGrid>
              <a:tr h="0">
                <a:tc gridSpan="2">
                  <a:txBody>
                    <a:bodyPr/>
                    <a:lstStyle/>
                    <a:p>
                      <a:pPr algn="ctr" fontAlgn="b"/>
                      <a:endParaRPr lang="en-US" sz="1400" b="1" i="0" u="none" strike="noStrike" dirty="0">
                        <a:solidFill>
                          <a:schemeClr val="tx1"/>
                        </a:solidFill>
                        <a:effectLst/>
                        <a:latin typeface="MULISH BOLD ROMAN" pitchFamily="2" charset="77"/>
                      </a:endParaRPr>
                    </a:p>
                  </a:txBody>
                  <a:tcPr marL="9525" marR="9525" marT="9525" marB="0" anchor="ctr">
                    <a:lnL>
                      <a:noFill/>
                    </a:lnL>
                    <a:lnR>
                      <a:noFill/>
                    </a:lnR>
                    <a:lnT w="12700" cmpd="sng">
                      <a:noFill/>
                    </a:lnT>
                    <a:lnB>
                      <a:noFill/>
                    </a:lnB>
                    <a:lnTlToBr w="12700" cmpd="sng">
                      <a:noFill/>
                      <a:prstDash val="solid"/>
                    </a:lnTlToBr>
                    <a:lnBlToTr w="12700" cmpd="sng">
                      <a:noFill/>
                      <a:prstDash val="solid"/>
                    </a:lnBlToTr>
                    <a:solidFill>
                      <a:schemeClr val="bg1">
                        <a:alpha val="20000"/>
                      </a:schemeClr>
                    </a:solidFill>
                  </a:tcPr>
                </a:tc>
                <a:tc hMerge="1">
                  <a:txBody>
                    <a:bodyPr/>
                    <a:lstStyle/>
                    <a:p>
                      <a:endParaRPr lang="en-US"/>
                    </a:p>
                  </a:txBody>
                  <a:tcPr/>
                </a:tc>
                <a:extLst>
                  <a:ext uri="{0D108BD9-81ED-4DB2-BD59-A6C34878D82A}">
                    <a16:rowId xmlns:a16="http://schemas.microsoft.com/office/drawing/2014/main" val="1513308354"/>
                  </a:ext>
                </a:extLst>
              </a:tr>
              <a:tr h="448584">
                <a:tc gridSpan="2">
                  <a:txBody>
                    <a:bodyPr/>
                    <a:lstStyle/>
                    <a:p>
                      <a:pPr algn="ctr" fontAlgn="b"/>
                      <a:r>
                        <a:rPr lang="en-US" sz="1300" b="1" i="0" u="none" strike="noStrike" dirty="0">
                          <a:solidFill>
                            <a:schemeClr val="tx1"/>
                          </a:solidFill>
                          <a:effectLst/>
                          <a:latin typeface="MULISH BOLD ROMAN" pitchFamily="2" charset="77"/>
                        </a:rPr>
                        <a:t>Average Days by Justice</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hMerge="1">
                  <a:txBody>
                    <a:bodyPr/>
                    <a:lstStyle/>
                    <a:p>
                      <a:endParaRPr lang="en-US"/>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5B9BD5"/>
                    </a:solidFill>
                  </a:tcPr>
                </a:tc>
                <a:extLst>
                  <a:ext uri="{0D108BD9-81ED-4DB2-BD59-A6C34878D82A}">
                    <a16:rowId xmlns:a16="http://schemas.microsoft.com/office/drawing/2014/main" val="10000"/>
                  </a:ext>
                </a:extLst>
              </a:tr>
              <a:tr h="254523">
                <a:tc>
                  <a:txBody>
                    <a:bodyPr/>
                    <a:lstStyle/>
                    <a:p>
                      <a:pPr algn="ctr" fontAlgn="b"/>
                      <a:r>
                        <a:rPr lang="en-US" sz="1100" b="0" i="0" u="none" strike="noStrike" dirty="0">
                          <a:solidFill>
                            <a:srgbClr val="000000"/>
                          </a:solidFill>
                          <a:effectLst/>
                          <a:latin typeface="MULISH REGULAR ROMAN" pitchFamily="2" charset="77"/>
                        </a:rPr>
                        <a:t>Roberts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84.67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54523">
                <a:tc>
                  <a:txBody>
                    <a:bodyPr/>
                    <a:lstStyle/>
                    <a:p>
                      <a:pPr algn="ctr" fontAlgn="b"/>
                      <a:r>
                        <a:rPr lang="en-US" sz="1100" b="0" u="none" strike="noStrike" dirty="0">
                          <a:solidFill>
                            <a:srgbClr val="000000"/>
                          </a:solidFill>
                          <a:effectLst/>
                          <a:latin typeface="MULISH REGULAR ROMAN" pitchFamily="2" charset="77"/>
                        </a:rPr>
                        <a:t>Thomas</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103</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4392">
                <a:tc>
                  <a:txBody>
                    <a:bodyPr/>
                    <a:lstStyle/>
                    <a:p>
                      <a:pPr algn="ctr" fontAlgn="b"/>
                      <a:r>
                        <a:rPr lang="en-US" sz="1100" b="0" i="0" u="none" strike="noStrike" dirty="0">
                          <a:solidFill>
                            <a:srgbClr val="000000"/>
                          </a:solidFill>
                          <a:effectLst/>
                          <a:latin typeface="MULISH REGULAR ROMAN" pitchFamily="2" charset="77"/>
                        </a:rPr>
                        <a:t>Alito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100.25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54523">
                <a:tc>
                  <a:txBody>
                    <a:bodyPr/>
                    <a:lstStyle/>
                    <a:p>
                      <a:pPr algn="ctr" fontAlgn="b"/>
                      <a:r>
                        <a:rPr lang="en-US" sz="1100" b="0" u="none" strike="noStrike" dirty="0">
                          <a:solidFill>
                            <a:srgbClr val="000000"/>
                          </a:solidFill>
                          <a:effectLst/>
                          <a:latin typeface="MULISH REGULAR ROMAN" pitchFamily="2" charset="77"/>
                        </a:rPr>
                        <a:t>Sotomayor</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85.4</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54523">
                <a:tc>
                  <a:txBody>
                    <a:bodyPr/>
                    <a:lstStyle/>
                    <a:p>
                      <a:pPr algn="ctr" fontAlgn="b"/>
                      <a:r>
                        <a:rPr lang="en-US" sz="1100" b="0" u="none" strike="noStrike" dirty="0">
                          <a:solidFill>
                            <a:srgbClr val="000000"/>
                          </a:solidFill>
                          <a:effectLst/>
                          <a:latin typeface="MULISH REGULAR ROMAN" pitchFamily="2" charset="77"/>
                        </a:rPr>
                        <a:t>Kagan</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99.4</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54523">
                <a:tc>
                  <a:txBody>
                    <a:bodyPr/>
                    <a:lstStyle/>
                    <a:p>
                      <a:pPr algn="ctr" fontAlgn="b"/>
                      <a:r>
                        <a:rPr lang="en-US" sz="1100" b="0" i="0" u="none" strike="noStrike" dirty="0">
                          <a:solidFill>
                            <a:srgbClr val="000000"/>
                          </a:solidFill>
                          <a:effectLst/>
                          <a:latin typeface="MULISH REGULAR ROMAN" pitchFamily="2" charset="77"/>
                        </a:rPr>
                        <a:t>Gorsuch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130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54523">
                <a:tc>
                  <a:txBody>
                    <a:bodyPr/>
                    <a:lstStyle/>
                    <a:p>
                      <a:pPr algn="ctr" fontAlgn="b"/>
                      <a:r>
                        <a:rPr lang="en-US" sz="1100" b="0" u="none" strike="noStrike" dirty="0">
                          <a:solidFill>
                            <a:srgbClr val="000000"/>
                          </a:solidFill>
                          <a:effectLst/>
                          <a:latin typeface="MULISH REGULAR ROMAN" pitchFamily="2" charset="77"/>
                        </a:rPr>
                        <a:t>Kavanaugh</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54523">
                <a:tc>
                  <a:txBody>
                    <a:bodyPr/>
                    <a:lstStyle/>
                    <a:p>
                      <a:pPr algn="ctr" fontAlgn="b"/>
                      <a:r>
                        <a:rPr lang="en-US" sz="1100" b="0" i="0" u="none" strike="noStrike" dirty="0">
                          <a:solidFill>
                            <a:srgbClr val="000000"/>
                          </a:solidFill>
                          <a:effectLst/>
                          <a:latin typeface="MULISH REGULAR ROMAN" pitchFamily="2" charset="77"/>
                        </a:rPr>
                        <a:t>Barrett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140.75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54523">
                <a:tc>
                  <a:txBody>
                    <a:bodyPr/>
                    <a:lstStyle/>
                    <a:p>
                      <a:pPr algn="ctr" fontAlgn="b"/>
                      <a:r>
                        <a:rPr lang="en-US" sz="1100" b="0" i="0" u="none" strike="noStrike" dirty="0">
                          <a:solidFill>
                            <a:srgbClr val="000000"/>
                          </a:solidFill>
                          <a:effectLst/>
                          <a:latin typeface="MULISH REGULAR ROMAN" pitchFamily="2" charset="77"/>
                        </a:rPr>
                        <a:t>Jackson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86.5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8" name="Title 9">
            <a:extLst>
              <a:ext uri="{FF2B5EF4-FFF2-40B4-BE49-F238E27FC236}">
                <a16:creationId xmlns:a16="http://schemas.microsoft.com/office/drawing/2014/main" id="{1158FEDE-D390-394F-8BD0-9BEC52197111}"/>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DAYS BETWEEN ARGUMENT &amp; OPINION</a:t>
            </a:r>
          </a:p>
        </p:txBody>
      </p:sp>
      <p:sp>
        <p:nvSpPr>
          <p:cNvPr id="6" name="TextBox 5">
            <a:extLst>
              <a:ext uri="{FF2B5EF4-FFF2-40B4-BE49-F238E27FC236}">
                <a16:creationId xmlns:a16="http://schemas.microsoft.com/office/drawing/2014/main" id="{9A4C9617-2FF2-3240-A229-AA4D72AB9586}"/>
              </a:ext>
            </a:extLst>
          </p:cNvPr>
          <p:cNvSpPr txBox="1"/>
          <p:nvPr/>
        </p:nvSpPr>
        <p:spPr>
          <a:xfrm>
            <a:off x="3887873" y="1173965"/>
            <a:ext cx="1690778" cy="292388"/>
          </a:xfrm>
          <a:prstGeom prst="rect">
            <a:avLst/>
          </a:prstGeom>
          <a:noFill/>
        </p:spPr>
        <p:txBody>
          <a:bodyPr wrap="square" rtlCol="0">
            <a:spAutoFit/>
          </a:bodyPr>
          <a:lstStyle/>
          <a:p>
            <a:pPr algn="ctr"/>
            <a:r>
              <a:rPr lang="en-US" sz="1300" b="1" dirty="0">
                <a:latin typeface="MULISH BOLD ROMAN" pitchFamily="2" charset="77"/>
              </a:rPr>
              <a:t>Average Days by Term</a:t>
            </a:r>
          </a:p>
        </p:txBody>
      </p:sp>
      <p:sp>
        <p:nvSpPr>
          <p:cNvPr id="2" name="TextBox 1">
            <a:extLst>
              <a:ext uri="{FF2B5EF4-FFF2-40B4-BE49-F238E27FC236}">
                <a16:creationId xmlns:a16="http://schemas.microsoft.com/office/drawing/2014/main" id="{D94AC198-E753-1886-71E0-46B240C76C77}"/>
              </a:ext>
            </a:extLst>
          </p:cNvPr>
          <p:cNvSpPr txBox="1"/>
          <p:nvPr/>
        </p:nvSpPr>
        <p:spPr>
          <a:xfrm>
            <a:off x="3887873" y="1466353"/>
            <a:ext cx="1690777" cy="1107996"/>
          </a:xfrm>
          <a:prstGeom prst="rect">
            <a:avLst/>
          </a:prstGeom>
          <a:noFill/>
          <a:ln>
            <a:solidFill>
              <a:schemeClr val="tx1"/>
            </a:solidFill>
          </a:ln>
        </p:spPr>
        <p:txBody>
          <a:bodyPr wrap="square" rtlCol="0">
            <a:spAutoFit/>
          </a:bodyPr>
          <a:lstStyle/>
          <a:p>
            <a:r>
              <a:rPr lang="en-US" sz="1100" dirty="0">
                <a:latin typeface="MULISH REGULAR ROMAN"/>
              </a:rPr>
              <a:t>Figure shows the average number of days between oral arguments and the rendering of a decision for a case between the 2005 and 2024 terms. </a:t>
            </a:r>
          </a:p>
        </p:txBody>
      </p:sp>
      <p:sp>
        <p:nvSpPr>
          <p:cNvPr id="9" name="Slide Number Placeholder 8">
            <a:extLst>
              <a:ext uri="{FF2B5EF4-FFF2-40B4-BE49-F238E27FC236}">
                <a16:creationId xmlns:a16="http://schemas.microsoft.com/office/drawing/2014/main" id="{C58BBD9E-901F-8D77-A3B8-73BF64F90814}"/>
              </a:ext>
            </a:extLst>
          </p:cNvPr>
          <p:cNvSpPr>
            <a:spLocks noGrp="1"/>
          </p:cNvSpPr>
          <p:nvPr>
            <p:ph type="sldNum" sz="quarter" idx="12"/>
          </p:nvPr>
        </p:nvSpPr>
        <p:spPr/>
        <p:txBody>
          <a:bodyPr/>
          <a:lstStyle/>
          <a:p>
            <a:fld id="{5E212BD6-99D2-4430-8307-3DFF6CB1AF68}" type="slidenum">
              <a:rPr lang="en-US" smtClean="0"/>
              <a:t>20</a:t>
            </a:fld>
            <a:endParaRPr lang="en-US"/>
          </a:p>
        </p:txBody>
      </p:sp>
      <p:pic>
        <p:nvPicPr>
          <p:cNvPr id="7" name="Picture 6" descr="A graph with numbers and lines&#10;&#10;AI-generated content may be incorrect.">
            <a:extLst>
              <a:ext uri="{FF2B5EF4-FFF2-40B4-BE49-F238E27FC236}">
                <a16:creationId xmlns:a16="http://schemas.microsoft.com/office/drawing/2014/main" id="{201E6E3F-CEDE-26DB-2870-272A3E48CBE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133437" y="793245"/>
            <a:ext cx="5217913" cy="3130748"/>
          </a:xfrm>
          <a:prstGeom prst="rect">
            <a:avLst/>
          </a:prstGeom>
        </p:spPr>
      </p:pic>
    </p:spTree>
    <p:extLst>
      <p:ext uri="{BB962C8B-B14F-4D97-AF65-F5344CB8AC3E}">
        <p14:creationId xmlns:p14="http://schemas.microsoft.com/office/powerpoint/2010/main" val="60501877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Table 6">
            <a:extLst>
              <a:ext uri="{FF2B5EF4-FFF2-40B4-BE49-F238E27FC236}">
                <a16:creationId xmlns:a16="http://schemas.microsoft.com/office/drawing/2014/main" id="{AFEE743B-3743-7B46-A02B-4C621618C449}"/>
              </a:ext>
            </a:extLst>
          </p:cNvPr>
          <p:cNvGraphicFramePr>
            <a:graphicFrameLocks noGrp="1"/>
          </p:cNvGraphicFramePr>
          <p:nvPr>
            <p:extLst>
              <p:ext uri="{D42A27DB-BD31-4B8C-83A1-F6EECF244321}">
                <p14:modId xmlns:p14="http://schemas.microsoft.com/office/powerpoint/2010/main" val="1391861028"/>
              </p:ext>
            </p:extLst>
          </p:nvPr>
        </p:nvGraphicFramePr>
        <p:xfrm>
          <a:off x="224287" y="961859"/>
          <a:ext cx="11645661" cy="5306714"/>
        </p:xfrm>
        <a:graphic>
          <a:graphicData uri="http://schemas.openxmlformats.org/drawingml/2006/table">
            <a:tbl>
              <a:tblPr firstRow="1" bandRow="1">
                <a:tableStyleId>{C083E6E3-FA7D-4D7B-A595-EF9225AFEA82}</a:tableStyleId>
              </a:tblPr>
              <a:tblGrid>
                <a:gridCol w="853902">
                  <a:extLst>
                    <a:ext uri="{9D8B030D-6E8A-4147-A177-3AD203B41FA5}">
                      <a16:colId xmlns:a16="http://schemas.microsoft.com/office/drawing/2014/main" val="20000"/>
                    </a:ext>
                  </a:extLst>
                </a:gridCol>
                <a:gridCol w="341651">
                  <a:extLst>
                    <a:ext uri="{9D8B030D-6E8A-4147-A177-3AD203B41FA5}">
                      <a16:colId xmlns:a16="http://schemas.microsoft.com/office/drawing/2014/main" val="1952344982"/>
                    </a:ext>
                  </a:extLst>
                </a:gridCol>
                <a:gridCol w="1080468">
                  <a:extLst>
                    <a:ext uri="{9D8B030D-6E8A-4147-A177-3AD203B41FA5}">
                      <a16:colId xmlns:a16="http://schemas.microsoft.com/office/drawing/2014/main" val="20001"/>
                    </a:ext>
                  </a:extLst>
                </a:gridCol>
                <a:gridCol w="1080468">
                  <a:extLst>
                    <a:ext uri="{9D8B030D-6E8A-4147-A177-3AD203B41FA5}">
                      <a16:colId xmlns:a16="http://schemas.microsoft.com/office/drawing/2014/main" val="20002"/>
                    </a:ext>
                  </a:extLst>
                </a:gridCol>
                <a:gridCol w="1080468">
                  <a:extLst>
                    <a:ext uri="{9D8B030D-6E8A-4147-A177-3AD203B41FA5}">
                      <a16:colId xmlns:a16="http://schemas.microsoft.com/office/drawing/2014/main" val="20003"/>
                    </a:ext>
                  </a:extLst>
                </a:gridCol>
                <a:gridCol w="1080468">
                  <a:extLst>
                    <a:ext uri="{9D8B030D-6E8A-4147-A177-3AD203B41FA5}">
                      <a16:colId xmlns:a16="http://schemas.microsoft.com/office/drawing/2014/main" val="20004"/>
                    </a:ext>
                  </a:extLst>
                </a:gridCol>
                <a:gridCol w="1080468">
                  <a:extLst>
                    <a:ext uri="{9D8B030D-6E8A-4147-A177-3AD203B41FA5}">
                      <a16:colId xmlns:a16="http://schemas.microsoft.com/office/drawing/2014/main" val="20005"/>
                    </a:ext>
                  </a:extLst>
                </a:gridCol>
                <a:gridCol w="1080468">
                  <a:extLst>
                    <a:ext uri="{9D8B030D-6E8A-4147-A177-3AD203B41FA5}">
                      <a16:colId xmlns:a16="http://schemas.microsoft.com/office/drawing/2014/main" val="20006"/>
                    </a:ext>
                  </a:extLst>
                </a:gridCol>
                <a:gridCol w="1080468">
                  <a:extLst>
                    <a:ext uri="{9D8B030D-6E8A-4147-A177-3AD203B41FA5}">
                      <a16:colId xmlns:a16="http://schemas.microsoft.com/office/drawing/2014/main" val="20007"/>
                    </a:ext>
                  </a:extLst>
                </a:gridCol>
                <a:gridCol w="1144295">
                  <a:extLst>
                    <a:ext uri="{9D8B030D-6E8A-4147-A177-3AD203B41FA5}">
                      <a16:colId xmlns:a16="http://schemas.microsoft.com/office/drawing/2014/main" val="3152721366"/>
                    </a:ext>
                  </a:extLst>
                </a:gridCol>
                <a:gridCol w="1233578">
                  <a:extLst>
                    <a:ext uri="{9D8B030D-6E8A-4147-A177-3AD203B41FA5}">
                      <a16:colId xmlns:a16="http://schemas.microsoft.com/office/drawing/2014/main" val="2599236381"/>
                    </a:ext>
                  </a:extLst>
                </a:gridCol>
                <a:gridCol w="508959">
                  <a:extLst>
                    <a:ext uri="{9D8B030D-6E8A-4147-A177-3AD203B41FA5}">
                      <a16:colId xmlns:a16="http://schemas.microsoft.com/office/drawing/2014/main" val="706058003"/>
                    </a:ext>
                  </a:extLst>
                </a:gridCol>
              </a:tblGrid>
              <a:tr h="349173">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a:solidFill>
                            <a:schemeClr val="tx1"/>
                          </a:solidFill>
                          <a:effectLst/>
                          <a:latin typeface="MULISH REGULAR ROMAN" pitchFamily="2" charset="77"/>
                        </a:rPr>
                        <a:t>Roberts</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a:solidFill>
                            <a:schemeClr val="tx1"/>
                          </a:solidFill>
                          <a:effectLst/>
                          <a:latin typeface="MULISH REGULAR ROMAN" pitchFamily="2" charset="77"/>
                        </a:rPr>
                        <a:t>Thomas</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Alito</a:t>
                      </a:r>
                      <a:endParaRPr lang="en-US" sz="1100" b="1" i="0" u="none" strike="noStrike" dirty="0">
                        <a:solidFill>
                          <a:schemeClr val="tx1"/>
                        </a:solidFill>
                        <a:effectLst/>
                        <a:latin typeface="MULISH REGULAR ROMAN" pitchFamily="2" charset="77"/>
                      </a:endParaRP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Sotomayor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Kagan</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Gorsuch</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Kavanaugh</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Barrett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Jackson</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Total</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38709">
                <a:tc rowSpan="5">
                  <a:txBody>
                    <a:bodyPr/>
                    <a:lstStyle/>
                    <a:p>
                      <a:pPr algn="ctr" fontAlgn="b"/>
                      <a:r>
                        <a:rPr lang="en-US" sz="1100" b="1" u="none" strike="noStrike">
                          <a:solidFill>
                            <a:schemeClr val="tx1"/>
                          </a:solidFill>
                          <a:effectLst/>
                          <a:latin typeface="MULISH REGULAR ROMAN" pitchFamily="2" charset="77"/>
                        </a:rPr>
                        <a:t>Majority</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Lackey</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Bufkin</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Waetzig</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Hungary</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Royal Canin</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Vanderstok</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E.M.D. Sales</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Medical Marijuana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a:effectLst/>
                        </a:rPr>
                        <a:t>Bouarafa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rowSpan="5">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Thompson</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Delligatti</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SF v. EPA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Glossip</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Wisconsin Bell</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Velazquez</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Williams</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Advocate Christ Medical</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Miller</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A.J.T</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Blom Bank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Wages &amp; White Lion</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Cunningham</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Dewberry</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Feliciano</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Seven County</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Kousisis</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Ames</a:t>
                      </a: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err="1">
                          <a:solidFill>
                            <a:schemeClr val="tx1"/>
                          </a:solidFill>
                          <a:effectLst/>
                          <a:latin typeface="MULISH REGULAR ROMAN" pitchFamily="2" charset="77"/>
                        </a:rPr>
                        <a:t>Skrmetti</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Soto</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CC/Devas</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Catholic Charities</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Barnes</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Martin</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Diamond</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Zuch</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Rivers</a:t>
                      </a: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Fuld</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Calumet</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Parrish</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Smith &amp; Wesson</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Stanley</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McLaughlin</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Esteras</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964347164"/>
                  </a:ext>
                </a:extLst>
              </a:tr>
              <a:tr h="238709">
                <a:tc rowSpan="7">
                  <a:txBody>
                    <a:bodyPr/>
                    <a:lstStyle/>
                    <a:p>
                      <a:pPr algn="ctr"/>
                      <a:r>
                        <a:rPr lang="en-US" sz="1100" b="1">
                          <a:latin typeface="MULISH REGULAR ROMAN" pitchFamily="2" charset="77"/>
                        </a:rPr>
                        <a:t>Concurring</a:t>
                      </a:r>
                      <a:endParaRPr lang="en-US" sz="1100" b="1" dirty="0">
                        <a:latin typeface="MULISH REGULAR ROMAN" pitchFamily="2" charset="77"/>
                      </a:endParaRPr>
                    </a:p>
                  </a:txBody>
                  <a:tcPr marL="3315" marR="3315" marT="3315" marB="0" anchor="ctr">
                    <a:lnT>
                      <a:noFill/>
                    </a:lnT>
                  </a:tcPr>
                </a:tc>
                <a:tc>
                  <a:txBody>
                    <a:bodyPr/>
                    <a:lstStyle/>
                    <a:p>
                      <a:pPr algn="ctr" fontAlgn="b"/>
                      <a:r>
                        <a:rPr lang="en-US" sz="900" b="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Wisconsin Bell</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Andrew</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TikTok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E.M.D. Sales</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Wisconsin Bell</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Glossip</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Thompson</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rowSpan="7">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Kousisis</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Thompson</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Dewberry</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TikTok</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Vanderstok</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SF v. EPA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Vanderstok</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Ames</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Cunningham</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Vanderstok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Kousisis</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Trump v. J.G.G.</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err="1">
                          <a:solidFill>
                            <a:schemeClr val="tx1"/>
                          </a:solidFill>
                          <a:effectLst/>
                          <a:latin typeface="MULISH REGULAR ROMAN" pitchFamily="2" charset="77"/>
                        </a:rPr>
                        <a:t>Skrmetti</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Smith &amp; Wesson</a:t>
                      </a: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Smith &amp; Wesson</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Wages &amp; White Lion</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Barnes</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Catholic Charities</a:t>
                      </a: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Catholic Charities</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Seven County</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A.A.R.P v. Trump</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Blom Bank</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6</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A.J.T.</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A.J.T.</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Parrish</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726377539"/>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7</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err="1">
                          <a:solidFill>
                            <a:schemeClr val="tx1"/>
                          </a:solidFill>
                          <a:effectLst/>
                          <a:latin typeface="MULISH REGULAR ROMAN" pitchFamily="2" charset="77"/>
                        </a:rPr>
                        <a:t>Skrmetti</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Martin</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Esteras</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29529959"/>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09626801"/>
                  </a:ext>
                </a:extLst>
              </a:tr>
              <a:tr h="238709">
                <a:tc rowSpan="5">
                  <a:txBody>
                    <a:bodyPr/>
                    <a:lstStyle/>
                    <a:p>
                      <a:pPr algn="ctr" fontAlgn="b"/>
                      <a:r>
                        <a:rPr lang="en-US" sz="1100" b="1" i="0" u="none" strike="noStrike">
                          <a:solidFill>
                            <a:schemeClr val="tx1"/>
                          </a:solidFill>
                          <a:effectLst/>
                          <a:latin typeface="MULISH REGULAR ROMAN" pitchFamily="2" charset="77"/>
                        </a:rPr>
                        <a:t>Dissenting</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Andrew</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Vanderstok</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Trump v. J.G.G.</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DOE v. CA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Delligatti</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Medical Marijuana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Velazquez</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Lackey</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rowSpan="5">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756917612"/>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Williams</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Velazquez</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err="1">
                          <a:solidFill>
                            <a:schemeClr val="tx1"/>
                          </a:solidFill>
                          <a:effectLst/>
                          <a:latin typeface="MULISH REGULAR ROMAN" pitchFamily="2" charset="77"/>
                        </a:rPr>
                        <a:t>Skrmetti</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err="1">
                          <a:solidFill>
                            <a:schemeClr val="tx1"/>
                          </a:solidFill>
                          <a:effectLst/>
                          <a:latin typeface="MULISH REGULAR ROMAN" pitchFamily="2" charset="77"/>
                        </a:rPr>
                        <a:t>Skrmetti</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Miller</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Perttu</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Bufkin</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596628581"/>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Glossip</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900" b="0" i="0" u="none" strike="noStrike">
                          <a:solidFill>
                            <a:schemeClr val="tx1"/>
                          </a:solidFill>
                          <a:effectLst/>
                          <a:latin typeface="MULISH REGULAR ROMAN" pitchFamily="2" charset="77"/>
                        </a:rPr>
                        <a:t>A.A.R.P v. Trump</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Diamond</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McLaughlin</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Parrish</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DOE v. CA</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294379330"/>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Vanderstok</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Esteras</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Zuch</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Advocate Christ Medical</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545191570"/>
                  </a:ext>
                </a:extLst>
              </a:tr>
              <a:tr h="215036">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Medical Marijuana</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Calumet</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Stanley</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066520741"/>
                  </a:ext>
                </a:extLst>
              </a:tr>
              <a:tr h="207034">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a:solidFill>
                            <a:schemeClr val="tx1"/>
                          </a:solidFill>
                          <a:effectLst/>
                          <a:latin typeface="MULISH REGULAR ROMAN" pitchFamily="2" charset="77"/>
                        </a:rPr>
                        <a:t>6</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Velazquez</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NRC</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Diamond</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934924686"/>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chemeClr val="tx1"/>
                          </a:solidFill>
                          <a:effectLst/>
                          <a:latin typeface="MULISH REGULAR ROMAN" pitchFamily="2" charset="77"/>
                        </a:rPr>
                        <a:t>7</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Feliciano</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R.J. Reynolds</a:t>
                      </a: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40884629"/>
                  </a:ext>
                </a:extLst>
              </a:tr>
            </a:tbl>
          </a:graphicData>
        </a:graphic>
      </p:graphicFrame>
      <p:sp>
        <p:nvSpPr>
          <p:cNvPr id="10" name="Title 9">
            <a:extLst>
              <a:ext uri="{FF2B5EF4-FFF2-40B4-BE49-F238E27FC236}">
                <a16:creationId xmlns:a16="http://schemas.microsoft.com/office/drawing/2014/main" id="{D366379E-E9D8-DB42-B1E2-38F621A2306F}"/>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OPINIONS AUTHORED BY EACH JUSTICE</a:t>
            </a:r>
          </a:p>
        </p:txBody>
      </p:sp>
      <p:sp>
        <p:nvSpPr>
          <p:cNvPr id="4" name="Slide Number Placeholder 3">
            <a:extLst>
              <a:ext uri="{FF2B5EF4-FFF2-40B4-BE49-F238E27FC236}">
                <a16:creationId xmlns:a16="http://schemas.microsoft.com/office/drawing/2014/main" id="{DD6EFB87-8186-B3D8-B837-DD402793E267}"/>
              </a:ext>
            </a:extLst>
          </p:cNvPr>
          <p:cNvSpPr>
            <a:spLocks noGrp="1"/>
          </p:cNvSpPr>
          <p:nvPr>
            <p:ph type="sldNum" sz="quarter" idx="12"/>
          </p:nvPr>
        </p:nvSpPr>
        <p:spPr/>
        <p:txBody>
          <a:bodyPr/>
          <a:lstStyle/>
          <a:p>
            <a:fld id="{5E212BD6-99D2-4430-8307-3DFF6CB1AF68}" type="slidenum">
              <a:rPr lang="en-US" smtClean="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1DCAFF-35EF-A31C-3A79-383876C24CC9}"/>
            </a:ext>
          </a:extLst>
        </p:cNvPr>
        <p:cNvGrpSpPr/>
        <p:nvPr/>
      </p:nvGrpSpPr>
      <p:grpSpPr>
        <a:xfrm>
          <a:off x="0" y="0"/>
          <a:ext cx="0" cy="0"/>
          <a:chOff x="0" y="0"/>
          <a:chExt cx="0" cy="0"/>
        </a:xfrm>
      </p:grpSpPr>
      <p:graphicFrame>
        <p:nvGraphicFramePr>
          <p:cNvPr id="7" name="Table 6">
            <a:extLst>
              <a:ext uri="{FF2B5EF4-FFF2-40B4-BE49-F238E27FC236}">
                <a16:creationId xmlns:a16="http://schemas.microsoft.com/office/drawing/2014/main" id="{A429B786-8089-1690-EEDC-B162E02C5351}"/>
              </a:ext>
            </a:extLst>
          </p:cNvPr>
          <p:cNvGraphicFramePr>
            <a:graphicFrameLocks noGrp="1"/>
          </p:cNvGraphicFramePr>
          <p:nvPr>
            <p:extLst>
              <p:ext uri="{D42A27DB-BD31-4B8C-83A1-F6EECF244321}">
                <p14:modId xmlns:p14="http://schemas.microsoft.com/office/powerpoint/2010/main" val="1161260025"/>
              </p:ext>
            </p:extLst>
          </p:nvPr>
        </p:nvGraphicFramePr>
        <p:xfrm>
          <a:off x="224287" y="961859"/>
          <a:ext cx="11645661" cy="5545423"/>
        </p:xfrm>
        <a:graphic>
          <a:graphicData uri="http://schemas.openxmlformats.org/drawingml/2006/table">
            <a:tbl>
              <a:tblPr firstRow="1" bandRow="1">
                <a:tableStyleId>{C083E6E3-FA7D-4D7B-A595-EF9225AFEA82}</a:tableStyleId>
              </a:tblPr>
              <a:tblGrid>
                <a:gridCol w="853902">
                  <a:extLst>
                    <a:ext uri="{9D8B030D-6E8A-4147-A177-3AD203B41FA5}">
                      <a16:colId xmlns:a16="http://schemas.microsoft.com/office/drawing/2014/main" val="20000"/>
                    </a:ext>
                  </a:extLst>
                </a:gridCol>
                <a:gridCol w="341651">
                  <a:extLst>
                    <a:ext uri="{9D8B030D-6E8A-4147-A177-3AD203B41FA5}">
                      <a16:colId xmlns:a16="http://schemas.microsoft.com/office/drawing/2014/main" val="1952344982"/>
                    </a:ext>
                  </a:extLst>
                </a:gridCol>
                <a:gridCol w="1080468">
                  <a:extLst>
                    <a:ext uri="{9D8B030D-6E8A-4147-A177-3AD203B41FA5}">
                      <a16:colId xmlns:a16="http://schemas.microsoft.com/office/drawing/2014/main" val="20001"/>
                    </a:ext>
                  </a:extLst>
                </a:gridCol>
                <a:gridCol w="1080468">
                  <a:extLst>
                    <a:ext uri="{9D8B030D-6E8A-4147-A177-3AD203B41FA5}">
                      <a16:colId xmlns:a16="http://schemas.microsoft.com/office/drawing/2014/main" val="20002"/>
                    </a:ext>
                  </a:extLst>
                </a:gridCol>
                <a:gridCol w="1080468">
                  <a:extLst>
                    <a:ext uri="{9D8B030D-6E8A-4147-A177-3AD203B41FA5}">
                      <a16:colId xmlns:a16="http://schemas.microsoft.com/office/drawing/2014/main" val="20003"/>
                    </a:ext>
                  </a:extLst>
                </a:gridCol>
                <a:gridCol w="1080468">
                  <a:extLst>
                    <a:ext uri="{9D8B030D-6E8A-4147-A177-3AD203B41FA5}">
                      <a16:colId xmlns:a16="http://schemas.microsoft.com/office/drawing/2014/main" val="20004"/>
                    </a:ext>
                  </a:extLst>
                </a:gridCol>
                <a:gridCol w="1080468">
                  <a:extLst>
                    <a:ext uri="{9D8B030D-6E8A-4147-A177-3AD203B41FA5}">
                      <a16:colId xmlns:a16="http://schemas.microsoft.com/office/drawing/2014/main" val="20005"/>
                    </a:ext>
                  </a:extLst>
                </a:gridCol>
                <a:gridCol w="1080468">
                  <a:extLst>
                    <a:ext uri="{9D8B030D-6E8A-4147-A177-3AD203B41FA5}">
                      <a16:colId xmlns:a16="http://schemas.microsoft.com/office/drawing/2014/main" val="20006"/>
                    </a:ext>
                  </a:extLst>
                </a:gridCol>
                <a:gridCol w="1080468">
                  <a:extLst>
                    <a:ext uri="{9D8B030D-6E8A-4147-A177-3AD203B41FA5}">
                      <a16:colId xmlns:a16="http://schemas.microsoft.com/office/drawing/2014/main" val="20007"/>
                    </a:ext>
                  </a:extLst>
                </a:gridCol>
                <a:gridCol w="1144295">
                  <a:extLst>
                    <a:ext uri="{9D8B030D-6E8A-4147-A177-3AD203B41FA5}">
                      <a16:colId xmlns:a16="http://schemas.microsoft.com/office/drawing/2014/main" val="3152721366"/>
                    </a:ext>
                  </a:extLst>
                </a:gridCol>
                <a:gridCol w="1233578">
                  <a:extLst>
                    <a:ext uri="{9D8B030D-6E8A-4147-A177-3AD203B41FA5}">
                      <a16:colId xmlns:a16="http://schemas.microsoft.com/office/drawing/2014/main" val="2599236381"/>
                    </a:ext>
                  </a:extLst>
                </a:gridCol>
                <a:gridCol w="508959">
                  <a:extLst>
                    <a:ext uri="{9D8B030D-6E8A-4147-A177-3AD203B41FA5}">
                      <a16:colId xmlns:a16="http://schemas.microsoft.com/office/drawing/2014/main" val="706058003"/>
                    </a:ext>
                  </a:extLst>
                </a:gridCol>
              </a:tblGrid>
              <a:tr h="349173">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a:solidFill>
                            <a:schemeClr val="tx1"/>
                          </a:solidFill>
                          <a:effectLst/>
                          <a:latin typeface="MULISH REGULAR ROMAN" pitchFamily="2" charset="77"/>
                        </a:rPr>
                        <a:t>Roberts</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a:solidFill>
                            <a:schemeClr val="tx1"/>
                          </a:solidFill>
                          <a:effectLst/>
                          <a:latin typeface="MULISH REGULAR ROMAN" pitchFamily="2" charset="77"/>
                        </a:rPr>
                        <a:t>Thomas</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Alito</a:t>
                      </a:r>
                      <a:endParaRPr lang="en-US" sz="1100" b="1" i="0" u="none" strike="noStrike" dirty="0">
                        <a:solidFill>
                          <a:schemeClr val="tx1"/>
                        </a:solidFill>
                        <a:effectLst/>
                        <a:latin typeface="MULISH REGULAR ROMAN" pitchFamily="2" charset="77"/>
                      </a:endParaRP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Sotomayor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Kagan</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Gorsuch</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Kavanaugh</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Barrett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Jackson</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Total</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38709">
                <a:tc rowSpan="5">
                  <a:txBody>
                    <a:bodyPr/>
                    <a:lstStyle/>
                    <a:p>
                      <a:pPr algn="ctr" fontAlgn="b"/>
                      <a:r>
                        <a:rPr lang="en-US" sz="1100" b="1" u="none" strike="noStrike">
                          <a:solidFill>
                            <a:schemeClr val="tx1"/>
                          </a:solidFill>
                          <a:effectLst/>
                          <a:latin typeface="MULISH REGULAR ROMAN" pitchFamily="2" charset="77"/>
                        </a:rPr>
                        <a:t>Majority</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Oklahoma</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R.J. Reynolds</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rowSpan="5">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964347164"/>
                  </a:ext>
                </a:extLst>
              </a:tr>
              <a:tr h="238709">
                <a:tc rowSpan="7">
                  <a:txBody>
                    <a:bodyPr/>
                    <a:lstStyle/>
                    <a:p>
                      <a:pPr algn="ctr"/>
                      <a:r>
                        <a:rPr lang="en-US" sz="1100" b="1">
                          <a:latin typeface="MULISH REGULAR ROMAN" pitchFamily="2" charset="77"/>
                        </a:rPr>
                        <a:t>Concurring</a:t>
                      </a:r>
                      <a:endParaRPr lang="en-US" sz="1100" b="1" dirty="0">
                        <a:latin typeface="MULISH REGULAR ROMAN" pitchFamily="2" charset="77"/>
                      </a:endParaRPr>
                    </a:p>
                  </a:txBody>
                  <a:tcPr marL="3315" marR="3315" marT="3315" marB="0" anchor="ctr">
                    <a:lnT>
                      <a:noFill/>
                    </a:lnT>
                  </a:tcPr>
                </a:tc>
                <a:tc>
                  <a:txBody>
                    <a:bodyPr/>
                    <a:lstStyle/>
                    <a:p>
                      <a:pPr algn="ctr" fontAlgn="b"/>
                      <a:r>
                        <a:rPr lang="en-US" sz="900" b="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Fuld</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Stanley</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rowSpan="7">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Stanley</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Esteras</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6</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726377539"/>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7</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29529959"/>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09626801"/>
                  </a:ext>
                </a:extLst>
              </a:tr>
              <a:tr h="238709">
                <a:tc rowSpan="5">
                  <a:txBody>
                    <a:bodyPr/>
                    <a:lstStyle/>
                    <a:p>
                      <a:pPr algn="ctr" fontAlgn="b"/>
                      <a:r>
                        <a:rPr lang="en-US" sz="1100" b="1" i="0" u="none" strike="noStrike">
                          <a:solidFill>
                            <a:schemeClr val="tx1"/>
                          </a:solidFill>
                          <a:effectLst/>
                          <a:latin typeface="MULISH REGULAR ROMAN" pitchFamily="2" charset="77"/>
                        </a:rPr>
                        <a:t>Dissenting</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rowSpan="5">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756917612"/>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596628581"/>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endParaRPr lang="en-US" sz="900" b="0" i="0" u="none" strike="noStrike">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294379330"/>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545191570"/>
                  </a:ext>
                </a:extLst>
              </a:tr>
              <a:tr h="215036">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066520741"/>
                  </a:ext>
                </a:extLst>
              </a:tr>
              <a:tr h="207034">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a:solidFill>
                            <a:schemeClr val="tx1"/>
                          </a:solidFill>
                          <a:effectLst/>
                          <a:latin typeface="MULISH REGULAR ROMAN" pitchFamily="2" charset="77"/>
                        </a:rPr>
                        <a:t>6</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934924686"/>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chemeClr val="tx1"/>
                          </a:solidFill>
                          <a:effectLst/>
                          <a:latin typeface="MULISH REGULAR ROMAN" pitchFamily="2" charset="77"/>
                        </a:rPr>
                        <a:t>7</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40884629"/>
                  </a:ext>
                </a:extLst>
              </a:tr>
              <a:tr h="238709">
                <a:tc>
                  <a:txBody>
                    <a:bodyPr/>
                    <a:lstStyle/>
                    <a:p>
                      <a:pPr algn="ctr" fontAlgn="b"/>
                      <a:r>
                        <a:rPr lang="en-US" sz="1100" b="1" i="0" u="none" strike="noStrike">
                          <a:solidFill>
                            <a:schemeClr val="tx1"/>
                          </a:solidFill>
                          <a:effectLst/>
                          <a:latin typeface="MULISH REGULAR ROMAN" pitchFamily="2" charset="77"/>
                        </a:rPr>
                        <a:t>Total</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1" u="none" strike="noStrike" dirty="0">
                        <a:solidFill>
                          <a:schemeClr val="tx1"/>
                        </a:solidFill>
                        <a:effectLst/>
                        <a:latin typeface="MULISH REGULAR ROMAN" pitchFamily="2" charset="77"/>
                      </a:endParaRPr>
                    </a:p>
                  </a:txBody>
                  <a:tcPr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80498362"/>
                  </a:ext>
                </a:extLst>
              </a:tr>
            </a:tbl>
          </a:graphicData>
        </a:graphic>
      </p:graphicFrame>
      <p:sp>
        <p:nvSpPr>
          <p:cNvPr id="10" name="Title 9">
            <a:extLst>
              <a:ext uri="{FF2B5EF4-FFF2-40B4-BE49-F238E27FC236}">
                <a16:creationId xmlns:a16="http://schemas.microsoft.com/office/drawing/2014/main" id="{9F183FF2-1AE8-6854-7729-AE3AD1BCDB4C}"/>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OPINIONS AUTHORED BY EACH JUSTICE (Cont.)</a:t>
            </a:r>
          </a:p>
        </p:txBody>
      </p:sp>
      <p:sp>
        <p:nvSpPr>
          <p:cNvPr id="4" name="Slide Number Placeholder 3">
            <a:extLst>
              <a:ext uri="{FF2B5EF4-FFF2-40B4-BE49-F238E27FC236}">
                <a16:creationId xmlns:a16="http://schemas.microsoft.com/office/drawing/2014/main" id="{C7F68B7E-19AD-F0EC-1052-89ABB6D37898}"/>
              </a:ext>
            </a:extLst>
          </p:cNvPr>
          <p:cNvSpPr>
            <a:spLocks noGrp="1"/>
          </p:cNvSpPr>
          <p:nvPr>
            <p:ph type="sldNum" sz="quarter" idx="12"/>
          </p:nvPr>
        </p:nvSpPr>
        <p:spPr/>
        <p:txBody>
          <a:bodyPr/>
          <a:lstStyle/>
          <a:p>
            <a:fld id="{5E212BD6-99D2-4430-8307-3DFF6CB1AF68}" type="slidenum">
              <a:rPr lang="en-US" smtClean="0"/>
              <a:t>22</a:t>
            </a:fld>
            <a:endParaRPr lang="en-US"/>
          </a:p>
        </p:txBody>
      </p:sp>
    </p:spTree>
    <p:extLst>
      <p:ext uri="{BB962C8B-B14F-4D97-AF65-F5344CB8AC3E}">
        <p14:creationId xmlns:p14="http://schemas.microsoft.com/office/powerpoint/2010/main" val="44461283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B86C6B9-BD05-508C-FE45-BCD85A385E22}"/>
              </a:ext>
            </a:extLst>
          </p:cNvPr>
          <p:cNvSpPr>
            <a:spLocks noGrp="1" noRot="1" noMove="1" noResize="1" noEditPoints="1" noAdjustHandles="1" noChangeArrowheads="1" noChangeShapeType="1"/>
          </p:cNvSpPr>
          <p:nvPr/>
        </p:nvSpPr>
        <p:spPr>
          <a:xfrm>
            <a:off x="978132" y="1027978"/>
            <a:ext cx="9604086" cy="4802043"/>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9">
            <a:extLst>
              <a:ext uri="{FF2B5EF4-FFF2-40B4-BE49-F238E27FC236}">
                <a16:creationId xmlns:a16="http://schemas.microsoft.com/office/drawing/2014/main" id="{86565480-92B6-5A4E-8946-30A6E964E5AD}"/>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OPINIONS AUTHORED BY EACH JUSTICE (Cont.)</a:t>
            </a:r>
          </a:p>
        </p:txBody>
      </p:sp>
      <p:sp>
        <p:nvSpPr>
          <p:cNvPr id="9" name="TextBox 8">
            <a:extLst>
              <a:ext uri="{FF2B5EF4-FFF2-40B4-BE49-F238E27FC236}">
                <a16:creationId xmlns:a16="http://schemas.microsoft.com/office/drawing/2014/main" id="{947E37C0-7C6B-D515-8322-D32828E334A1}"/>
              </a:ext>
            </a:extLst>
          </p:cNvPr>
          <p:cNvSpPr txBox="1"/>
          <p:nvPr/>
        </p:nvSpPr>
        <p:spPr>
          <a:xfrm>
            <a:off x="838200" y="6083077"/>
            <a:ext cx="9883950" cy="461665"/>
          </a:xfrm>
          <a:prstGeom prst="rect">
            <a:avLst/>
          </a:prstGeom>
          <a:noFill/>
          <a:ln>
            <a:solidFill>
              <a:schemeClr val="tx1"/>
            </a:solidFill>
          </a:ln>
        </p:spPr>
        <p:txBody>
          <a:bodyPr wrap="square" rtlCol="0">
            <a:spAutoFit/>
          </a:bodyPr>
          <a:lstStyle/>
          <a:p>
            <a:pPr algn="ctr"/>
            <a:r>
              <a:rPr lang="en-US" sz="1200" dirty="0">
                <a:latin typeface="MULISH REGULAR ROMAN"/>
              </a:rPr>
              <a:t>Figure shows the volume &amp; proportion of opinions (by type) authored by each Justice during the 2024 Term. </a:t>
            </a:r>
            <a:br>
              <a:rPr lang="en-US" sz="1200" dirty="0">
                <a:latin typeface="MULISH REGULAR ROMAN"/>
              </a:rPr>
            </a:br>
            <a:r>
              <a:rPr lang="en-US" sz="1200" dirty="0">
                <a:latin typeface="MULISH REGULAR ROMAN"/>
              </a:rPr>
              <a:t>Special concurrences (</a:t>
            </a:r>
            <a:r>
              <a:rPr lang="en-US" sz="1200" i="1" dirty="0">
                <a:latin typeface="MULISH REGULAR ROMAN"/>
              </a:rPr>
              <a:t>In Part</a:t>
            </a:r>
            <a:r>
              <a:rPr lang="en-US" sz="1200" dirty="0">
                <a:latin typeface="MULISH REGULAR ROMAN"/>
              </a:rPr>
              <a:t>) and those concurring </a:t>
            </a:r>
            <a:r>
              <a:rPr lang="en-US" sz="1200" i="1" dirty="0">
                <a:latin typeface="MULISH REGULAR ROMAN"/>
              </a:rPr>
              <a:t>in judgement </a:t>
            </a:r>
            <a:r>
              <a:rPr lang="en-US" sz="1200" dirty="0">
                <a:latin typeface="MULISH REGULAR ROMAN"/>
              </a:rPr>
              <a:t>are similarly coded as Concurrences.</a:t>
            </a:r>
          </a:p>
        </p:txBody>
      </p:sp>
      <p:sp>
        <p:nvSpPr>
          <p:cNvPr id="6" name="Slide Number Placeholder 5">
            <a:extLst>
              <a:ext uri="{FF2B5EF4-FFF2-40B4-BE49-F238E27FC236}">
                <a16:creationId xmlns:a16="http://schemas.microsoft.com/office/drawing/2014/main" id="{647DD8CC-8561-5C93-CAFB-07E360467679}"/>
              </a:ext>
            </a:extLst>
          </p:cNvPr>
          <p:cNvSpPr>
            <a:spLocks noGrp="1"/>
          </p:cNvSpPr>
          <p:nvPr>
            <p:ph type="sldNum" sz="quarter" idx="12"/>
          </p:nvPr>
        </p:nvSpPr>
        <p:spPr/>
        <p:txBody>
          <a:bodyPr/>
          <a:lstStyle/>
          <a:p>
            <a:fld id="{5E212BD6-99D2-4430-8307-3DFF6CB1AF68}" type="slidenum">
              <a:rPr lang="en-US" smtClean="0"/>
              <a:t>23</a:t>
            </a:fld>
            <a:endParaRPr lang="en-US"/>
          </a:p>
        </p:txBody>
      </p:sp>
      <p:pic>
        <p:nvPicPr>
          <p:cNvPr id="4" name="Picture 3" descr="A graph of a bar chart&#10;&#10;AI-generated content may be incorrect.">
            <a:extLst>
              <a:ext uri="{FF2B5EF4-FFF2-40B4-BE49-F238E27FC236}">
                <a16:creationId xmlns:a16="http://schemas.microsoft.com/office/drawing/2014/main" id="{D536EDFF-B96D-32F2-66B8-074820B5CB2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78132" y="1027978"/>
            <a:ext cx="9604086" cy="4802043"/>
          </a:xfrm>
          <a:prstGeom prst="rect">
            <a:avLst/>
          </a:prstGeom>
        </p:spPr>
      </p:pic>
    </p:spTree>
    <p:extLst>
      <p:ext uri="{BB962C8B-B14F-4D97-AF65-F5344CB8AC3E}">
        <p14:creationId xmlns:p14="http://schemas.microsoft.com/office/powerpoint/2010/main" val="416285910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6DA1D1-F953-5D16-7EBA-10112726D9E9}"/>
            </a:ext>
          </a:extLst>
        </p:cNvPr>
        <p:cNvGrpSpPr/>
        <p:nvPr/>
      </p:nvGrpSpPr>
      <p:grpSpPr>
        <a:xfrm>
          <a:off x="0" y="0"/>
          <a:ext cx="0" cy="0"/>
          <a:chOff x="0" y="0"/>
          <a:chExt cx="0" cy="0"/>
        </a:xfrm>
      </p:grpSpPr>
      <p:graphicFrame>
        <p:nvGraphicFramePr>
          <p:cNvPr id="10" name="Table 9">
            <a:extLst>
              <a:ext uri="{FF2B5EF4-FFF2-40B4-BE49-F238E27FC236}">
                <a16:creationId xmlns:a16="http://schemas.microsoft.com/office/drawing/2014/main" id="{966D5FF6-606B-C211-0B63-2E90696B73ED}"/>
              </a:ext>
            </a:extLst>
          </p:cNvPr>
          <p:cNvGraphicFramePr>
            <a:graphicFrameLocks noGrp="1"/>
          </p:cNvGraphicFramePr>
          <p:nvPr>
            <p:extLst>
              <p:ext uri="{D42A27DB-BD31-4B8C-83A1-F6EECF244321}">
                <p14:modId xmlns:p14="http://schemas.microsoft.com/office/powerpoint/2010/main" val="2234402333"/>
              </p:ext>
            </p:extLst>
          </p:nvPr>
        </p:nvGraphicFramePr>
        <p:xfrm>
          <a:off x="0" y="792698"/>
          <a:ext cx="12192000" cy="5388820"/>
        </p:xfrm>
        <a:graphic>
          <a:graphicData uri="http://schemas.openxmlformats.org/drawingml/2006/table">
            <a:tbl>
              <a:tblPr firstRow="1" bandRow="1">
                <a:tableStyleId>{C083E6E3-FA7D-4D7B-A595-EF9225AFEA82}</a:tableStyleId>
              </a:tblPr>
              <a:tblGrid>
                <a:gridCol w="1353671">
                  <a:extLst>
                    <a:ext uri="{9D8B030D-6E8A-4147-A177-3AD203B41FA5}">
                      <a16:colId xmlns:a16="http://schemas.microsoft.com/office/drawing/2014/main" val="20000"/>
                    </a:ext>
                  </a:extLst>
                </a:gridCol>
                <a:gridCol w="477096">
                  <a:extLst>
                    <a:ext uri="{9D8B030D-6E8A-4147-A177-3AD203B41FA5}">
                      <a16:colId xmlns:a16="http://schemas.microsoft.com/office/drawing/2014/main" val="20001"/>
                    </a:ext>
                  </a:extLst>
                </a:gridCol>
                <a:gridCol w="2346786">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2205318">
                  <a:extLst>
                    <a:ext uri="{9D8B030D-6E8A-4147-A177-3AD203B41FA5}">
                      <a16:colId xmlns:a16="http://schemas.microsoft.com/office/drawing/2014/main" val="20004"/>
                    </a:ext>
                  </a:extLst>
                </a:gridCol>
                <a:gridCol w="1132031">
                  <a:extLst>
                    <a:ext uri="{9D8B030D-6E8A-4147-A177-3AD203B41FA5}">
                      <a16:colId xmlns:a16="http://schemas.microsoft.com/office/drawing/2014/main" val="20005"/>
                    </a:ext>
                  </a:extLst>
                </a:gridCol>
                <a:gridCol w="1775602">
                  <a:extLst>
                    <a:ext uri="{9D8B030D-6E8A-4147-A177-3AD203B41FA5}">
                      <a16:colId xmlns:a16="http://schemas.microsoft.com/office/drawing/2014/main" val="20006"/>
                    </a:ext>
                  </a:extLst>
                </a:gridCol>
                <a:gridCol w="1987096">
                  <a:extLst>
                    <a:ext uri="{9D8B030D-6E8A-4147-A177-3AD203B41FA5}">
                      <a16:colId xmlns:a16="http://schemas.microsoft.com/office/drawing/2014/main" val="20007"/>
                    </a:ext>
                  </a:extLst>
                </a:gridCol>
              </a:tblGrid>
              <a:tr h="372904">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Rank</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Case</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Opinion Type</a:t>
                      </a: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Author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Vote</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Word Count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Decided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18355">
                <a:tc rowSpan="5">
                  <a:txBody>
                    <a:bodyPr/>
                    <a:lstStyle/>
                    <a:p>
                      <a:pPr algn="ctr" fontAlgn="b"/>
                      <a:r>
                        <a:rPr lang="en-US" sz="1100" b="1" u="none" strike="noStrike" dirty="0">
                          <a:solidFill>
                            <a:schemeClr val="tx1"/>
                          </a:solidFill>
                          <a:effectLst/>
                          <a:latin typeface="MULISH REGULAR ROMAN" pitchFamily="2" charset="77"/>
                        </a:rPr>
                        <a:t>Shortest</a:t>
                      </a:r>
                      <a:br>
                        <a:rPr lang="en-US" sz="1100" b="1" u="none" strike="noStrike" dirty="0">
                          <a:solidFill>
                            <a:schemeClr val="tx1"/>
                          </a:solidFill>
                          <a:effectLst/>
                          <a:latin typeface="MULISH REGULAR ROMAN" pitchFamily="2" charset="77"/>
                        </a:rPr>
                      </a:br>
                      <a:r>
                        <a:rPr lang="en-US" sz="1100" b="1" u="none" strike="noStrike" dirty="0">
                          <a:solidFill>
                            <a:schemeClr val="tx1"/>
                          </a:solidFill>
                          <a:effectLst/>
                          <a:latin typeface="MULISH REGULAR ROMAN" pitchFamily="2" charset="77"/>
                        </a:rPr>
                        <a:t>(Individual Opinions)</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45720" marR="4572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NVIDIA</a:t>
                      </a:r>
                    </a:p>
                  </a:txBody>
                  <a:tcPr marL="45720" marR="4572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45720" marR="4572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45720" marR="4572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45720" marR="4572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a:t>
                      </a:r>
                    </a:p>
                  </a:txBody>
                  <a:tcPr marL="45720" marR="4572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12/11/2024</a:t>
                      </a:r>
                    </a:p>
                  </a:txBody>
                  <a:tcPr marL="45720" marR="4572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1835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Facebook</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11/22/2024</a:t>
                      </a:r>
                    </a:p>
                  </a:txBody>
                  <a:tcPr marL="45720" marR="4572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81893">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Laboratory Corp</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06/05/2025</a:t>
                      </a:r>
                    </a:p>
                  </a:txBody>
                  <a:tcPr marL="45720" marR="4572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18355">
                <a:tc vMerge="1">
                  <a:txBody>
                    <a:bodyPr/>
                    <a:lstStyle/>
                    <a:p>
                      <a:endParaRPr lang="en-US"/>
                    </a:p>
                  </a:txBody>
                  <a:tcPr marL="3315" marR="3315" marT="3315" marB="0" anchor="b"/>
                </a:tc>
                <a:tc>
                  <a:txBody>
                    <a:bodyPr/>
                    <a:lstStyle/>
                    <a:p>
                      <a:pPr algn="ctr" fontAlgn="b"/>
                      <a:r>
                        <a:rPr lang="en-US" sz="1100" b="0" u="none" strike="noStrike">
                          <a:solidFill>
                            <a:schemeClr val="tx1"/>
                          </a:solidFill>
                          <a:effectLst/>
                          <a:latin typeface="MULISH REGULAR ROMAN" pitchFamily="2" charset="77"/>
                        </a:rPr>
                        <a:t>4</a:t>
                      </a:r>
                      <a:endParaRPr lang="en-US" sz="1100" b="0" i="0" u="none" strike="noStrike">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Hamm</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21</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11/04/2024</a:t>
                      </a:r>
                    </a:p>
                  </a:txBody>
                  <a:tcPr marL="45720" marR="4572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78234">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Drummond</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Equally Divided</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4-4</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23</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05/22/2025</a:t>
                      </a:r>
                    </a:p>
                  </a:txBody>
                  <a:tcPr marL="45720" marR="4572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18355">
                <a:tc rowSpan="6">
                  <a:txBody>
                    <a:bodyPr/>
                    <a:lstStyle/>
                    <a:p>
                      <a:pPr algn="ctr" fontAlgn="b"/>
                      <a:r>
                        <a:rPr lang="en-US" sz="1100" b="1" u="none" strike="noStrike" dirty="0">
                          <a:solidFill>
                            <a:schemeClr val="tx1"/>
                          </a:solidFill>
                          <a:effectLst/>
                          <a:latin typeface="MULISH REGULAR ROMAN" pitchFamily="2" charset="77"/>
                        </a:rPr>
                        <a:t>Longest</a:t>
                      </a:r>
                    </a:p>
                    <a:p>
                      <a:pPr algn="ctr" fontAlgn="b"/>
                      <a:r>
                        <a:rPr lang="en-US" sz="1100" b="1" i="0" u="none" strike="noStrike" dirty="0">
                          <a:solidFill>
                            <a:schemeClr val="tx1"/>
                          </a:solidFill>
                          <a:effectLst/>
                          <a:latin typeface="MULISH REGULAR ROMAN" pitchFamily="2" charset="77"/>
                        </a:rPr>
                        <a:t>(Individual Opinions)</a:t>
                      </a:r>
                    </a:p>
                  </a:txBody>
                  <a:tcPr marL="3315" marR="3315" marT="3315" marB="0"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2"/>
                  </a:ext>
                </a:extLst>
              </a:tr>
              <a:tr h="21835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Glossip</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Dissent</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Thomas</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6-2</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14,532</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02/25/2025</a:t>
                      </a:r>
                    </a:p>
                  </a:txBody>
                  <a:tcPr marL="45720" marR="4572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372904">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Wages &amp; White Lion</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Majority</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Alito</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14,299</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04/02/2025</a:t>
                      </a:r>
                    </a:p>
                  </a:txBody>
                  <a:tcPr marL="45720" marR="4572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372904">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Glossip</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Majority</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Sotomayor</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6-2</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9,621</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02/25/2025</a:t>
                      </a:r>
                    </a:p>
                  </a:txBody>
                  <a:tcPr marL="45720" marR="4572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372904">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4</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Medical Marijuana</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Dissent</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Kavanaugh</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5-4</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8,325</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04/02/2025</a:t>
                      </a:r>
                    </a:p>
                  </a:txBody>
                  <a:tcPr marL="45720" marR="4572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316842">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Vanderstok</a:t>
                      </a:r>
                    </a:p>
                  </a:txBody>
                  <a:tcPr marL="45720" marR="4572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Dissent</a:t>
                      </a:r>
                    </a:p>
                  </a:txBody>
                  <a:tcPr marL="45720" marR="4572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Thomas</a:t>
                      </a:r>
                    </a:p>
                  </a:txBody>
                  <a:tcPr marL="45720" marR="4572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7-2</a:t>
                      </a:r>
                    </a:p>
                  </a:txBody>
                  <a:tcPr marL="45720" marR="4572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8,036</a:t>
                      </a:r>
                    </a:p>
                  </a:txBody>
                  <a:tcPr marL="45720" marR="4572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03/26/2025</a:t>
                      </a:r>
                    </a:p>
                  </a:txBody>
                  <a:tcPr marL="45720" marR="4572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17"/>
                  </a:ext>
                </a:extLst>
              </a:tr>
              <a:tr h="358589">
                <a:tc rowSpan="5">
                  <a:txBody>
                    <a:bodyPr/>
                    <a:lstStyle/>
                    <a:p>
                      <a:pPr algn="ctr" fontAlgn="b"/>
                      <a:r>
                        <a:rPr lang="en-US" sz="1100" b="1" i="0" u="none" strike="noStrike" dirty="0">
                          <a:solidFill>
                            <a:schemeClr val="tx1"/>
                          </a:solidFill>
                          <a:effectLst/>
                          <a:latin typeface="MULISH REGULAR ROMAN" pitchFamily="2" charset="77"/>
                        </a:rPr>
                        <a:t>Longest</a:t>
                      </a:r>
                    </a:p>
                    <a:p>
                      <a:pPr algn="ctr" fontAlgn="b"/>
                      <a:r>
                        <a:rPr lang="en-US" sz="1100" b="1" i="0" u="none" strike="noStrike" dirty="0">
                          <a:solidFill>
                            <a:schemeClr val="tx1"/>
                          </a:solidFill>
                          <a:effectLst/>
                          <a:latin typeface="MULISH REGULAR ROMAN" pitchFamily="2" charset="77"/>
                        </a:rPr>
                        <a:t>(Total Combined)</a:t>
                      </a: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1100" b="1" i="0" u="none" strike="noStrike" dirty="0">
                          <a:solidFill>
                            <a:schemeClr val="tx1"/>
                          </a:solidFill>
                          <a:effectLst/>
                          <a:latin typeface="MULISH REGULAR ROMAN" pitchFamily="2" charset="77"/>
                        </a:rPr>
                        <a:t>Rank</a:t>
                      </a:r>
                    </a:p>
                  </a:txBody>
                  <a:tcPr marL="45720" marR="4572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alpha val="20000"/>
                      </a:schemeClr>
                    </a:solidFill>
                  </a:tcPr>
                </a:tc>
                <a:tc>
                  <a:txBody>
                    <a:bodyPr/>
                    <a:lstStyle/>
                    <a:p>
                      <a:pPr algn="ctr" fontAlgn="b"/>
                      <a:r>
                        <a:rPr lang="en-US" sz="1100" b="1" i="0" u="none" strike="noStrike" dirty="0">
                          <a:solidFill>
                            <a:schemeClr val="tx1"/>
                          </a:solidFill>
                          <a:effectLst/>
                          <a:latin typeface="MULISH REGULAR ROMAN" pitchFamily="2" charset="77"/>
                        </a:rPr>
                        <a:t>Case</a:t>
                      </a:r>
                    </a:p>
                  </a:txBody>
                  <a:tcPr marL="45720" marR="4572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alpha val="20000"/>
                      </a:schemeClr>
                    </a:solidFill>
                  </a:tcPr>
                </a:tc>
                <a:tc>
                  <a:txBody>
                    <a:bodyPr/>
                    <a:lstStyle/>
                    <a:p>
                      <a:pPr algn="ctr" fontAlgn="b"/>
                      <a:r>
                        <a:rPr lang="en-US" sz="1100" b="1" i="0" u="none" strike="noStrike" dirty="0">
                          <a:solidFill>
                            <a:schemeClr val="tx1"/>
                          </a:solidFill>
                          <a:effectLst/>
                          <a:latin typeface="MULISH REGULAR ROMAN" pitchFamily="2" charset="77"/>
                        </a:rPr>
                        <a:t>No. Opinions</a:t>
                      </a:r>
                    </a:p>
                  </a:txBody>
                  <a:tcPr marL="45720" marR="4572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alpha val="20000"/>
                      </a:schemeClr>
                    </a:solidFill>
                  </a:tcPr>
                </a:tc>
                <a:tc>
                  <a:txBody>
                    <a:bodyPr/>
                    <a:lstStyle/>
                    <a:p>
                      <a:pPr algn="ctr" fontAlgn="b"/>
                      <a:r>
                        <a:rPr lang="en-US" sz="1100" b="1" i="0" u="none" strike="noStrike" dirty="0">
                          <a:solidFill>
                            <a:schemeClr val="tx1"/>
                          </a:solidFill>
                          <a:effectLst/>
                          <a:latin typeface="MULISH REGULAR ROMAN" pitchFamily="2" charset="77"/>
                        </a:rPr>
                        <a:t>Authors</a:t>
                      </a:r>
                    </a:p>
                  </a:txBody>
                  <a:tcPr marL="45720" marR="4572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alpha val="20000"/>
                      </a:schemeClr>
                    </a:solidFill>
                  </a:tcPr>
                </a:tc>
                <a:tc>
                  <a:txBody>
                    <a:bodyPr/>
                    <a:lstStyle/>
                    <a:p>
                      <a:pPr algn="ctr" fontAlgn="b"/>
                      <a:r>
                        <a:rPr lang="en-US" sz="1100" b="1" i="0" u="none" strike="noStrike" dirty="0">
                          <a:solidFill>
                            <a:schemeClr val="tx1"/>
                          </a:solidFill>
                          <a:effectLst/>
                          <a:latin typeface="MULISH REGULAR ROMAN" pitchFamily="2" charset="77"/>
                        </a:rPr>
                        <a:t>Vote</a:t>
                      </a:r>
                    </a:p>
                  </a:txBody>
                  <a:tcPr marL="45720" marR="4572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alpha val="20000"/>
                      </a:schemeClr>
                    </a:solidFill>
                  </a:tcPr>
                </a:tc>
                <a:tc>
                  <a:txBody>
                    <a:bodyPr/>
                    <a:lstStyle/>
                    <a:p>
                      <a:pPr algn="ctr" fontAlgn="b"/>
                      <a:r>
                        <a:rPr lang="en-US" sz="1100" b="1" i="0" u="none" strike="noStrike" dirty="0">
                          <a:solidFill>
                            <a:schemeClr val="tx1"/>
                          </a:solidFill>
                          <a:effectLst/>
                          <a:latin typeface="MULISH REGULAR ROMAN" pitchFamily="2" charset="77"/>
                        </a:rPr>
                        <a:t>Total Words</a:t>
                      </a:r>
                    </a:p>
                  </a:txBody>
                  <a:tcPr marL="45720" marR="4572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alpha val="20000"/>
                      </a:schemeClr>
                    </a:solidFill>
                  </a:tcPr>
                </a:tc>
                <a:tc>
                  <a:txBody>
                    <a:bodyPr/>
                    <a:lstStyle/>
                    <a:p>
                      <a:pPr algn="ctr" fontAlgn="b"/>
                      <a:r>
                        <a:rPr lang="en-US" sz="1100" b="1" i="0" u="none" strike="noStrike" dirty="0">
                          <a:solidFill>
                            <a:schemeClr val="tx1"/>
                          </a:solidFill>
                          <a:effectLst/>
                          <a:latin typeface="MULISH REGULAR ROMAN" pitchFamily="2" charset="77"/>
                        </a:rPr>
                        <a:t>Decided</a:t>
                      </a:r>
                    </a:p>
                  </a:txBody>
                  <a:tcPr marL="45720" marR="4572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alpha val="20000"/>
                      </a:schemeClr>
                    </a:solidFill>
                  </a:tcPr>
                </a:tc>
                <a:extLst>
                  <a:ext uri="{0D108BD9-81ED-4DB2-BD59-A6C34878D82A}">
                    <a16:rowId xmlns:a16="http://schemas.microsoft.com/office/drawing/2014/main" val="820390063"/>
                  </a:ext>
                </a:extLst>
              </a:tr>
              <a:tr h="218355">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dirty="0">
                          <a:solidFill>
                            <a:schemeClr val="tx1"/>
                          </a:solidFill>
                          <a:effectLst/>
                          <a:latin typeface="MULISH REGULAR ROMAN" pitchFamily="2" charset="77"/>
                        </a:rPr>
                        <a:t>1</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err="1">
                          <a:solidFill>
                            <a:schemeClr val="tx1"/>
                          </a:solidFill>
                          <a:effectLst/>
                          <a:latin typeface="MULISH REGULAR ROMAN" pitchFamily="2" charset="77"/>
                        </a:rPr>
                        <a:t>Skrmetti</a:t>
                      </a:r>
                      <a:endParaRPr lang="en-US" sz="1100" b="0" i="1" u="none" strike="noStrike" dirty="0">
                        <a:solidFill>
                          <a:schemeClr val="tx1"/>
                        </a:solidFill>
                        <a:effectLst/>
                        <a:latin typeface="MULISH REGULAR ROMAN" pitchFamily="2" charset="77"/>
                      </a:endParaRP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Roberts, Alito, Thomas, Barrett, Sotomayor, Kagan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6-3</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34,738</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06/18/2025</a:t>
                      </a:r>
                    </a:p>
                  </a:txBody>
                  <a:tcPr marL="45720" marR="4572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043902669"/>
                  </a:ext>
                </a:extLst>
              </a:tr>
              <a:tr h="218355">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dirty="0">
                          <a:solidFill>
                            <a:schemeClr val="tx1"/>
                          </a:solidFill>
                          <a:effectLst/>
                          <a:latin typeface="MULISH REGULAR ROMAN" pitchFamily="2" charset="77"/>
                        </a:rPr>
                        <a:t>2</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Glossip</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3</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Sotomayor, Barrett, Thomas</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6-2</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25,575</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02/25/2025</a:t>
                      </a:r>
                    </a:p>
                  </a:txBody>
                  <a:tcPr marL="45720" marR="4572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156293749"/>
                  </a:ext>
                </a:extLst>
              </a:tr>
              <a:tr h="218355">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dirty="0">
                          <a:solidFill>
                            <a:schemeClr val="tx1"/>
                          </a:solidFill>
                          <a:effectLst/>
                          <a:latin typeface="MULISH REGULAR ROMAN" pitchFamily="2" charset="77"/>
                        </a:rPr>
                        <a:t>3</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Vanderstok</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Gorsuch, Sotomayor, Kavanaugh, Jackson, Thomas, Alito</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7-2</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17,985</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03/26/2025</a:t>
                      </a:r>
                    </a:p>
                  </a:txBody>
                  <a:tcPr marL="45720" marR="4572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928595251"/>
                  </a:ext>
                </a:extLst>
              </a:tr>
              <a:tr h="218355">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dirty="0">
                          <a:solidFill>
                            <a:schemeClr val="tx1"/>
                          </a:solidFill>
                          <a:effectLst/>
                          <a:latin typeface="MULISH REGULAR ROMAN" pitchFamily="2" charset="77"/>
                        </a:rPr>
                        <a:t>4</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Medical Marijuana</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4</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Barrett, Jackson, Thomas, Kavanaugh</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5-4</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17,663</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04/02/2025</a:t>
                      </a:r>
                    </a:p>
                  </a:txBody>
                  <a:tcPr marL="45720" marR="4572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617410"/>
                  </a:ext>
                </a:extLst>
              </a:tr>
              <a:tr h="218355">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dirty="0">
                          <a:solidFill>
                            <a:schemeClr val="tx1"/>
                          </a:solidFill>
                          <a:effectLst/>
                          <a:latin typeface="MULISH REGULAR ROMAN" pitchFamily="2" charset="77"/>
                        </a:rPr>
                        <a:t>5</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Stanley</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4</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Gorsuch, Thomas, Sotomayor, Jackson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8-1</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17,215</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06/20/2025</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026509378"/>
                  </a:ext>
                </a:extLst>
              </a:tr>
            </a:tbl>
          </a:graphicData>
        </a:graphic>
      </p:graphicFrame>
      <p:sp>
        <p:nvSpPr>
          <p:cNvPr id="8" name="Title 9">
            <a:extLst>
              <a:ext uri="{FF2B5EF4-FFF2-40B4-BE49-F238E27FC236}">
                <a16:creationId xmlns:a16="http://schemas.microsoft.com/office/drawing/2014/main" id="{2AB498F5-9DEA-9996-05E5-B004EE4EB6FA}"/>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 LENGTHS</a:t>
            </a:r>
          </a:p>
        </p:txBody>
      </p:sp>
      <p:sp>
        <p:nvSpPr>
          <p:cNvPr id="7" name="Slide Number Placeholder 6">
            <a:extLst>
              <a:ext uri="{FF2B5EF4-FFF2-40B4-BE49-F238E27FC236}">
                <a16:creationId xmlns:a16="http://schemas.microsoft.com/office/drawing/2014/main" id="{F196D688-3261-49DC-C33B-4E598CE5D507}"/>
              </a:ext>
            </a:extLst>
          </p:cNvPr>
          <p:cNvSpPr>
            <a:spLocks noGrp="1"/>
          </p:cNvSpPr>
          <p:nvPr>
            <p:ph type="sldNum" sz="quarter" idx="12"/>
          </p:nvPr>
        </p:nvSpPr>
        <p:spPr/>
        <p:txBody>
          <a:bodyPr/>
          <a:lstStyle/>
          <a:p>
            <a:fld id="{5E212BD6-99D2-4430-8307-3DFF6CB1AF68}" type="slidenum">
              <a:rPr lang="en-US" smtClean="0"/>
              <a:t>24</a:t>
            </a:fld>
            <a:endParaRPr lang="en-US"/>
          </a:p>
        </p:txBody>
      </p:sp>
    </p:spTree>
    <p:extLst>
      <p:ext uri="{BB962C8B-B14F-4D97-AF65-F5344CB8AC3E}">
        <p14:creationId xmlns:p14="http://schemas.microsoft.com/office/powerpoint/2010/main" val="57877241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FCACFA-7A5B-6BF4-4290-7A40F516FB2A}"/>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65AC53D5-5A4B-E885-00C2-3FDD957DAD10}"/>
              </a:ext>
            </a:extLst>
          </p:cNvPr>
          <p:cNvSpPr>
            <a:spLocks/>
          </p:cNvSpPr>
          <p:nvPr/>
        </p:nvSpPr>
        <p:spPr>
          <a:xfrm>
            <a:off x="4105834" y="1196415"/>
            <a:ext cx="6973551" cy="4132288"/>
          </a:xfrm>
          <a:prstGeom prst="rect">
            <a:avLst/>
          </a:prstGeom>
          <a:solidFill>
            <a:schemeClr val="accent1">
              <a:alpha val="18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2" name="Table 11">
            <a:extLst>
              <a:ext uri="{FF2B5EF4-FFF2-40B4-BE49-F238E27FC236}">
                <a16:creationId xmlns:a16="http://schemas.microsoft.com/office/drawing/2014/main" id="{0A5C8D90-3627-FABD-FB0B-9B412993E2E4}"/>
              </a:ext>
            </a:extLst>
          </p:cNvPr>
          <p:cNvGraphicFramePr>
            <a:graphicFrameLocks noGrp="1"/>
          </p:cNvGraphicFramePr>
          <p:nvPr>
            <p:extLst>
              <p:ext uri="{D42A27DB-BD31-4B8C-83A1-F6EECF244321}">
                <p14:modId xmlns:p14="http://schemas.microsoft.com/office/powerpoint/2010/main" val="3065703748"/>
              </p:ext>
            </p:extLst>
          </p:nvPr>
        </p:nvGraphicFramePr>
        <p:xfrm>
          <a:off x="545907" y="961858"/>
          <a:ext cx="2743200" cy="3559936"/>
        </p:xfrm>
        <a:graphic>
          <a:graphicData uri="http://schemas.openxmlformats.org/drawingml/2006/table">
            <a:tbl>
              <a:tblPr bandRow="1">
                <a:tableStyleId>{C083E6E3-FA7D-4D7B-A595-EF9225AFEA82}</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tblGrid>
              <a:tr h="388406">
                <a:tc gridSpan="2">
                  <a:txBody>
                    <a:bodyPr/>
                    <a:lstStyle/>
                    <a:p>
                      <a:pPr algn="ctr" fontAlgn="b"/>
                      <a:endParaRPr lang="en-US" sz="1400" b="1" i="0" u="none" strike="noStrike" dirty="0">
                        <a:solidFill>
                          <a:schemeClr val="tx1"/>
                        </a:solidFill>
                        <a:effectLst/>
                        <a:latin typeface="MULISH BOLD ROMAN" pitchFamily="2" charset="77"/>
                      </a:endParaRPr>
                    </a:p>
                  </a:txBody>
                  <a:tcPr marL="9525" marR="9525" marT="9525" marB="0" anchor="ctr">
                    <a:lnL>
                      <a:noFill/>
                    </a:lnL>
                    <a:lnR>
                      <a:noFill/>
                    </a:lnR>
                    <a:lnT w="12700" cmpd="sng">
                      <a:noFill/>
                    </a:lnT>
                    <a:lnB>
                      <a:noFill/>
                    </a:lnB>
                    <a:lnTlToBr w="12700" cmpd="sng">
                      <a:noFill/>
                      <a:prstDash val="solid"/>
                    </a:lnTlToBr>
                    <a:lnBlToTr w="12700" cmpd="sng">
                      <a:noFill/>
                      <a:prstDash val="solid"/>
                    </a:lnBlToTr>
                    <a:solidFill>
                      <a:schemeClr val="bg1">
                        <a:alpha val="20000"/>
                      </a:schemeClr>
                    </a:solidFill>
                  </a:tcPr>
                </a:tc>
                <a:tc hMerge="1">
                  <a:txBody>
                    <a:bodyPr/>
                    <a:lstStyle/>
                    <a:p>
                      <a:endParaRPr lang="en-US"/>
                    </a:p>
                  </a:txBody>
                  <a:tcPr/>
                </a:tc>
                <a:extLst>
                  <a:ext uri="{0D108BD9-81ED-4DB2-BD59-A6C34878D82A}">
                    <a16:rowId xmlns:a16="http://schemas.microsoft.com/office/drawing/2014/main" val="1513308354"/>
                  </a:ext>
                </a:extLst>
              </a:tr>
              <a:tr h="392933">
                <a:tc gridSpan="2">
                  <a:txBody>
                    <a:bodyPr/>
                    <a:lstStyle/>
                    <a:p>
                      <a:pPr algn="ctr" fontAlgn="b"/>
                      <a:r>
                        <a:rPr lang="en-US" sz="1300" b="1" i="0" u="none" strike="noStrike" dirty="0">
                          <a:solidFill>
                            <a:schemeClr val="tx1"/>
                          </a:solidFill>
                          <a:effectLst/>
                          <a:latin typeface="MULISH BOLD ROMAN" pitchFamily="2" charset="77"/>
                        </a:rPr>
                        <a:t>Average Opinion Length by Justice</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hMerge="1">
                  <a:txBody>
                    <a:bodyPr/>
                    <a:lstStyle/>
                    <a:p>
                      <a:endParaRPr lang="en-US"/>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5B9BD5"/>
                    </a:solidFill>
                  </a:tcPr>
                </a:tc>
                <a:extLst>
                  <a:ext uri="{0D108BD9-81ED-4DB2-BD59-A6C34878D82A}">
                    <a16:rowId xmlns:a16="http://schemas.microsoft.com/office/drawing/2014/main" val="10000"/>
                  </a:ext>
                </a:extLst>
              </a:tr>
              <a:tr h="308733">
                <a:tc>
                  <a:txBody>
                    <a:bodyPr/>
                    <a:lstStyle/>
                    <a:p>
                      <a:pPr algn="ctr" fontAlgn="b"/>
                      <a:r>
                        <a:rPr lang="en-US" sz="1100" b="0" i="0" u="none" strike="noStrike" dirty="0">
                          <a:solidFill>
                            <a:srgbClr val="000000"/>
                          </a:solidFill>
                          <a:effectLst/>
                          <a:latin typeface="MULISH BLACK ROMAN"/>
                        </a:rPr>
                        <a:t>Roberts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4944.17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308733">
                <a:tc>
                  <a:txBody>
                    <a:bodyPr/>
                    <a:lstStyle/>
                    <a:p>
                      <a:pPr algn="ctr" fontAlgn="b"/>
                      <a:r>
                        <a:rPr lang="en-US" sz="1100" b="0" u="none" strike="noStrike" dirty="0">
                          <a:solidFill>
                            <a:srgbClr val="000000"/>
                          </a:solidFill>
                          <a:effectLst/>
                          <a:latin typeface="MULISH BLACK ROMAN"/>
                        </a:rPr>
                        <a:t>Thomas</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4888.73</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308733">
                <a:tc>
                  <a:txBody>
                    <a:bodyPr/>
                    <a:lstStyle/>
                    <a:p>
                      <a:pPr algn="ctr" fontAlgn="b"/>
                      <a:r>
                        <a:rPr lang="en-US" sz="1100" b="0" i="0" u="none" strike="noStrike" dirty="0">
                          <a:solidFill>
                            <a:srgbClr val="000000"/>
                          </a:solidFill>
                          <a:effectLst/>
                          <a:latin typeface="MULISH BLACK ROMAN"/>
                        </a:rPr>
                        <a:t>Alito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4334.5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308733">
                <a:tc>
                  <a:txBody>
                    <a:bodyPr/>
                    <a:lstStyle/>
                    <a:p>
                      <a:pPr algn="ctr" fontAlgn="b"/>
                      <a:r>
                        <a:rPr lang="en-US" sz="1100" b="0" u="none" strike="noStrike" dirty="0">
                          <a:solidFill>
                            <a:srgbClr val="000000"/>
                          </a:solidFill>
                          <a:effectLst/>
                          <a:latin typeface="MULISH BLACK ROMAN"/>
                        </a:rPr>
                        <a:t>Sotomayor</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2982.63</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308733">
                <a:tc>
                  <a:txBody>
                    <a:bodyPr/>
                    <a:lstStyle/>
                    <a:p>
                      <a:pPr algn="ctr" fontAlgn="b"/>
                      <a:r>
                        <a:rPr lang="en-US" sz="1100" b="0" u="none" strike="noStrike" dirty="0">
                          <a:solidFill>
                            <a:srgbClr val="000000"/>
                          </a:solidFill>
                          <a:effectLst/>
                          <a:latin typeface="MULISH BLACK ROMAN"/>
                        </a:rPr>
                        <a:t>Kagan</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3309</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308733">
                <a:tc>
                  <a:txBody>
                    <a:bodyPr/>
                    <a:lstStyle/>
                    <a:p>
                      <a:pPr algn="ctr" fontAlgn="b"/>
                      <a:r>
                        <a:rPr lang="en-US" sz="1100" b="0" i="0" u="none" strike="noStrike" dirty="0">
                          <a:solidFill>
                            <a:srgbClr val="000000"/>
                          </a:solidFill>
                          <a:effectLst/>
                          <a:latin typeface="MULISH BLACK ROMAN"/>
                        </a:rPr>
                        <a:t>Gorsuch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3845.13</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308733">
                <a:tc>
                  <a:txBody>
                    <a:bodyPr/>
                    <a:lstStyle/>
                    <a:p>
                      <a:pPr algn="ctr" fontAlgn="b"/>
                      <a:r>
                        <a:rPr lang="en-US" sz="1100" b="0" u="none" strike="noStrike" dirty="0">
                          <a:solidFill>
                            <a:srgbClr val="000000"/>
                          </a:solidFill>
                          <a:effectLst/>
                          <a:latin typeface="MULISH BLACK ROMAN"/>
                        </a:rPr>
                        <a:t>Kavanaugh</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3466.85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308733">
                <a:tc>
                  <a:txBody>
                    <a:bodyPr/>
                    <a:lstStyle/>
                    <a:p>
                      <a:pPr algn="ctr" fontAlgn="b"/>
                      <a:r>
                        <a:rPr lang="en-US" sz="1100" b="0" i="0" u="none" strike="noStrike" dirty="0">
                          <a:solidFill>
                            <a:srgbClr val="000000"/>
                          </a:solidFill>
                          <a:effectLst/>
                          <a:latin typeface="MULISH BLACK ROMAN"/>
                        </a:rPr>
                        <a:t>Barrett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3663.58</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308733">
                <a:tc>
                  <a:txBody>
                    <a:bodyPr/>
                    <a:lstStyle/>
                    <a:p>
                      <a:pPr algn="ctr" fontAlgn="b"/>
                      <a:r>
                        <a:rPr lang="en-US" sz="1100" b="0" i="0" u="none" strike="noStrike" dirty="0">
                          <a:solidFill>
                            <a:srgbClr val="000000"/>
                          </a:solidFill>
                          <a:effectLst/>
                          <a:latin typeface="MULISH BLACK ROMAN"/>
                        </a:rPr>
                        <a:t>Jackson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3262.65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8" name="Title 9">
            <a:extLst>
              <a:ext uri="{FF2B5EF4-FFF2-40B4-BE49-F238E27FC236}">
                <a16:creationId xmlns:a16="http://schemas.microsoft.com/office/drawing/2014/main" id="{1B58CB0A-1A00-0341-CBED-1A340D5B6E2A}"/>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 LENGTHS (Cont.)</a:t>
            </a:r>
          </a:p>
        </p:txBody>
      </p:sp>
      <p:sp>
        <p:nvSpPr>
          <p:cNvPr id="11" name="TextBox 10">
            <a:extLst>
              <a:ext uri="{FF2B5EF4-FFF2-40B4-BE49-F238E27FC236}">
                <a16:creationId xmlns:a16="http://schemas.microsoft.com/office/drawing/2014/main" id="{1DDF1A98-4954-F42F-6560-244F9F041761}"/>
              </a:ext>
            </a:extLst>
          </p:cNvPr>
          <p:cNvSpPr txBox="1"/>
          <p:nvPr/>
        </p:nvSpPr>
        <p:spPr>
          <a:xfrm>
            <a:off x="3935604" y="5441653"/>
            <a:ext cx="7323075" cy="430887"/>
          </a:xfrm>
          <a:prstGeom prst="rect">
            <a:avLst/>
          </a:prstGeom>
          <a:noFill/>
          <a:ln>
            <a:solidFill>
              <a:schemeClr val="tx1"/>
            </a:solidFill>
          </a:ln>
        </p:spPr>
        <p:txBody>
          <a:bodyPr wrap="square" rtlCol="0">
            <a:spAutoFit/>
          </a:bodyPr>
          <a:lstStyle/>
          <a:p>
            <a:r>
              <a:rPr lang="en-US" sz="1100" dirty="0">
                <a:latin typeface="MULISH REGULAR ROMAN"/>
              </a:rPr>
              <a:t>Figure shows the average length (in words) of opinions issued by the Court by type between the 2016 and 2024 terms. Bars represent 25</a:t>
            </a:r>
            <a:r>
              <a:rPr lang="en-US" sz="1100" baseline="30000" dirty="0">
                <a:latin typeface="MULISH REGULAR ROMAN"/>
              </a:rPr>
              <a:t>th</a:t>
            </a:r>
            <a:r>
              <a:rPr lang="en-US" sz="1100" dirty="0">
                <a:latin typeface="MULISH REGULAR ROMAN"/>
              </a:rPr>
              <a:t> and 75</a:t>
            </a:r>
            <a:r>
              <a:rPr lang="en-US" sz="1100" baseline="30000" dirty="0">
                <a:latin typeface="MULISH REGULAR ROMAN"/>
              </a:rPr>
              <a:t>th</a:t>
            </a:r>
            <a:r>
              <a:rPr lang="en-US" sz="1100" dirty="0">
                <a:latin typeface="MULISH REGULAR ROMAN"/>
              </a:rPr>
              <a:t> Percentiles.  </a:t>
            </a:r>
          </a:p>
        </p:txBody>
      </p:sp>
      <p:sp>
        <p:nvSpPr>
          <p:cNvPr id="7" name="Slide Number Placeholder 6">
            <a:extLst>
              <a:ext uri="{FF2B5EF4-FFF2-40B4-BE49-F238E27FC236}">
                <a16:creationId xmlns:a16="http://schemas.microsoft.com/office/drawing/2014/main" id="{EA02EBCD-4099-42FF-CC0F-A83E48E7078E}"/>
              </a:ext>
            </a:extLst>
          </p:cNvPr>
          <p:cNvSpPr>
            <a:spLocks noGrp="1"/>
          </p:cNvSpPr>
          <p:nvPr>
            <p:ph type="sldNum" sz="quarter" idx="12"/>
          </p:nvPr>
        </p:nvSpPr>
        <p:spPr/>
        <p:txBody>
          <a:bodyPr/>
          <a:lstStyle/>
          <a:p>
            <a:fld id="{5E212BD6-99D2-4430-8307-3DFF6CB1AF68}" type="slidenum">
              <a:rPr lang="en-US" smtClean="0"/>
              <a:t>25</a:t>
            </a:fld>
            <a:endParaRPr lang="en-US"/>
          </a:p>
        </p:txBody>
      </p:sp>
      <p:pic>
        <p:nvPicPr>
          <p:cNvPr id="5" name="Picture 4" descr="A graph of different types of graphs&#10;&#10;AI-generated content may be incorrect.">
            <a:extLst>
              <a:ext uri="{FF2B5EF4-FFF2-40B4-BE49-F238E27FC236}">
                <a16:creationId xmlns:a16="http://schemas.microsoft.com/office/drawing/2014/main" id="{13BDEAFC-A5C7-0226-9D07-824A813D57B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105835" y="1196415"/>
            <a:ext cx="6973550" cy="4132288"/>
          </a:xfrm>
          <a:prstGeom prst="rect">
            <a:avLst/>
          </a:prstGeom>
        </p:spPr>
      </p:pic>
    </p:spTree>
    <p:extLst>
      <p:ext uri="{BB962C8B-B14F-4D97-AF65-F5344CB8AC3E}">
        <p14:creationId xmlns:p14="http://schemas.microsoft.com/office/powerpoint/2010/main" val="244124726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2364599825"/>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BLACK ROMAN"/>
                        </a:rPr>
                        <a:t>Hamm</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11/4/2024</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r>
                        <a:rPr lang="en-US" sz="1100" dirty="0">
                          <a:latin typeface="MULISH BLACK ROMAN"/>
                        </a:rPr>
                        <a:t>Facebook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11/22/2024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r>
                        <a:rPr lang="en-US" sz="1100" dirty="0">
                          <a:latin typeface="MULISH BLACK ROMAN"/>
                        </a:rPr>
                        <a:t>Bouarfa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12/10/2024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Jackson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BLACK ROMAN"/>
                        </a:rPr>
                        <a:t>NVIDIA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12/11/2024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BLACK ROMAN"/>
                        </a:rPr>
                        <a:t>Royal Canin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r>
                        <a:rPr lang="en-US" sz="1100" dirty="0">
                          <a:latin typeface="MULISH BLACK ROMAN"/>
                        </a:rPr>
                        <a:t>E.M.D. Sales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Kavanaugh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r>
                        <a:rPr lang="en-US" sz="1100" dirty="0">
                          <a:latin typeface="MULISH BLACK ROMAN"/>
                        </a:rPr>
                        <a:t>Tik Tok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r>
                        <a:rPr lang="en-US" sz="1100" dirty="0">
                          <a:latin typeface="MULISH BLACK ROMAN"/>
                        </a:rPr>
                        <a:t>Andrew</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172497950"/>
                  </a:ext>
                </a:extLst>
              </a:tr>
              <a:tr h="320040">
                <a:tc>
                  <a:txBody>
                    <a:bodyPr/>
                    <a:lstStyle/>
                    <a:p>
                      <a:r>
                        <a:rPr lang="en-US" sz="1100" dirty="0">
                          <a:latin typeface="MULISH BLACK ROMAN"/>
                        </a:rPr>
                        <a:t>Hungary</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BLACK ROMAN"/>
                        </a:rPr>
                        <a:t>Wisconsin Bell</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BLACK ROMAN"/>
                        </a:rPr>
                        <a:t>Williams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Kavanaugh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219908336"/>
                  </a:ext>
                </a:extLst>
              </a:tr>
              <a:tr h="320040">
                <a:tc>
                  <a:txBody>
                    <a:bodyPr/>
                    <a:lstStyle/>
                    <a:p>
                      <a:r>
                        <a:rPr lang="en-US" sz="1100" dirty="0">
                          <a:latin typeface="MULISH BLACK ROMAN"/>
                        </a:rPr>
                        <a:t>Lackey</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Roberts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r>
                        <a:rPr lang="en-US" sz="1100" dirty="0">
                          <a:latin typeface="MULISH BLACK ROMAN"/>
                        </a:rPr>
                        <a:t>Glossip</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(6-2)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348289071"/>
                  </a:ext>
                </a:extLst>
              </a:tr>
              <a:tr h="320040">
                <a:tc>
                  <a:txBody>
                    <a:bodyPr/>
                    <a:lstStyle/>
                    <a:p>
                      <a:r>
                        <a:rPr lang="en-US" sz="1100" dirty="0">
                          <a:latin typeface="MULISH BLACK ROMAN"/>
                        </a:rPr>
                        <a:t>Waetzig</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2/26/2025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r>
                        <a:rPr lang="en-US" sz="1100" dirty="0">
                          <a:latin typeface="MULISH BLACK ROMAN"/>
                        </a:rPr>
                        <a:t>Dewberry</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2/26/2025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3" name="Picture 2">
            <a:extLst>
              <a:ext uri="{FF2B5EF4-FFF2-40B4-BE49-F238E27FC236}">
                <a16:creationId xmlns:a16="http://schemas.microsoft.com/office/drawing/2014/main" id="{7D805A0D-62F6-C577-52D1-8ED9759B8AC5}"/>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7" name="TextBox 6">
            <a:extLst>
              <a:ext uri="{FF2B5EF4-FFF2-40B4-BE49-F238E27FC236}">
                <a16:creationId xmlns:a16="http://schemas.microsoft.com/office/drawing/2014/main" id="{FC73922D-94E5-F6BA-4423-30961605A13B}"/>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9" name="Rectangle 8">
            <a:extLst>
              <a:ext uri="{FF2B5EF4-FFF2-40B4-BE49-F238E27FC236}">
                <a16:creationId xmlns:a16="http://schemas.microsoft.com/office/drawing/2014/main" id="{4A50A1DB-1249-0374-AC7E-10ED1FECB73B}"/>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04814F8B-E68E-57AD-2F4F-5DDD306F3568}"/>
              </a:ext>
            </a:extLst>
          </p:cNvPr>
          <p:cNvSpPr/>
          <p:nvPr/>
        </p:nvSpPr>
        <p:spPr>
          <a:xfrm>
            <a:off x="6131349" y="156994"/>
            <a:ext cx="314037" cy="26161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5DB9D35C-CEF8-E8B6-A04F-66CFACE5A916}"/>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A13E5228-A2A9-C3E4-2729-B852B2AD7CA1}"/>
              </a:ext>
            </a:extLst>
          </p:cNvPr>
          <p:cNvSpPr/>
          <p:nvPr/>
        </p:nvSpPr>
        <p:spPr>
          <a:xfrm>
            <a:off x="10004000" y="156073"/>
            <a:ext cx="314037" cy="26161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Slide Number Placeholder 15">
            <a:extLst>
              <a:ext uri="{FF2B5EF4-FFF2-40B4-BE49-F238E27FC236}">
                <a16:creationId xmlns:a16="http://schemas.microsoft.com/office/drawing/2014/main" id="{20096CF1-8D9E-DC69-287E-FC736C64B453}"/>
              </a:ext>
            </a:extLst>
          </p:cNvPr>
          <p:cNvSpPr>
            <a:spLocks noGrp="1"/>
          </p:cNvSpPr>
          <p:nvPr>
            <p:ph type="sldNum" sz="quarter" idx="12"/>
          </p:nvPr>
        </p:nvSpPr>
        <p:spPr/>
        <p:txBody>
          <a:bodyPr/>
          <a:lstStyle/>
          <a:p>
            <a:fld id="{5E212BD6-99D2-4430-8307-3DFF6CB1AF68}" type="slidenum">
              <a:rPr lang="en-US" smtClean="0"/>
              <a:t>26</a:t>
            </a:fld>
            <a:endParaRPr lang="en-US"/>
          </a:p>
        </p:txBody>
      </p:sp>
    </p:spTree>
    <p:extLst>
      <p:ext uri="{BB962C8B-B14F-4D97-AF65-F5344CB8AC3E}">
        <p14:creationId xmlns:p14="http://schemas.microsoft.com/office/powerpoint/2010/main" val="61988494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1973744078"/>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BLACK ROMAN"/>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BLACK ROMAN"/>
                        </a:rPr>
                        <a:t>SF v. EPA</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3/4/2025</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r>
                        <a:rPr lang="en-US" sz="1100" dirty="0">
                          <a:latin typeface="MULISH BLACK ROMAN"/>
                        </a:rPr>
                        <a:t>Bufkin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Thomas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r>
                        <a:rPr lang="en-US" sz="1100" dirty="0">
                          <a:latin typeface="MULISH BLACK ROMAN"/>
                        </a:rPr>
                        <a:t>Thompson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Roberts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BLACK ROMAN"/>
                        </a:rPr>
                        <a:t>Delligatti</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Thomas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BLACK ROMAN"/>
                        </a:rPr>
                        <a:t>Vanderstok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3/26/2025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Gorsuch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2637205288"/>
                  </a:ext>
                </a:extLst>
              </a:tr>
              <a:tr h="320040">
                <a:tc>
                  <a:txBody>
                    <a:bodyPr/>
                    <a:lstStyle/>
                    <a:p>
                      <a:r>
                        <a:rPr lang="en-US" sz="1100" dirty="0">
                          <a:latin typeface="MULISH BLACK ROMAN"/>
                        </a:rPr>
                        <a:t>Miller</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3/26/2025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Jackson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r>
                        <a:rPr lang="en-US" sz="1100" dirty="0">
                          <a:latin typeface="MULISH BLACK ROMAN"/>
                        </a:rPr>
                        <a:t>Wages &amp; White Lion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r>
                        <a:rPr lang="en-US" sz="1100" dirty="0">
                          <a:latin typeface="MULISH BLACK ROMAN"/>
                        </a:rPr>
                        <a:t>Medical Marijuana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4/2/2025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Barrett</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172497950"/>
                  </a:ext>
                </a:extLst>
              </a:tr>
              <a:tr h="320040">
                <a:tc>
                  <a:txBody>
                    <a:bodyPr/>
                    <a:lstStyle/>
                    <a:p>
                      <a:r>
                        <a:rPr lang="en-US" sz="1100" dirty="0">
                          <a:latin typeface="MULISH BLACK ROMAN"/>
                        </a:rPr>
                        <a:t>D.O.E. v. CA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4/4/2025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BLACK ROMAN"/>
                        </a:rPr>
                        <a:t>Trump v. J.G.G.</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4/7/2025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BLACK ROMAN"/>
                        </a:rPr>
                        <a:t>Cunningham</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4/17/2025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r>
                        <a:rPr lang="en-US" sz="1100" dirty="0">
                          <a:latin typeface="MULISH BLACK ROMAN"/>
                        </a:rPr>
                        <a:t>Monsalvo Valazquez</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Gorsuch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58160031"/>
                  </a:ext>
                </a:extLst>
              </a:tr>
              <a:tr h="320040">
                <a:tc>
                  <a:txBody>
                    <a:bodyPr/>
                    <a:lstStyle/>
                    <a:p>
                      <a:r>
                        <a:rPr lang="en-US" sz="1100" dirty="0">
                          <a:latin typeface="MULISH BLACK ROMAN"/>
                        </a:rPr>
                        <a:t>Advocate Christ Medical</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04/29/2025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(7-2)</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Barrett</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r>
                        <a:rPr lang="en-US" sz="1100" dirty="0">
                          <a:latin typeface="MULISH BLACK ROMAN"/>
                        </a:rPr>
                        <a:t>Feliciano</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04/30/2025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(5-4)</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Gorsuch</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r>
                        <a:rPr lang="en-US" sz="1100" dirty="0">
                          <a:latin typeface="MULISH BLACK ROMAN"/>
                        </a:rPr>
                        <a:t>Barnes</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05/15/2025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(9-0)</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Kagan</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D2084ED3-F5F4-E2F3-556F-6FC7185D0008}"/>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CA136A9F-9096-EF5E-8ABC-A0B9BFFB3CC7}"/>
              </a:ext>
            </a:extLst>
          </p:cNvPr>
          <p:cNvSpPr txBox="1"/>
          <p:nvPr/>
        </p:nvSpPr>
        <p:spPr>
          <a:xfrm>
            <a:off x="339318" y="6356350"/>
            <a:ext cx="10081704" cy="261610"/>
          </a:xfrm>
          <a:prstGeom prst="rect">
            <a:avLst/>
          </a:prstGeom>
          <a:noFill/>
        </p:spPr>
        <p:txBody>
          <a:bodyPr wrap="square" rtlCol="0">
            <a:spAutoFit/>
          </a:bodyPr>
          <a:lstStyle/>
          <a:p>
            <a:r>
              <a:rPr lang="en-US" sz="1100" dirty="0">
                <a:latin typeface="MULISH BLACK ROMAN"/>
              </a:rPr>
              <a:t>* Justice Barrett joined the dissent in Trump v. J.G.G. but only with respect to Parts II and III-B.</a:t>
            </a:r>
          </a:p>
        </p:txBody>
      </p:sp>
      <p:sp>
        <p:nvSpPr>
          <p:cNvPr id="7" name="TextBox 6">
            <a:extLst>
              <a:ext uri="{FF2B5EF4-FFF2-40B4-BE49-F238E27FC236}">
                <a16:creationId xmlns:a16="http://schemas.microsoft.com/office/drawing/2014/main" id="{27674AEA-6EF8-23E5-25D3-F61D20927C1C}"/>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9" name="Rectangle 8">
            <a:extLst>
              <a:ext uri="{FF2B5EF4-FFF2-40B4-BE49-F238E27FC236}">
                <a16:creationId xmlns:a16="http://schemas.microsoft.com/office/drawing/2014/main" id="{93448E0A-7D2B-DD64-5F57-EB737253F3E5}"/>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460245D2-C407-8C3A-0101-60EFACBBA6B8}"/>
              </a:ext>
            </a:extLst>
          </p:cNvPr>
          <p:cNvSpPr/>
          <p:nvPr/>
        </p:nvSpPr>
        <p:spPr>
          <a:xfrm>
            <a:off x="6131349" y="156994"/>
            <a:ext cx="314037" cy="26161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CF980300-89D7-3F53-7651-7AC31D290A59}"/>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FCABAFF5-918E-246C-8B00-CD44E65CC8F5}"/>
              </a:ext>
            </a:extLst>
          </p:cNvPr>
          <p:cNvSpPr/>
          <p:nvPr/>
        </p:nvSpPr>
        <p:spPr>
          <a:xfrm>
            <a:off x="10004000" y="156073"/>
            <a:ext cx="314037" cy="26161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Slide Number Placeholder 16">
            <a:extLst>
              <a:ext uri="{FF2B5EF4-FFF2-40B4-BE49-F238E27FC236}">
                <a16:creationId xmlns:a16="http://schemas.microsoft.com/office/drawing/2014/main" id="{B4B8DC4D-98B1-33CA-CB9D-B50DC5EBADD8}"/>
              </a:ext>
            </a:extLst>
          </p:cNvPr>
          <p:cNvSpPr>
            <a:spLocks noGrp="1"/>
          </p:cNvSpPr>
          <p:nvPr>
            <p:ph type="sldNum" sz="quarter" idx="12"/>
          </p:nvPr>
        </p:nvSpPr>
        <p:spPr/>
        <p:txBody>
          <a:bodyPr/>
          <a:lstStyle/>
          <a:p>
            <a:fld id="{5E212BD6-99D2-4430-8307-3DFF6CB1AF68}" type="slidenum">
              <a:rPr lang="en-US" smtClean="0"/>
              <a:t>27</a:t>
            </a:fld>
            <a:endParaRPr lang="en-US"/>
          </a:p>
        </p:txBody>
      </p:sp>
    </p:spTree>
    <p:extLst>
      <p:ext uri="{BB962C8B-B14F-4D97-AF65-F5344CB8AC3E}">
        <p14:creationId xmlns:p14="http://schemas.microsoft.com/office/powerpoint/2010/main" val="337424603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4231056912"/>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REGULAR ROMAN" pitchFamily="2" charset="77"/>
                        </a:rPr>
                        <a:t>A.A.R.P v. Trump</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05/16/2025</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(7-2)</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Per Curiam</a:t>
                      </a:r>
                    </a:p>
                  </a:txBody>
                  <a:tcPr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4229935506"/>
                  </a:ext>
                </a:extLst>
              </a:tr>
              <a:tr h="320040">
                <a:tc>
                  <a:txBody>
                    <a:bodyPr/>
                    <a:lstStyle/>
                    <a:p>
                      <a:r>
                        <a:rPr lang="en-US" sz="1100" dirty="0">
                          <a:latin typeface="MULISH REGULAR ROMAN" pitchFamily="2" charset="77"/>
                        </a:rPr>
                        <a:t>Kousisis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05/22/2025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(4-4)</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Barrett</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r>
                        <a:rPr lang="en-US" sz="1100" dirty="0">
                          <a:latin typeface="MULISH REGULAR ROMAN" pitchFamily="2" charset="77"/>
                        </a:rPr>
                        <a:t>Drummond*</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05/22/2025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(4-4)</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Per Curiam</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REGULAR ROMAN" pitchFamily="2" charset="77"/>
                        </a:rPr>
                        <a:t>Seven Counties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05/29/2025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(8-0)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Kavanaugh</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REGULAR ROMAN" pitchFamily="2" charset="77"/>
                        </a:rPr>
                        <a:t>Laboratory Corp</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06/05/2025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DIG</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Per Curiam</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r>
                        <a:rPr lang="en-US" sz="1100" dirty="0">
                          <a:latin typeface="MULISH REGULAR ROMAN" pitchFamily="2" charset="77"/>
                        </a:rPr>
                        <a:t>Ames</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06/05/2025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(9-0)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Jackson</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r>
                        <a:rPr lang="en-US" sz="1100" dirty="0">
                          <a:latin typeface="MULISH REGULAR ROMAN" pitchFamily="2" charset="77"/>
                        </a:rPr>
                        <a:t>Smith &amp; Wesson</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06/05/2025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(9-0)</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Kagan</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r>
                        <a:rPr lang="en-US" sz="1100" dirty="0">
                          <a:latin typeface="MULISH REGULAR ROMAN" pitchFamily="2" charset="77"/>
                        </a:rPr>
                        <a:t>Catholic Charities</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06/05/2025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(9-0)</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Sotomayor</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172497950"/>
                  </a:ext>
                </a:extLst>
              </a:tr>
              <a:tr h="320040">
                <a:tc>
                  <a:txBody>
                    <a:bodyPr/>
                    <a:lstStyle/>
                    <a:p>
                      <a:r>
                        <a:rPr lang="en-US" sz="1100" dirty="0">
                          <a:latin typeface="MULISH REGULAR ROMAN" pitchFamily="2" charset="77"/>
                        </a:rPr>
                        <a:t>CC/Devas</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06/05/2025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(9-0)</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Alito</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REGULAR ROMAN" pitchFamily="2" charset="77"/>
                        </a:rPr>
                        <a:t>Blom Bank</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06/05/2025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(9-0)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Thomas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REGULAR ROMAN" pitchFamily="2" charset="77"/>
                        </a:rPr>
                        <a:t>A.J.T.</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06/12/2025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(9-0)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Roberts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r>
                        <a:rPr lang="en-US" sz="1100" dirty="0">
                          <a:latin typeface="MULISH REGULAR ROMAN" pitchFamily="2" charset="77"/>
                        </a:rPr>
                        <a:t>Soto</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06/12/2025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(9-0)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Thomas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r>
                        <a:rPr lang="en-US" sz="1100" dirty="0">
                          <a:latin typeface="MULISH REGULAR ROMAN" pitchFamily="2" charset="77"/>
                        </a:rPr>
                        <a:t>Parrish</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06/12/2025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(8-1)</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Sotomayor</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r>
                        <a:rPr lang="en-US" sz="1100" dirty="0">
                          <a:latin typeface="MULISH REGULAR ROMAN" pitchFamily="2" charset="77"/>
                        </a:rPr>
                        <a:t>Martin</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06/12/2025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(9-0)</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Gorsuch</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r>
                        <a:rPr lang="en-US" sz="1100" dirty="0">
                          <a:latin typeface="MULISH REGULAR ROMAN" pitchFamily="2" charset="77"/>
                        </a:rPr>
                        <a:t>Zuch</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06/12/2025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(8-1)</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Barrett</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32F14CF9-D737-73D6-8160-E4F904BE1ADE}"/>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1BEEA914-153D-0D0D-D5A5-6314338829BA}"/>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7" name="Rectangle 6">
            <a:extLst>
              <a:ext uri="{FF2B5EF4-FFF2-40B4-BE49-F238E27FC236}">
                <a16:creationId xmlns:a16="http://schemas.microsoft.com/office/drawing/2014/main" id="{9CBED448-C108-5FEB-0D4D-DA7DE3432178}"/>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D3FFD6F-7C7B-E172-F155-4BD68295E755}"/>
              </a:ext>
            </a:extLst>
          </p:cNvPr>
          <p:cNvSpPr/>
          <p:nvPr/>
        </p:nvSpPr>
        <p:spPr>
          <a:xfrm>
            <a:off x="6131349" y="156994"/>
            <a:ext cx="314037" cy="26161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D604588-5B6F-DBD0-B474-FBC12A273ACC}"/>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A13E750A-E284-DD1D-553C-42278B91F101}"/>
              </a:ext>
            </a:extLst>
          </p:cNvPr>
          <p:cNvSpPr txBox="1"/>
          <p:nvPr/>
        </p:nvSpPr>
        <p:spPr>
          <a:xfrm>
            <a:off x="339318" y="6400412"/>
            <a:ext cx="10347155" cy="430887"/>
          </a:xfrm>
          <a:prstGeom prst="rect">
            <a:avLst/>
          </a:prstGeom>
          <a:noFill/>
          <a:ln>
            <a:solidFill>
              <a:schemeClr val="tx1"/>
            </a:solidFill>
          </a:ln>
        </p:spPr>
        <p:txBody>
          <a:bodyPr wrap="square" rtlCol="0">
            <a:spAutoFit/>
          </a:bodyPr>
          <a:lstStyle/>
          <a:p>
            <a:r>
              <a:rPr lang="en-US" sz="1100" i="1"/>
              <a:t>* Oklahoma </a:t>
            </a:r>
            <a:r>
              <a:rPr lang="en-US" sz="1100" i="1" dirty="0"/>
              <a:t>Charter Schools v. Drummond </a:t>
            </a:r>
            <a:r>
              <a:rPr lang="en-US" sz="1100" dirty="0"/>
              <a:t>was decided </a:t>
            </a:r>
            <a:r>
              <a:rPr lang="en-US" sz="1100" i="1" dirty="0"/>
              <a:t>Per Curiam</a:t>
            </a:r>
            <a:r>
              <a:rPr lang="en-US" sz="1100" dirty="0"/>
              <a:t> by an equally divided Court (Justice Barrett did not participate). However, the opinion did not indicate who voted to Affirm (Reverse).  </a:t>
            </a:r>
            <a:endParaRPr lang="en-US" sz="1100" i="1" dirty="0">
              <a:latin typeface="MULISH REGULAR ROMAN"/>
            </a:endParaRPr>
          </a:p>
        </p:txBody>
      </p:sp>
      <p:sp>
        <p:nvSpPr>
          <p:cNvPr id="17" name="Rectangle 16">
            <a:extLst>
              <a:ext uri="{FF2B5EF4-FFF2-40B4-BE49-F238E27FC236}">
                <a16:creationId xmlns:a16="http://schemas.microsoft.com/office/drawing/2014/main" id="{73CDCD33-6187-19DE-FEC9-F59513C58D6C}"/>
              </a:ext>
            </a:extLst>
          </p:cNvPr>
          <p:cNvSpPr/>
          <p:nvPr/>
        </p:nvSpPr>
        <p:spPr>
          <a:xfrm>
            <a:off x="10004000" y="156073"/>
            <a:ext cx="314037" cy="26161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Slide Number Placeholder 15">
            <a:extLst>
              <a:ext uri="{FF2B5EF4-FFF2-40B4-BE49-F238E27FC236}">
                <a16:creationId xmlns:a16="http://schemas.microsoft.com/office/drawing/2014/main" id="{B83E0D5E-4684-26EF-F81D-C87C42C5B57E}"/>
              </a:ext>
            </a:extLst>
          </p:cNvPr>
          <p:cNvSpPr>
            <a:spLocks noGrp="1"/>
          </p:cNvSpPr>
          <p:nvPr>
            <p:ph type="sldNum" sz="quarter" idx="12"/>
          </p:nvPr>
        </p:nvSpPr>
        <p:spPr/>
        <p:txBody>
          <a:bodyPr/>
          <a:lstStyle/>
          <a:p>
            <a:fld id="{5E212BD6-99D2-4430-8307-3DFF6CB1AF68}" type="slidenum">
              <a:rPr lang="en-US" smtClean="0"/>
              <a:t>28</a:t>
            </a:fld>
            <a:endParaRPr lang="en-US"/>
          </a:p>
        </p:txBody>
      </p:sp>
    </p:spTree>
    <p:extLst>
      <p:ext uri="{BB962C8B-B14F-4D97-AF65-F5344CB8AC3E}">
        <p14:creationId xmlns:p14="http://schemas.microsoft.com/office/powerpoint/2010/main" val="161019807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3237191669"/>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REGULAR ROMAN" pitchFamily="2" charset="77"/>
                        </a:rPr>
                        <a:t>Rivers</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100" dirty="0">
                          <a:latin typeface="MULISH REGULAR ROMAN" pitchFamily="2" charset="77"/>
                        </a:rPr>
                        <a:t>06/12/2025</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(8-0)</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Jackson</a:t>
                      </a:r>
                    </a:p>
                  </a:txBody>
                  <a:tcPr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r>
                        <a:rPr lang="en-US" sz="1100" dirty="0">
                          <a:latin typeface="MULISH REGULAR ROMAN" pitchFamily="2" charset="77"/>
                        </a:rPr>
                        <a:t>Perttu</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06/18/2025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Roberts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396768621"/>
                  </a:ext>
                </a:extLst>
              </a:tr>
              <a:tr h="320040">
                <a:tc>
                  <a:txBody>
                    <a:bodyPr/>
                    <a:lstStyle/>
                    <a:p>
                      <a:r>
                        <a:rPr lang="en-US" sz="1100" dirty="0" err="1">
                          <a:latin typeface="MULISH REGULAR ROMAN" pitchFamily="2" charset="77"/>
                        </a:rPr>
                        <a:t>Skrmetti</a:t>
                      </a:r>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06/18/2025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Roberts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REGULAR ROMAN" pitchFamily="2" charset="77"/>
                        </a:rPr>
                        <a:t>Oklahoma</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06/18/2025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Thomas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REGULAR ROMAN" pitchFamily="2" charset="77"/>
                        </a:rPr>
                        <a:t>Calumet</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06/18/2025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Thomas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r>
                        <a:rPr lang="en-US" sz="1100" dirty="0">
                          <a:latin typeface="MULISH REGULAR ROMAN" pitchFamily="2" charset="77"/>
                        </a:rPr>
                        <a:t>NRC</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06/18/2025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Kavanaugh</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815833910"/>
                  </a:ext>
                </a:extLst>
              </a:tr>
              <a:tr h="320040">
                <a:tc>
                  <a:txBody>
                    <a:bodyPr/>
                    <a:lstStyle/>
                    <a:p>
                      <a:r>
                        <a:rPr lang="en-US" sz="1100" dirty="0">
                          <a:latin typeface="MULISH REGULAR ROMAN" pitchFamily="2" charset="77"/>
                        </a:rPr>
                        <a:t>Fuld</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06/20/2025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Roberts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extLst>
                  <a:ext uri="{0D108BD9-81ED-4DB2-BD59-A6C34878D82A}">
                    <a16:rowId xmlns:a16="http://schemas.microsoft.com/office/drawing/2014/main" val="1705721243"/>
                  </a:ext>
                </a:extLst>
              </a:tr>
              <a:tr h="320040">
                <a:tc>
                  <a:txBody>
                    <a:bodyPr/>
                    <a:lstStyle/>
                    <a:p>
                      <a:r>
                        <a:rPr lang="en-US" sz="1100" dirty="0">
                          <a:latin typeface="MULISH REGULAR ROMAN" pitchFamily="2" charset="77"/>
                        </a:rPr>
                        <a:t>Stanley</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06/20/2025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Gorsuch</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extLst>
                  <a:ext uri="{0D108BD9-81ED-4DB2-BD59-A6C34878D82A}">
                    <a16:rowId xmlns:a16="http://schemas.microsoft.com/office/drawing/2014/main" val="3172497950"/>
                  </a:ext>
                </a:extLst>
              </a:tr>
              <a:tr h="320040">
                <a:tc>
                  <a:txBody>
                    <a:bodyPr/>
                    <a:lstStyle/>
                    <a:p>
                      <a:r>
                        <a:rPr lang="en-US" sz="1100" dirty="0">
                          <a:latin typeface="MULISH REGULAR ROMAN" pitchFamily="2" charset="77"/>
                        </a:rPr>
                        <a:t>Diamond</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06/20/2025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Kavanaugh</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REGULAR ROMAN" pitchFamily="2" charset="77"/>
                        </a:rPr>
                        <a:t>McLaughlin</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06/20/2025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Kavanaugh</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REGULAR ROMAN" pitchFamily="2" charset="77"/>
                        </a:rPr>
                        <a:t>Esteras</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06/20/2025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Barrett</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r>
                        <a:rPr lang="en-US" sz="1100" dirty="0">
                          <a:latin typeface="MULISH REGULAR ROMAN" pitchFamily="2" charset="77"/>
                        </a:rPr>
                        <a:t>R.J. Reynolds</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06/20/2025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Barrett</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rgbClr val="FF0000"/>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endParaRPr lang="en-US" sz="110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endParaRPr lang="en-US" sz="1100" dirty="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endParaRPr lang="en-US" sz="110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88F339FC-7DFC-5541-CE2F-9744482F65B7}"/>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378A09F8-3C47-BE5D-4FA5-2E05284CD09E}"/>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7" name="Rectangle 6">
            <a:extLst>
              <a:ext uri="{FF2B5EF4-FFF2-40B4-BE49-F238E27FC236}">
                <a16:creationId xmlns:a16="http://schemas.microsoft.com/office/drawing/2014/main" id="{106106B1-E65E-664E-339A-3A63665B89EE}"/>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9D16E49B-1B4A-5968-7F08-7D47FD0CFFE0}"/>
              </a:ext>
            </a:extLst>
          </p:cNvPr>
          <p:cNvSpPr/>
          <p:nvPr/>
        </p:nvSpPr>
        <p:spPr>
          <a:xfrm>
            <a:off x="6131349" y="156994"/>
            <a:ext cx="314037" cy="26161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948F93A-758D-3BC1-4A43-DD6834D498B0}"/>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CC9060A2-FF71-052D-92B5-AED2DFB82CAE}"/>
              </a:ext>
            </a:extLst>
          </p:cNvPr>
          <p:cNvSpPr/>
          <p:nvPr/>
        </p:nvSpPr>
        <p:spPr>
          <a:xfrm>
            <a:off x="10004000" y="156073"/>
            <a:ext cx="314037" cy="26161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Slide Number Placeholder 15">
            <a:extLst>
              <a:ext uri="{FF2B5EF4-FFF2-40B4-BE49-F238E27FC236}">
                <a16:creationId xmlns:a16="http://schemas.microsoft.com/office/drawing/2014/main" id="{9F8D870B-93E7-7BBE-5BA6-33F08FC0D592}"/>
              </a:ext>
            </a:extLst>
          </p:cNvPr>
          <p:cNvSpPr>
            <a:spLocks noGrp="1"/>
          </p:cNvSpPr>
          <p:nvPr>
            <p:ph type="sldNum" sz="quarter" idx="12"/>
          </p:nvPr>
        </p:nvSpPr>
        <p:spPr/>
        <p:txBody>
          <a:bodyPr/>
          <a:lstStyle/>
          <a:p>
            <a:fld id="{5E212BD6-99D2-4430-8307-3DFF6CB1AF68}" type="slidenum">
              <a:rPr lang="en-US" smtClean="0"/>
              <a:t>29</a:t>
            </a:fld>
            <a:endParaRPr lang="en-US"/>
          </a:p>
        </p:txBody>
      </p:sp>
      <p:sp>
        <p:nvSpPr>
          <p:cNvPr id="4" name="TextBox 3">
            <a:extLst>
              <a:ext uri="{FF2B5EF4-FFF2-40B4-BE49-F238E27FC236}">
                <a16:creationId xmlns:a16="http://schemas.microsoft.com/office/drawing/2014/main" id="{758F79B8-432C-AF5F-D8AE-21653710D384}"/>
              </a:ext>
            </a:extLst>
          </p:cNvPr>
          <p:cNvSpPr txBox="1"/>
          <p:nvPr/>
        </p:nvSpPr>
        <p:spPr>
          <a:xfrm>
            <a:off x="339318" y="6275739"/>
            <a:ext cx="10669341" cy="600164"/>
          </a:xfrm>
          <a:prstGeom prst="rect">
            <a:avLst/>
          </a:prstGeom>
          <a:noFill/>
        </p:spPr>
        <p:txBody>
          <a:bodyPr wrap="square" rtlCol="0">
            <a:spAutoFit/>
          </a:bodyPr>
          <a:lstStyle/>
          <a:p>
            <a:r>
              <a:rPr lang="en-US" sz="1100" dirty="0">
                <a:latin typeface="MULISH BLACK ROMAN"/>
              </a:rPr>
              <a:t>*</a:t>
            </a:r>
            <a:r>
              <a:rPr lang="en-US" sz="1100" i="1" dirty="0">
                <a:latin typeface="MULISH BLACK ROMAN"/>
              </a:rPr>
              <a:t> Stanley</a:t>
            </a:r>
            <a:r>
              <a:rPr lang="en-US" sz="1100" dirty="0">
                <a:latin typeface="MULISH BLACK ROMAN"/>
              </a:rPr>
              <a:t> represents a particularly fractured opinion with varying authors and coalitions forming across distinct parts. Given that Justice Jackson is the only to dissent in full, the decision is coded as (8-1). Furthermore, while Justice Sotomayor joined Justice Jackson’s dissent specially with respect to elements of Parts III and IV, they also authored their own opinion Concurring (In Part) and Dissenting (In Part). </a:t>
            </a:r>
          </a:p>
        </p:txBody>
      </p:sp>
    </p:spTree>
    <p:extLst>
      <p:ext uri="{BB962C8B-B14F-4D97-AF65-F5344CB8AC3E}">
        <p14:creationId xmlns:p14="http://schemas.microsoft.com/office/powerpoint/2010/main" val="185565695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076AD0-779B-E5BE-32C8-AD20D52D4BC7}"/>
            </a:ext>
          </a:extLst>
        </p:cNvPr>
        <p:cNvGrpSpPr/>
        <p:nvPr/>
      </p:nvGrpSpPr>
      <p:grpSpPr>
        <a:xfrm>
          <a:off x="0" y="0"/>
          <a:ext cx="0" cy="0"/>
          <a:chOff x="0" y="0"/>
          <a:chExt cx="0" cy="0"/>
        </a:xfrm>
      </p:grpSpPr>
      <p:graphicFrame>
        <p:nvGraphicFramePr>
          <p:cNvPr id="7" name="Content Placeholder 6">
            <a:extLst>
              <a:ext uri="{FF2B5EF4-FFF2-40B4-BE49-F238E27FC236}">
                <a16:creationId xmlns:a16="http://schemas.microsoft.com/office/drawing/2014/main" id="{7DDC0EA6-ED3B-6001-0C9D-50404AC2E5B7}"/>
              </a:ext>
            </a:extLst>
          </p:cNvPr>
          <p:cNvGraphicFramePr>
            <a:graphicFrameLocks noGrp="1"/>
          </p:cNvGraphicFramePr>
          <p:nvPr>
            <p:ph idx="1"/>
            <p:extLst>
              <p:ext uri="{D42A27DB-BD31-4B8C-83A1-F6EECF244321}">
                <p14:modId xmlns:p14="http://schemas.microsoft.com/office/powerpoint/2010/main" val="3852653598"/>
              </p:ext>
            </p:extLst>
          </p:nvPr>
        </p:nvGraphicFramePr>
        <p:xfrm>
          <a:off x="304798" y="765227"/>
          <a:ext cx="11492146" cy="6120169"/>
        </p:xfrm>
        <a:graphic>
          <a:graphicData uri="http://schemas.openxmlformats.org/drawingml/2006/table">
            <a:tbl>
              <a:tblPr firstRow="1" bandRow="1">
                <a:tableStyleId>{C083E6E3-FA7D-4D7B-A595-EF9225AFEA82}</a:tableStyleId>
              </a:tblPr>
              <a:tblGrid>
                <a:gridCol w="992417">
                  <a:extLst>
                    <a:ext uri="{9D8B030D-6E8A-4147-A177-3AD203B41FA5}">
                      <a16:colId xmlns:a16="http://schemas.microsoft.com/office/drawing/2014/main" val="20000"/>
                    </a:ext>
                  </a:extLst>
                </a:gridCol>
                <a:gridCol w="650219">
                  <a:extLst>
                    <a:ext uri="{9D8B030D-6E8A-4147-A177-3AD203B41FA5}">
                      <a16:colId xmlns:a16="http://schemas.microsoft.com/office/drawing/2014/main" val="2854710428"/>
                    </a:ext>
                  </a:extLst>
                </a:gridCol>
                <a:gridCol w="349495">
                  <a:extLst>
                    <a:ext uri="{9D8B030D-6E8A-4147-A177-3AD203B41FA5}">
                      <a16:colId xmlns:a16="http://schemas.microsoft.com/office/drawing/2014/main" val="20002"/>
                    </a:ext>
                  </a:extLst>
                </a:gridCol>
                <a:gridCol w="562268">
                  <a:extLst>
                    <a:ext uri="{9D8B030D-6E8A-4147-A177-3AD203B41FA5}">
                      <a16:colId xmlns:a16="http://schemas.microsoft.com/office/drawing/2014/main" val="20003"/>
                    </a:ext>
                  </a:extLst>
                </a:gridCol>
                <a:gridCol w="241573">
                  <a:extLst>
                    <a:ext uri="{9D8B030D-6E8A-4147-A177-3AD203B41FA5}">
                      <a16:colId xmlns:a16="http://schemas.microsoft.com/office/drawing/2014/main" val="20004"/>
                    </a:ext>
                  </a:extLst>
                </a:gridCol>
                <a:gridCol w="611619">
                  <a:extLst>
                    <a:ext uri="{9D8B030D-6E8A-4147-A177-3AD203B41FA5}">
                      <a16:colId xmlns:a16="http://schemas.microsoft.com/office/drawing/2014/main" val="20005"/>
                    </a:ext>
                  </a:extLst>
                </a:gridCol>
                <a:gridCol w="1262069">
                  <a:extLst>
                    <a:ext uri="{9D8B030D-6E8A-4147-A177-3AD203B41FA5}">
                      <a16:colId xmlns:a16="http://schemas.microsoft.com/office/drawing/2014/main" val="20009"/>
                    </a:ext>
                  </a:extLst>
                </a:gridCol>
                <a:gridCol w="625213">
                  <a:extLst>
                    <a:ext uri="{9D8B030D-6E8A-4147-A177-3AD203B41FA5}">
                      <a16:colId xmlns:a16="http://schemas.microsoft.com/office/drawing/2014/main" val="2523461480"/>
                    </a:ext>
                  </a:extLst>
                </a:gridCol>
                <a:gridCol w="319914">
                  <a:extLst>
                    <a:ext uri="{9D8B030D-6E8A-4147-A177-3AD203B41FA5}">
                      <a16:colId xmlns:a16="http://schemas.microsoft.com/office/drawing/2014/main" val="20011"/>
                    </a:ext>
                  </a:extLst>
                </a:gridCol>
                <a:gridCol w="541721">
                  <a:extLst>
                    <a:ext uri="{9D8B030D-6E8A-4147-A177-3AD203B41FA5}">
                      <a16:colId xmlns:a16="http://schemas.microsoft.com/office/drawing/2014/main" val="20012"/>
                    </a:ext>
                  </a:extLst>
                </a:gridCol>
                <a:gridCol w="401918">
                  <a:extLst>
                    <a:ext uri="{9D8B030D-6E8A-4147-A177-3AD203B41FA5}">
                      <a16:colId xmlns:a16="http://schemas.microsoft.com/office/drawing/2014/main" val="20013"/>
                    </a:ext>
                  </a:extLst>
                </a:gridCol>
                <a:gridCol w="646567">
                  <a:extLst>
                    <a:ext uri="{9D8B030D-6E8A-4147-A177-3AD203B41FA5}">
                      <a16:colId xmlns:a16="http://schemas.microsoft.com/office/drawing/2014/main" val="20014"/>
                    </a:ext>
                  </a:extLst>
                </a:gridCol>
                <a:gridCol w="1411887">
                  <a:extLst>
                    <a:ext uri="{9D8B030D-6E8A-4147-A177-3AD203B41FA5}">
                      <a16:colId xmlns:a16="http://schemas.microsoft.com/office/drawing/2014/main" val="20018"/>
                    </a:ext>
                  </a:extLst>
                </a:gridCol>
                <a:gridCol w="772470">
                  <a:extLst>
                    <a:ext uri="{9D8B030D-6E8A-4147-A177-3AD203B41FA5}">
                      <a16:colId xmlns:a16="http://schemas.microsoft.com/office/drawing/2014/main" val="1361156796"/>
                    </a:ext>
                  </a:extLst>
                </a:gridCol>
                <a:gridCol w="276019">
                  <a:extLst>
                    <a:ext uri="{9D8B030D-6E8A-4147-A177-3AD203B41FA5}">
                      <a16:colId xmlns:a16="http://schemas.microsoft.com/office/drawing/2014/main" val="20021"/>
                    </a:ext>
                  </a:extLst>
                </a:gridCol>
                <a:gridCol w="368655">
                  <a:extLst>
                    <a:ext uri="{9D8B030D-6E8A-4147-A177-3AD203B41FA5}">
                      <a16:colId xmlns:a16="http://schemas.microsoft.com/office/drawing/2014/main" val="1036429855"/>
                    </a:ext>
                  </a:extLst>
                </a:gridCol>
                <a:gridCol w="567931">
                  <a:extLst>
                    <a:ext uri="{9D8B030D-6E8A-4147-A177-3AD203B41FA5}">
                      <a16:colId xmlns:a16="http://schemas.microsoft.com/office/drawing/2014/main" val="20022"/>
                    </a:ext>
                  </a:extLst>
                </a:gridCol>
                <a:gridCol w="375211">
                  <a:extLst>
                    <a:ext uri="{9D8B030D-6E8A-4147-A177-3AD203B41FA5}">
                      <a16:colId xmlns:a16="http://schemas.microsoft.com/office/drawing/2014/main" val="20023"/>
                    </a:ext>
                  </a:extLst>
                </a:gridCol>
                <a:gridCol w="514980">
                  <a:extLst>
                    <a:ext uri="{9D8B030D-6E8A-4147-A177-3AD203B41FA5}">
                      <a16:colId xmlns:a16="http://schemas.microsoft.com/office/drawing/2014/main" val="20024"/>
                    </a:ext>
                  </a:extLst>
                </a:gridCol>
              </a:tblGrid>
              <a:tr h="244314">
                <a:tc gridSpan="6">
                  <a:txBody>
                    <a:bodyPr/>
                    <a:lstStyle/>
                    <a:p>
                      <a:pPr marL="0" algn="l" rtl="0" eaLnBrk="1" fontAlgn="base" latinLnBrk="0" hangingPunct="1">
                        <a:spcBef>
                          <a:spcPts val="0"/>
                        </a:spcBef>
                        <a:spcAft>
                          <a:spcPts val="0"/>
                        </a:spcAft>
                      </a:pPr>
                      <a:r>
                        <a:rPr lang="en-US" sz="1200" b="1" kern="1200" dirty="0">
                          <a:effectLst/>
                          <a:latin typeface="MULISH REGULAR ROMAN" pitchFamily="2" charset="77"/>
                        </a:rPr>
                        <a:t>October​ Sitting</a:t>
                      </a:r>
                      <a:endParaRPr lang="en-US" sz="1200" b="1"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gridSpan="6">
                  <a:txBody>
                    <a:bodyPr/>
                    <a:lstStyle/>
                    <a:p>
                      <a:pPr marL="0" algn="l" rtl="0" eaLnBrk="1" fontAlgn="base" latinLnBrk="0" hangingPunct="1">
                        <a:spcBef>
                          <a:spcPts val="0"/>
                        </a:spcBef>
                        <a:spcAft>
                          <a:spcPts val="0"/>
                        </a:spcAft>
                      </a:pPr>
                      <a:r>
                        <a:rPr lang="en-US" sz="1200" kern="1200" dirty="0">
                          <a:effectLst/>
                          <a:latin typeface="MULISH REGULAR ROMAN" pitchFamily="2" charset="77"/>
                        </a:rPr>
                        <a:t>November​ Sitting</a:t>
                      </a:r>
                      <a:endParaRPr lang="en-US" sz="1200"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gridSpan="7">
                  <a:txBody>
                    <a:bodyPr/>
                    <a:lstStyle/>
                    <a:p>
                      <a:pPr marL="0" algn="l" rtl="0" eaLnBrk="1" fontAlgn="base" latinLnBrk="0" hangingPunct="1">
                        <a:spcBef>
                          <a:spcPts val="0"/>
                        </a:spcBef>
                        <a:spcAft>
                          <a:spcPts val="0"/>
                        </a:spcAft>
                      </a:pPr>
                      <a:r>
                        <a:rPr lang="en-US" sz="1200" kern="1200" dirty="0">
                          <a:effectLst/>
                          <a:latin typeface="MULISH REGULAR ROMAN" pitchFamily="2" charset="77"/>
                        </a:rPr>
                        <a:t>December Sitting​</a:t>
                      </a:r>
                      <a:endParaRPr lang="en-US" sz="1200"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extLst>
                  <a:ext uri="{0D108BD9-81ED-4DB2-BD59-A6C34878D82A}">
                    <a16:rowId xmlns:a16="http://schemas.microsoft.com/office/drawing/2014/main" val="10000"/>
                  </a:ext>
                </a:extLst>
              </a:tr>
              <a:tr h="162876">
                <a:tc>
                  <a:txBody>
                    <a:bodyPr/>
                    <a:lstStyle/>
                    <a:p>
                      <a:pPr algn="l" fontAlgn="b"/>
                      <a:r>
                        <a:rPr lang="en-US" sz="900" b="0" i="1" u="none" strike="noStrike" dirty="0">
                          <a:solidFill>
                            <a:srgbClr val="000000"/>
                          </a:solidFill>
                          <a:effectLst/>
                          <a:latin typeface="MULISH REGULAR ROMAN"/>
                        </a:rPr>
                        <a:t> Willaims</a:t>
                      </a:r>
                    </a:p>
                  </a:txBody>
                  <a:tcPr marL="9525" marR="9525" marT="9525" marB="0" anchor="b">
                    <a:lnL>
                      <a:noFill/>
                    </a:lnL>
                    <a:lnR>
                      <a:noFill/>
                    </a:lnR>
                    <a:lnT w="12700" cmpd="sng">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Kavanaugh</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5-4</a:t>
                      </a:r>
                    </a:p>
                  </a:txBody>
                  <a:tcPr marL="45720" marR="0" marT="0" marB="0" anchor="ctr">
                    <a:lnL>
                      <a:noFill/>
                    </a:lnL>
                    <a:lnR>
                      <a:noFill/>
                    </a:lnR>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138d</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SCAL</a:t>
                      </a:r>
                    </a:p>
                  </a:txBody>
                  <a:tcPr marL="9525" marR="9525" marT="9525" marB="0" anchor="b">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i="1" dirty="0">
                          <a:effectLst/>
                          <a:latin typeface="MULISH REGULAR ROMAN"/>
                        </a:rPr>
                        <a:t>Wisconsin Bell</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i="0" dirty="0">
                          <a:effectLst/>
                          <a:latin typeface="MULISH REGULAR ROMAN"/>
                        </a:rPr>
                        <a:t>Kagan</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9-0</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110d</a:t>
                      </a:r>
                    </a:p>
                  </a:txBody>
                  <a:tcPr marL="45720" marR="0" marT="0" marB="0" anchor="ctr">
                    <a:lnL>
                      <a:noFill/>
                    </a:lnL>
                    <a:lnR>
                      <a:noFill/>
                    </a:lnR>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CA7</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Wages &amp; White Lion</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a:effectLst/>
                          <a:latin typeface="MULISH BLACK ROMAN"/>
                        </a:rPr>
                        <a:t>Alito</a:t>
                      </a:r>
                      <a:endParaRPr lang="en-US" sz="900" i="0" dirty="0">
                        <a:effectLst/>
                        <a:latin typeface="MULISH REGULAR ROMAN"/>
                      </a:endParaRP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T w="12700" cmpd="sng">
                      <a:noFill/>
                    </a:lnT>
                  </a:tcPr>
                </a:tc>
                <a:tc>
                  <a:txBody>
                    <a:bodyPr/>
                    <a:lstStyle/>
                    <a:p>
                      <a:pPr marL="0" lvl="0" algn="l" rtl="0">
                        <a:spcBef>
                          <a:spcPts val="0"/>
                        </a:spcBef>
                        <a:spcAft>
                          <a:spcPts val="0"/>
                        </a:spcAft>
                        <a:buNone/>
                      </a:pPr>
                      <a:r>
                        <a:rPr lang="en-US" sz="900" dirty="0">
                          <a:effectLst/>
                          <a:latin typeface="MULISH BLACK ROMAN"/>
                        </a:rPr>
                        <a:t>122d</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CA5 </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62876">
                <a:tc>
                  <a:txBody>
                    <a:bodyPr/>
                    <a:lstStyle/>
                    <a:p>
                      <a:pPr algn="l" fontAlgn="b"/>
                      <a:r>
                        <a:rPr lang="en-US" sz="900" b="0" i="1" u="none" strike="noStrike" dirty="0">
                          <a:solidFill>
                            <a:srgbClr val="000000"/>
                          </a:solidFill>
                          <a:effectLst/>
                          <a:latin typeface="MULISH REGULAR ROMAN"/>
                        </a:rPr>
                        <a:t> Royal Canin</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Kagan</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101d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CA8</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Advocate Christ Medical</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Barrett</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176d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Miller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BLACK ROMAN"/>
                        </a:rPr>
                        <a:t>Jackson</a:t>
                      </a: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8-1</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115d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CA10</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62876">
                <a:tc>
                  <a:txBody>
                    <a:bodyPr/>
                    <a:lstStyle/>
                    <a:p>
                      <a:pPr algn="l" fontAlgn="b"/>
                      <a:r>
                        <a:rPr lang="en-US" sz="900" b="0" i="1" u="none" strike="noStrike" dirty="0">
                          <a:solidFill>
                            <a:srgbClr val="000000"/>
                          </a:solidFill>
                          <a:effectLst/>
                          <a:latin typeface="MULISH REGULAR ROMAN"/>
                        </a:rPr>
                        <a:t> Vanderstok</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CA5</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E.M.D. Sales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Kavanaugh</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CA4</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Hungary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BLACK ROMAN"/>
                        </a:rPr>
                        <a:t>Sotomayor</a:t>
                      </a: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81d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62876">
                <a:tc>
                  <a:txBody>
                    <a:bodyPr/>
                    <a:lstStyle/>
                    <a:p>
                      <a:pPr algn="l" fontAlgn="b"/>
                      <a:r>
                        <a:rPr lang="en-US" sz="900" b="0" i="1" u="none" strike="noStrike" dirty="0">
                          <a:solidFill>
                            <a:srgbClr val="000000"/>
                          </a:solidFill>
                          <a:effectLst/>
                          <a:latin typeface="MULISH REGULAR ROMAN"/>
                        </a:rPr>
                        <a:t> Lackey</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Roberts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141d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CA4</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Facebook</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DIG</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CA9</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err="1">
                          <a:effectLst/>
                          <a:latin typeface="MULISH REGULAR ROMAN"/>
                        </a:rPr>
                        <a:t>Skrmetti</a:t>
                      </a: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Roberts</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6-3</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197d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CA6</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62876">
                <a:tc>
                  <a:txBody>
                    <a:bodyPr/>
                    <a:lstStyle/>
                    <a:p>
                      <a:pPr algn="l" fontAlgn="b"/>
                      <a:r>
                        <a:rPr lang="en-US" sz="900" b="0" i="1" u="none" strike="noStrike" dirty="0">
                          <a:solidFill>
                            <a:srgbClr val="000000"/>
                          </a:solidFill>
                          <a:effectLst/>
                          <a:latin typeface="MULISH REGULAR ROMAN"/>
                        </a:rPr>
                        <a:t> Glossip</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Sotomayor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6-2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140d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CCAOK</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Valazquez</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6-3</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162d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err="1">
                          <a:effectLst/>
                        </a:rPr>
                        <a:t>Kouisisis</a:t>
                      </a: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Barrett</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164d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CA3</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62876">
                <a:tc>
                  <a:txBody>
                    <a:bodyPr/>
                    <a:lstStyle/>
                    <a:p>
                      <a:pPr algn="l" fontAlgn="b"/>
                      <a:r>
                        <a:rPr lang="en-US" sz="900" b="0" i="1" u="none" strike="noStrike" dirty="0">
                          <a:solidFill>
                            <a:srgbClr val="000000"/>
                          </a:solidFill>
                          <a:effectLst/>
                          <a:latin typeface="MULISH REGULAR ROMAN"/>
                        </a:rPr>
                        <a:t> Medical Marijuana</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Barrett</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5-4</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170d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CA2</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Delligatti</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Thomas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130d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Feliciano</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5-4</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143d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CAFC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162876">
                <a:tc>
                  <a:txBody>
                    <a:bodyPr/>
                    <a:lstStyle/>
                    <a:p>
                      <a:pPr algn="l" fontAlgn="b"/>
                      <a:r>
                        <a:rPr lang="en-US" sz="900" b="0" i="1" u="none" strike="noStrike" dirty="0">
                          <a:solidFill>
                            <a:srgbClr val="000000"/>
                          </a:solidFill>
                          <a:effectLst/>
                          <a:latin typeface="MULISH REGULAR ROMAN"/>
                        </a:rPr>
                        <a:t> </a:t>
                      </a:r>
                      <a:r>
                        <a:rPr lang="en-US" sz="900" b="0" i="1" u="none" strike="noStrike" dirty="0" err="1">
                          <a:solidFill>
                            <a:srgbClr val="000000"/>
                          </a:solidFill>
                          <a:effectLst/>
                          <a:latin typeface="MULISH REGULAR ROMAN"/>
                        </a:rPr>
                        <a:t>Bouarafa</a:t>
                      </a:r>
                      <a:endParaRPr lang="en-US" sz="900" b="0" i="1" u="none" strike="noStrike" dirty="0">
                        <a:solidFill>
                          <a:srgbClr val="000000"/>
                        </a:solidFill>
                        <a:effectLst/>
                        <a:latin typeface="MULISH REGULAR ROMAN"/>
                      </a:endParaRP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Jackson</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57d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CA11</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NVIDIA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29d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DIG</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CA9</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Seven County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Kavanaugh</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8-0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171d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162876">
                <a:tc>
                  <a:txBody>
                    <a:bodyPr/>
                    <a:lstStyle/>
                    <a:p>
                      <a:pPr algn="l" fontAlgn="b"/>
                      <a:r>
                        <a:rPr lang="en-US" sz="900" b="0" i="1" u="none" strike="noStrike" dirty="0">
                          <a:solidFill>
                            <a:srgbClr val="000000"/>
                          </a:solidFill>
                          <a:effectLst/>
                          <a:latin typeface="MULISH REGULAR ROMAN"/>
                        </a:rPr>
                        <a:t> Bufkin</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Thomas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141d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CAFC</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Dewberry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Kagan</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78d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CA4</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162876">
                <a:tc>
                  <a:txBody>
                    <a:bodyPr/>
                    <a:lstStyle/>
                    <a:p>
                      <a:pPr algn="l" fontAlgn="b"/>
                      <a:r>
                        <a:rPr lang="en-US" sz="900" b="0" i="1" u="none" strike="noStrike" dirty="0">
                          <a:solidFill>
                            <a:srgbClr val="000000"/>
                          </a:solidFill>
                          <a:effectLst/>
                          <a:latin typeface="MULISH REGULAR ROMAN"/>
                        </a:rPr>
                        <a:t> SF v. EPA</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Alito</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REGULAR ROMAN"/>
                        </a:rPr>
                        <a:t>140d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CA9</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strike="noStrike"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strike="noStrike"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r h="162876">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R>
                      <a:noFill/>
                    </a:ln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extLst>
                  <a:ext uri="{0D108BD9-81ED-4DB2-BD59-A6C34878D82A}">
                    <a16:rowId xmlns:a16="http://schemas.microsoft.com/office/drawing/2014/main" val="10010"/>
                  </a:ext>
                </a:extLst>
              </a:tr>
              <a:tr h="244314">
                <a:tc gridSpan="6">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January​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lnT>
                      <a:noFill/>
                    </a:lnT>
                  </a:tcPr>
                </a:tc>
                <a:tc hMerge="1">
                  <a:txBody>
                    <a:bodyPr/>
                    <a:lstStyle/>
                    <a:p>
                      <a:endParaRPr lang="en-US"/>
                    </a:p>
                  </a:txBody>
                  <a:tcPr/>
                </a:tc>
                <a:tc hMerge="1">
                  <a:txBody>
                    <a:bodyPr/>
                    <a:lstStyle/>
                    <a:p>
                      <a:endParaRPr lang="en-US"/>
                    </a:p>
                  </a:txBody>
                  <a:tcPr/>
                </a:tc>
                <a:tc hMerge="1">
                  <a:txBody>
                    <a:bodyPr/>
                    <a:lstStyle/>
                    <a:p>
                      <a:endParaRPr lang="en-US"/>
                    </a:p>
                  </a:txBody>
                  <a:tcPr/>
                </a:tc>
                <a:tc gridSpan="6">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February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March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14"/>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Hewitt</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lvl="0" algn="l">
                        <a:lnSpc>
                          <a:spcPct val="100000"/>
                        </a:lnSpc>
                        <a:spcBef>
                          <a:spcPts val="0"/>
                        </a:spcBef>
                        <a:spcAft>
                          <a:spcPts val="0"/>
                        </a:spcAft>
                        <a:buNone/>
                      </a:pPr>
                      <a:r>
                        <a:rPr lang="en-US" sz="900" b="0" i="1" u="none" strike="noStrike" noProof="0" dirty="0">
                          <a:effectLst/>
                          <a:latin typeface="MULISH REGULAR ROMAN" pitchFamily="2" charset="77"/>
                        </a:rPr>
                        <a:t>Guitierrez</a:t>
                      </a:r>
                    </a:p>
                  </a:txBody>
                  <a:tcPr marL="45720" marR="0" marT="0" marB="0" anchor="ctr"/>
                </a:tc>
                <a:tc>
                  <a:txBody>
                    <a:bodyPr/>
                    <a:lstStyle/>
                    <a:p>
                      <a:pPr lvl="0" algn="l">
                        <a:lnSpc>
                          <a:spcPct val="100000"/>
                        </a:lnSpc>
                        <a:spcBef>
                          <a:spcPts val="0"/>
                        </a:spcBef>
                        <a:spcAft>
                          <a:spcPts val="0"/>
                        </a:spcAft>
                        <a:buNone/>
                      </a:pPr>
                      <a:endParaRPr lang="en-US" sz="900" b="0" i="0" u="none" strike="noStrike" noProof="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Louisiana</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WDLA</a:t>
                      </a:r>
                    </a:p>
                  </a:txBody>
                  <a:tcPr marL="45720" marR="0" marT="0" marB="0" anchor="ctr"/>
                </a:tc>
                <a:extLst>
                  <a:ext uri="{0D108BD9-81ED-4DB2-BD59-A6C34878D82A}">
                    <a16:rowId xmlns:a16="http://schemas.microsoft.com/office/drawing/2014/main" val="10015"/>
                  </a:ext>
                </a:extLst>
              </a:tr>
              <a:tr h="226627">
                <a:tc>
                  <a:txBody>
                    <a:bodyPr/>
                    <a:lstStyle/>
                    <a:p>
                      <a:pPr marL="0" algn="l" rtl="0" eaLnBrk="1" fontAlgn="base" latinLnBrk="0" hangingPunct="1">
                        <a:spcBef>
                          <a:spcPts val="0"/>
                        </a:spcBef>
                        <a:spcAft>
                          <a:spcPts val="0"/>
                        </a:spcAft>
                      </a:pPr>
                      <a:r>
                        <a:rPr lang="en-US" sz="900" i="1" dirty="0">
                          <a:effectLst/>
                          <a:latin typeface="MULISH REGULAR ROMAN" pitchFamily="2" charset="77"/>
                        </a:rPr>
                        <a:t>Stanley</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Gorsuch</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8-1</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159d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CA11</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Esteras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Barrett</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7-2</a:t>
                      </a:r>
                    </a:p>
                  </a:txBody>
                  <a:tcPr marL="45720" marR="0" marT="0" marB="0" anchor="ctr"/>
                </a:tc>
                <a:tc>
                  <a:txBody>
                    <a:bodyPr/>
                    <a:lstStyle/>
                    <a:p>
                      <a:pPr marL="0" algn="ctr" rtl="0" eaLnBrk="1" fontAlgn="auto" latinLnBrk="0" hangingPunct="1">
                        <a:spcBef>
                          <a:spcPts val="0"/>
                        </a:spcBef>
                        <a:spcAft>
                          <a:spcPts val="0"/>
                        </a:spcAft>
                      </a:pPr>
                      <a:r>
                        <a:rPr lang="en-US" sz="900" i="0" dirty="0">
                          <a:effectLst/>
                          <a:latin typeface="MULISH REGULAR ROMAN" pitchFamily="2" charset="77"/>
                        </a:rPr>
                        <a:t>116d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Riley</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CA4</a:t>
                      </a:r>
                    </a:p>
                  </a:txBody>
                  <a:tcPr marL="45720" marR="0" marT="0" marB="0" anchor="ctr"/>
                </a:tc>
                <a:extLst>
                  <a:ext uri="{0D108BD9-81ED-4DB2-BD59-A6C34878D82A}">
                    <a16:rowId xmlns:a16="http://schemas.microsoft.com/office/drawing/2014/main" val="10016"/>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Thompson</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Roberts</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67d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CA7</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Perttu</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Roberts</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5-4</a:t>
                      </a:r>
                    </a:p>
                  </a:txBody>
                  <a:tcPr marL="45720" marR="0" marT="0" marB="0" anchor="ctr"/>
                </a:tc>
                <a:tc>
                  <a:txBody>
                    <a:bodyPr/>
                    <a:lstStyle/>
                    <a:p>
                      <a:pPr marL="0" algn="ctr" rtl="0" eaLnBrk="1" fontAlgn="auto" latinLnBrk="0" hangingPunct="1">
                        <a:spcBef>
                          <a:spcPts val="0"/>
                        </a:spcBef>
                        <a:spcAft>
                          <a:spcPts val="0"/>
                        </a:spcAft>
                      </a:pPr>
                      <a:r>
                        <a:rPr lang="en-US" sz="900" i="0" dirty="0">
                          <a:effectLst/>
                          <a:latin typeface="MULISH REGULAR ROMAN" pitchFamily="2" charset="77"/>
                        </a:rPr>
                        <a:t>114d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Calumet</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Thomas</a:t>
                      </a:r>
                    </a:p>
                  </a:txBody>
                  <a:tcPr marL="45720" marR="0" marT="0" marB="0" anchor="ctr"/>
                </a:tc>
                <a:tc gridSpan="2">
                  <a:txBody>
                    <a:bodyPr/>
                    <a:lstStyle/>
                    <a:p>
                      <a:pPr marL="0" lvl="0" algn="l" rtl="0">
                        <a:spcBef>
                          <a:spcPts val="0"/>
                        </a:spcBef>
                        <a:spcAft>
                          <a:spcPts val="0"/>
                        </a:spcAft>
                        <a:buNone/>
                      </a:pPr>
                      <a:r>
                        <a:rPr lang="en-US" sz="900" i="0" dirty="0">
                          <a:effectLst/>
                          <a:latin typeface="MULISH REGULAR ROMAN" pitchFamily="2" charset="77"/>
                        </a:rPr>
                        <a:t>7-2</a:t>
                      </a: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86d</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V</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CA5</a:t>
                      </a:r>
                    </a:p>
                  </a:txBody>
                  <a:tcPr marL="45720" marR="0" marT="0" marB="0" anchor="ctr"/>
                </a:tc>
                <a:extLst>
                  <a:ext uri="{0D108BD9-81ED-4DB2-BD59-A6C34878D82A}">
                    <a16:rowId xmlns:a16="http://schemas.microsoft.com/office/drawing/2014/main" val="10017"/>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Waetzig</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Alito</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44d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CA10</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Ames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Jackson</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algn="ctr" fontAlgn="b"/>
                      <a:r>
                        <a:rPr lang="en-US" sz="900" b="0" i="0" u="none" strike="noStrike" dirty="0">
                          <a:solidFill>
                            <a:srgbClr val="000000"/>
                          </a:solidFill>
                          <a:effectLst/>
                          <a:latin typeface="MULISH BLACK ROMAN"/>
                        </a:rPr>
                        <a:t>100d</a:t>
                      </a:r>
                    </a:p>
                  </a:txBody>
                  <a:tcPr marL="9525" marR="9525" marT="9525" marB="0" anchor="b"/>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Oklahoma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Thomas</a:t>
                      </a:r>
                    </a:p>
                  </a:txBody>
                  <a:tcPr marL="45720" marR="0" marT="0" marB="0" anchor="ctr"/>
                </a:tc>
                <a:tc gridSpan="2">
                  <a:txBody>
                    <a:bodyPr/>
                    <a:lstStyle/>
                    <a:p>
                      <a:pPr marL="0" lvl="0" algn="l" rtl="0">
                        <a:spcBef>
                          <a:spcPts val="0"/>
                        </a:spcBef>
                        <a:spcAft>
                          <a:spcPts val="0"/>
                        </a:spcAft>
                        <a:buNone/>
                      </a:pPr>
                      <a:r>
                        <a:rPr lang="en-US" sz="900" i="0" dirty="0">
                          <a:effectLst/>
                          <a:latin typeface="MULISH REGULAR ROMAN" pitchFamily="2" charset="77"/>
                        </a:rPr>
                        <a:t>8-0</a:t>
                      </a: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86d</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R</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CA10</a:t>
                      </a:r>
                    </a:p>
                  </a:txBody>
                  <a:tcPr marL="45720" marR="0" marT="0" marB="0" anchor="ctr"/>
                </a:tc>
                <a:extLst>
                  <a:ext uri="{0D108BD9-81ED-4DB2-BD59-A6C34878D82A}">
                    <a16:rowId xmlns:a16="http://schemas.microsoft.com/office/drawing/2014/main" val="10018"/>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Free Speech</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CC/Devas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Sotomayor</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algn="ctr" fontAlgn="b"/>
                      <a:r>
                        <a:rPr lang="en-US" sz="900" b="0" i="0" u="none" strike="noStrike" dirty="0">
                          <a:solidFill>
                            <a:srgbClr val="000000"/>
                          </a:solidFill>
                          <a:effectLst/>
                          <a:latin typeface="MULISH BLACK ROMAN"/>
                        </a:rPr>
                        <a:t>95d</a:t>
                      </a:r>
                    </a:p>
                  </a:txBody>
                  <a:tcPr marL="9525" marR="9525" marT="9525" marB="0" anchor="b"/>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CA9</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Consumers’ Research</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CA5</a:t>
                      </a:r>
                    </a:p>
                  </a:txBody>
                  <a:tcPr marL="45720" marR="0" marT="0" marB="0" anchor="ctr"/>
                </a:tc>
                <a:extLst>
                  <a:ext uri="{0D108BD9-81ED-4DB2-BD59-A6C34878D82A}">
                    <a16:rowId xmlns:a16="http://schemas.microsoft.com/office/drawing/2014/main" val="10019"/>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R.J. Reynolds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Barrett</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7-2</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151d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BLOM Bank</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Thomas</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algn="ctr" fontAlgn="b"/>
                      <a:r>
                        <a:rPr lang="en-US" sz="900" b="0" i="0" u="none" strike="noStrike" dirty="0">
                          <a:solidFill>
                            <a:srgbClr val="000000"/>
                          </a:solidFill>
                          <a:effectLst/>
                          <a:latin typeface="MULISH BLACK ROMAN"/>
                        </a:rPr>
                        <a:t>95d</a:t>
                      </a:r>
                    </a:p>
                  </a:txBody>
                  <a:tcPr marL="9525" marR="9525" marT="9525" marB="0" anchor="b"/>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CA2</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Catholic Charities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Sotomayor</a:t>
                      </a:r>
                    </a:p>
                  </a:txBody>
                  <a:tcPr marL="45720" marR="0" marT="0" marB="0" anchor="ctr"/>
                </a:tc>
                <a:tc gridSpan="2">
                  <a:txBody>
                    <a:bodyPr/>
                    <a:lstStyle/>
                    <a:p>
                      <a:pPr marL="0" lvl="0" algn="l" rtl="0">
                        <a:spcBef>
                          <a:spcPts val="0"/>
                        </a:spcBef>
                        <a:spcAft>
                          <a:spcPts val="0"/>
                        </a:spcAft>
                        <a:buNone/>
                      </a:pPr>
                      <a:r>
                        <a:rPr lang="en-US" sz="900" i="0" dirty="0">
                          <a:effectLst/>
                          <a:latin typeface="MULISH REGULAR ROMAN" pitchFamily="2" charset="77"/>
                        </a:rPr>
                        <a:t>9-0</a:t>
                      </a: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67d</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R</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SCWI</a:t>
                      </a:r>
                    </a:p>
                  </a:txBody>
                  <a:tcPr marL="45720" marR="0" marT="0" marB="0" anchor="ctr"/>
                </a:tc>
                <a:extLst>
                  <a:ext uri="{0D108BD9-81ED-4DB2-BD59-A6C34878D82A}">
                    <a16:rowId xmlns:a16="http://schemas.microsoft.com/office/drawing/2014/main" val="10020"/>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McLaughlin</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Kavanaugh</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6-3</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151d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CA9</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Smith &amp; Wesson</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Kagan</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algn="ctr" fontAlgn="b"/>
                      <a:r>
                        <a:rPr lang="en-US" sz="900" b="0" i="0" u="none" strike="noStrike" dirty="0">
                          <a:solidFill>
                            <a:srgbClr val="000000"/>
                          </a:solidFill>
                          <a:effectLst/>
                          <a:latin typeface="MULISH BLACK ROMAN"/>
                        </a:rPr>
                        <a:t>94d</a:t>
                      </a:r>
                    </a:p>
                  </a:txBody>
                  <a:tcPr marL="9525" marR="9525" marT="9525" marB="0" anchor="b"/>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CA1</a:t>
                      </a: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Rivers</a:t>
                      </a:r>
                    </a:p>
                  </a:txBody>
                  <a:tcPr marL="45720" marR="0" marT="0" marB="0" anchor="ctr"/>
                </a:tc>
                <a:tc>
                  <a:txBody>
                    <a:bodyPr/>
                    <a:lstStyle/>
                    <a:p>
                      <a:pPr marL="0" algn="l" rtl="0" eaLnBrk="1" fontAlgn="auto" latinLnBrk="0" hangingPunct="1">
                        <a:spcBef>
                          <a:spcPts val="0"/>
                        </a:spcBef>
                        <a:spcAft>
                          <a:spcPts val="0"/>
                        </a:spcAft>
                      </a:pPr>
                      <a:r>
                        <a:rPr lang="en-US" sz="900" i="0" strike="noStrike" dirty="0">
                          <a:effectLst/>
                          <a:latin typeface="MULISH REGULAR ROMAN" pitchFamily="2" charset="77"/>
                        </a:rPr>
                        <a:t>Jackson</a:t>
                      </a:r>
                    </a:p>
                  </a:txBody>
                  <a:tcPr marL="45720" marR="0" marT="0" marB="0" anchor="ctr"/>
                </a:tc>
                <a:tc gridSpan="2">
                  <a:txBody>
                    <a:bodyPr/>
                    <a:lstStyle/>
                    <a:p>
                      <a:pPr marL="0" lvl="0" algn="l" rtl="0">
                        <a:spcBef>
                          <a:spcPts val="0"/>
                        </a:spcBef>
                        <a:spcAft>
                          <a:spcPts val="0"/>
                        </a:spcAft>
                        <a:buNone/>
                      </a:pPr>
                      <a:r>
                        <a:rPr lang="en-US" sz="900" i="0" strike="noStrike" dirty="0">
                          <a:effectLst/>
                          <a:latin typeface="MULISH REGULAR ROMAN" pitchFamily="2" charset="77"/>
                        </a:rPr>
                        <a:t>9-0</a:t>
                      </a:r>
                    </a:p>
                  </a:txBody>
                  <a:tcPr marL="45720" marR="0" marT="0" marB="0" anchor="ctr"/>
                </a:tc>
                <a:tc hMerge="1">
                  <a:txBody>
                    <a:bodyPr/>
                    <a:lstStyle/>
                    <a:p>
                      <a:pPr marL="0" lvl="0" algn="l" rtl="0">
                        <a:spcBef>
                          <a:spcPts val="0"/>
                        </a:spcBef>
                        <a:spcAft>
                          <a:spcPts val="0"/>
                        </a:spcAft>
                        <a:buNone/>
                      </a:pPr>
                      <a:endParaRPr lang="en-US" sz="90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74d</a:t>
                      </a: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A</a:t>
                      </a: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CA5</a:t>
                      </a:r>
                    </a:p>
                  </a:txBody>
                  <a:tcPr marL="45720" marR="0" marT="0" marB="0" anchor="ctr"/>
                </a:tc>
                <a:extLst>
                  <a:ext uri="{0D108BD9-81ED-4DB2-BD59-A6C34878D82A}">
                    <a16:rowId xmlns:a16="http://schemas.microsoft.com/office/drawing/2014/main" val="3298440266"/>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Barnes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Kagan</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114d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NRC</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Kavanaugh</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6-3</a:t>
                      </a:r>
                    </a:p>
                  </a:txBody>
                  <a:tcPr marL="45720" marR="0" marT="0" marB="0" anchor="ctr"/>
                </a:tc>
                <a:tc>
                  <a:txBody>
                    <a:bodyPr/>
                    <a:lstStyle/>
                    <a:p>
                      <a:pPr marL="0" algn="ctr" rtl="0" eaLnBrk="1" fontAlgn="auto" latinLnBrk="0" hangingPunct="1">
                        <a:spcBef>
                          <a:spcPts val="0"/>
                        </a:spcBef>
                        <a:spcAft>
                          <a:spcPts val="0"/>
                        </a:spcAft>
                      </a:pPr>
                      <a:r>
                        <a:rPr lang="en-US" sz="900" i="0" dirty="0">
                          <a:effectLst/>
                          <a:latin typeface="MULISH REGULAR ROMAN" pitchFamily="2" charset="77"/>
                        </a:rPr>
                        <a:t>94d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Fuld</a:t>
                      </a:r>
                    </a:p>
                  </a:txBody>
                  <a:tcPr marL="45720" marR="0" marT="0" marB="0" anchor="ctr"/>
                </a:tc>
                <a:tc>
                  <a:txBody>
                    <a:bodyPr/>
                    <a:lstStyle/>
                    <a:p>
                      <a:pPr marL="0" algn="l" rtl="0" eaLnBrk="1" fontAlgn="auto" latinLnBrk="0" hangingPunct="1">
                        <a:spcBef>
                          <a:spcPts val="0"/>
                        </a:spcBef>
                        <a:spcAft>
                          <a:spcPts val="0"/>
                        </a:spcAft>
                      </a:pPr>
                      <a:r>
                        <a:rPr lang="en-US" sz="900" i="0" strike="noStrike" dirty="0">
                          <a:effectLst/>
                          <a:latin typeface="MULISH REGULAR ROMAN" pitchFamily="2" charset="77"/>
                        </a:rPr>
                        <a:t>Roberts</a:t>
                      </a:r>
                    </a:p>
                  </a:txBody>
                  <a:tcPr marL="45720" marR="0" marT="0" marB="0" anchor="ctr"/>
                </a:tc>
                <a:tc gridSpan="2">
                  <a:txBody>
                    <a:bodyPr/>
                    <a:lstStyle/>
                    <a:p>
                      <a:pPr marL="0" lvl="0" algn="l" rtl="0">
                        <a:spcBef>
                          <a:spcPts val="0"/>
                        </a:spcBef>
                        <a:spcAft>
                          <a:spcPts val="0"/>
                        </a:spcAft>
                        <a:buNone/>
                      </a:pPr>
                      <a:r>
                        <a:rPr lang="en-US" sz="900" i="0" strike="noStrike" dirty="0">
                          <a:effectLst/>
                          <a:latin typeface="MULISH REGULAR ROMAN" pitchFamily="2" charset="77"/>
                        </a:rPr>
                        <a:t>9-0</a:t>
                      </a:r>
                    </a:p>
                  </a:txBody>
                  <a:tcPr marL="45720" marR="0" marT="0" marB="0" anchor="ctr"/>
                </a:tc>
                <a:tc hMerge="1">
                  <a:txBody>
                    <a:bodyPr/>
                    <a:lstStyle/>
                    <a:p>
                      <a:endParaRPr lang="en-US"/>
                    </a:p>
                  </a:txBody>
                  <a:tcPr/>
                </a:tc>
                <a:tc>
                  <a:txBody>
                    <a:bodyPr/>
                    <a:lstStyle/>
                    <a:p>
                      <a:pPr marL="0" lvl="0" algn="l" rtl="0">
                        <a:spcBef>
                          <a:spcPts val="0"/>
                        </a:spcBef>
                        <a:spcAft>
                          <a:spcPts val="0"/>
                        </a:spcAft>
                        <a:buNone/>
                      </a:pPr>
                      <a:r>
                        <a:rPr lang="en-US" sz="900" i="0" strike="noStrike" dirty="0">
                          <a:effectLst/>
                          <a:latin typeface="MULISH REGULAR ROMAN" pitchFamily="2" charset="77"/>
                        </a:rPr>
                        <a:t>81d</a:t>
                      </a: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R</a:t>
                      </a: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CA2</a:t>
                      </a:r>
                    </a:p>
                  </a:txBody>
                  <a:tcPr marL="45720" marR="0" marT="0" marB="0" anchor="ctr"/>
                </a:tc>
                <a:extLst>
                  <a:ext uri="{0D108BD9-81ED-4DB2-BD59-A6C34878D82A}">
                    <a16:rowId xmlns:a16="http://schemas.microsoft.com/office/drawing/2014/main" val="1759733757"/>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Cunningham</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Sotomayor</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86d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CA2</a:t>
                      </a: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Medina</a:t>
                      </a: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CA4</a:t>
                      </a:r>
                    </a:p>
                  </a:txBody>
                  <a:tcPr marL="45720" marR="0" marT="0" marB="0" anchor="ctr"/>
                </a:tc>
                <a:extLst>
                  <a:ext uri="{0D108BD9-81ED-4DB2-BD59-A6C34878D82A}">
                    <a16:rowId xmlns:a16="http://schemas.microsoft.com/office/drawing/2014/main" val="780180043"/>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TikTok</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8d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CADC</a:t>
                      </a: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strike="noStrike"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extLst>
                  <a:ext uri="{0D108BD9-81ED-4DB2-BD59-A6C34878D82A}">
                    <a16:rowId xmlns:a16="http://schemas.microsoft.com/office/drawing/2014/main" val="901939924"/>
                  </a:ext>
                </a:extLst>
              </a:tr>
              <a:tr h="162876">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strike="sngStrike"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strike="sng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extLst>
                  <a:ext uri="{0D108BD9-81ED-4DB2-BD59-A6C34878D82A}">
                    <a16:rowId xmlns:a16="http://schemas.microsoft.com/office/drawing/2014/main" val="4265705402"/>
                  </a:ext>
                </a:extLst>
              </a:tr>
              <a:tr h="244314">
                <a:tc gridSpan="6">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April-May Sittings</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6">
                  <a:txBody>
                    <a:bodyPr/>
                    <a:lstStyle/>
                    <a:p>
                      <a:pPr marL="0" algn="l" defTabSz="914400"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No Argument</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marL="0" algn="l" defTabSz="914400"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Totals</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27"/>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Kennedy</a:t>
                      </a: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Hamm</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CA11</a:t>
                      </a: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Opinions on the Merits Docket – Signed</a:t>
                      </a:r>
                    </a:p>
                  </a:txBody>
                  <a:tcPr marL="45720" marR="0" marT="0" marB="0" anchor="ctr"/>
                </a:tc>
                <a:tc hMerge="1">
                  <a:txBody>
                    <a:bodyPr/>
                    <a:lstStyle/>
                    <a:p>
                      <a:endParaRPr lang="en-US"/>
                    </a:p>
                  </a:txBody>
                  <a:tcPr/>
                </a:tc>
                <a:tc hMerge="1">
                  <a:txBody>
                    <a:bodyPr/>
                    <a:lstStyle/>
                    <a:p>
                      <a:pPr marL="0" algn="l" rtl="0" eaLnBrk="1" fontAlgn="base" latinLnBrk="0" hangingPunct="1">
                        <a:spcBef>
                          <a:spcPts val="0"/>
                        </a:spcBef>
                        <a:spcAft>
                          <a:spcPts val="0"/>
                        </a:spcAft>
                      </a:pPr>
                      <a:r>
                        <a:rPr lang="en-US" sz="900" b="0" dirty="0">
                          <a:effectLst/>
                          <a:latin typeface="MULISH REGULAR ROMAN" pitchFamily="2" charset="77"/>
                        </a:rPr>
                        <a:t>+34</a:t>
                      </a:r>
                    </a:p>
                  </a:txBody>
                  <a:tcPr marL="45720" marR="0" marT="0" marB="0" anchor="ctr"/>
                </a:tc>
                <a:tc gridSpan="4">
                  <a:txBody>
                    <a:bodyPr/>
                    <a:lstStyle/>
                    <a:p>
                      <a:pPr algn="l"/>
                      <a:r>
                        <a:rPr lang="en-US" sz="900" b="0" dirty="0">
                          <a:effectLst/>
                          <a:latin typeface="MULISH REGULAR ROMAN" pitchFamily="2" charset="77"/>
                        </a:rPr>
                        <a:t>#</a:t>
                      </a:r>
                      <a:endParaRPr lang="en-US" dirty="0"/>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marL="45720" marR="0" marT="0" marB="0" anchor="ctr"/>
                </a:tc>
                <a:extLst>
                  <a:ext uri="{0D108BD9-81ED-4DB2-BD59-A6C34878D82A}">
                    <a16:rowId xmlns:a16="http://schemas.microsoft.com/office/drawing/2014/main" val="10028"/>
                  </a:ext>
                </a:extLst>
              </a:tr>
              <a:tr h="162876">
                <a:tc>
                  <a:txBody>
                    <a:bodyPr/>
                    <a:lstStyle/>
                    <a:p>
                      <a:pPr marL="0" algn="l" rtl="0" eaLnBrk="1" fontAlgn="base" latinLnBrk="0" hangingPunct="1">
                        <a:spcBef>
                          <a:spcPts val="0"/>
                        </a:spcBef>
                        <a:spcAft>
                          <a:spcPts val="0"/>
                        </a:spcAft>
                      </a:pPr>
                      <a:r>
                        <a:rPr lang="en-US" sz="900" i="1" strike="noStrike" baseline="0" dirty="0">
                          <a:effectLst/>
                          <a:latin typeface="MULISH REGULAR ROMAN" pitchFamily="2" charset="77"/>
                        </a:rPr>
                        <a:t>Parrish</a:t>
                      </a:r>
                    </a:p>
                  </a:txBody>
                  <a:tcPr marL="45720" marR="0" marT="0" marB="0" anchor="ctr"/>
                </a:tc>
                <a:tc>
                  <a:txBody>
                    <a:bodyPr/>
                    <a:lstStyle/>
                    <a:p>
                      <a:pPr marL="0" algn="l" rtl="0" eaLnBrk="1" fontAlgn="base" latinLnBrk="0" hangingPunct="1">
                        <a:spcBef>
                          <a:spcPts val="0"/>
                        </a:spcBef>
                        <a:spcAft>
                          <a:spcPts val="0"/>
                        </a:spcAft>
                      </a:pPr>
                      <a:r>
                        <a:rPr lang="en-US" sz="900" i="1" strike="noStrike" baseline="0" dirty="0">
                          <a:effectLst/>
                          <a:latin typeface="MULISH REGULAR ROMAN" pitchFamily="2" charset="77"/>
                        </a:rPr>
                        <a:t>Sotomayor</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8-1</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53d</a:t>
                      </a:r>
                    </a:p>
                  </a:txBody>
                  <a:tcPr marL="45720" marR="0" marT="0" marB="0" anchor="ctr"/>
                </a:tc>
                <a:tc>
                  <a:txBody>
                    <a:bodyPr/>
                    <a:lstStyle/>
                    <a:p>
                      <a:pPr marL="0" algn="l" rtl="0" eaLnBrk="1" fontAlgn="base" latinLnBrk="0" hangingPunct="1">
                        <a:spcBef>
                          <a:spcPts val="0"/>
                        </a:spcBef>
                        <a:spcAft>
                          <a:spcPts val="0"/>
                        </a:spcAft>
                      </a:pPr>
                      <a:r>
                        <a:rPr lang="en-US" sz="900" i="1" strike="noStrike" baseline="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Andrew</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CA10</a:t>
                      </a: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Opinions on the Merits Docket – Per Curiam</a:t>
                      </a:r>
                    </a:p>
                  </a:txBody>
                  <a:tcPr marL="45720" marR="0" marT="0" marB="0" anchor="ctr"/>
                </a:tc>
                <a:tc hMerge="1">
                  <a:txBody>
                    <a:bodyPr/>
                    <a:lstStyle/>
                    <a:p>
                      <a:endParaRPr lang="en-US"/>
                    </a:p>
                  </a:txBody>
                  <a:tcPr/>
                </a:tc>
                <a:tc hMerge="1">
                  <a:txBody>
                    <a:bodyPr/>
                    <a:lstStyle/>
                    <a:p>
                      <a:pPr marL="0" lvl="0" algn="l" rtl="0" eaLnBrk="1" fontAlgn="base" latinLnBrk="0" hangingPunct="1">
                        <a:spcBef>
                          <a:spcPts val="0"/>
                        </a:spcBef>
                        <a:spcAft>
                          <a:spcPts val="0"/>
                        </a:spcAft>
                        <a:buNone/>
                      </a:pPr>
                      <a:r>
                        <a:rPr lang="en-US" sz="900" i="0" dirty="0">
                          <a:effectLst/>
                          <a:latin typeface="MULISH REGULAR ROMAN" pitchFamily="2" charset="77"/>
                        </a:rPr>
                        <a:t>+2</a:t>
                      </a:r>
                    </a:p>
                  </a:txBody>
                  <a:tcPr marL="45720" marR="0" marT="0" marB="0" anchor="ctr"/>
                </a:tc>
                <a:tc gridSpan="4">
                  <a:txBody>
                    <a:bodyPr/>
                    <a:lstStyle/>
                    <a:p>
                      <a:pPr algn="l"/>
                      <a:r>
                        <a:rPr lang="en-US" sz="900" i="0" dirty="0">
                          <a:effectLst/>
                          <a:latin typeface="MULISH REGULAR ROMAN" pitchFamily="2" charset="77"/>
                        </a:rPr>
                        <a:t>10</a:t>
                      </a:r>
                      <a:endParaRPr lang="en-US" dirty="0"/>
                    </a:p>
                  </a:txBody>
                  <a:tcPr marL="45720" marR="0" marT="0" marB="0" anchor="ctr">
                    <a:lnB w="12700" cap="flat" cmpd="sng" algn="ctr">
                      <a:solidFill>
                        <a:schemeClr val="tx1"/>
                      </a:solidFill>
                      <a:prstDash val="solid"/>
                      <a:round/>
                      <a:headEnd type="none" w="med" len="med"/>
                      <a:tailEnd type="none" w="med" len="med"/>
                    </a:lnB>
                  </a:tcPr>
                </a:tc>
                <a:tc hMerge="1">
                  <a:txBody>
                    <a:bodyPr/>
                    <a:lstStyle/>
                    <a:p>
                      <a:endParaRPr lang="en-US"/>
                    </a:p>
                  </a:txBody>
                  <a:tcPr/>
                </a:tc>
                <a:tc hMerge="1">
                  <a:txBody>
                    <a:bodyPr/>
                    <a:lstStyle/>
                    <a:p>
                      <a:endParaRPr lang="en-US"/>
                    </a:p>
                  </a:txBody>
                  <a:tcPr marL="45720" marR="0" marT="0" marB="0" anchor="ctr"/>
                </a:tc>
                <a:tc hMerge="1">
                  <a:txBody>
                    <a:bodyPr/>
                    <a:lstStyle/>
                    <a:p>
                      <a:endParaRPr lang="en-US"/>
                    </a:p>
                  </a:txBody>
                  <a:tcPr marL="45720" marR="0" marT="0" marB="0" anchor="ctr"/>
                </a:tc>
                <a:extLst>
                  <a:ext uri="{0D108BD9-81ED-4DB2-BD59-A6C34878D82A}">
                    <a16:rowId xmlns:a16="http://schemas.microsoft.com/office/drawing/2014/main" val="10029"/>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Mahmoud</a:t>
                      </a: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DOE v. CA</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5-4</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G</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DCMA</a:t>
                      </a:r>
                    </a:p>
                  </a:txBody>
                  <a:tcPr marL="45720" marR="0" marT="0" marB="0" anchor="ctr"/>
                </a:tc>
                <a:tc gridSpan="3">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R w="12700" cap="flat" cmpd="sng" algn="ctr">
                      <a:solidFill>
                        <a:schemeClr val="tx1"/>
                      </a:solidFill>
                      <a:prstDash val="solid"/>
                      <a:round/>
                      <a:headEnd type="none" w="med" len="med"/>
                      <a:tailEnd type="none" w="med" len="med"/>
                    </a:lnR>
                  </a:tcPr>
                </a:tc>
                <a:tc hMerge="1">
                  <a:txBody>
                    <a:bodyPr/>
                    <a:lstStyle/>
                    <a:p>
                      <a:endParaRPr lang="en-US"/>
                    </a:p>
                  </a:txBody>
                  <a:tcPr/>
                </a:tc>
                <a:tc hMerge="1">
                  <a:txBody>
                    <a:bodyPr/>
                    <a:lstStyle/>
                    <a:p>
                      <a:pPr marL="0" algn="l" rtl="0" eaLnBrk="1" fontAlgn="base" latinLnBrk="0" hangingPunct="1">
                        <a:spcBef>
                          <a:spcPts val="0"/>
                        </a:spcBef>
                        <a:spcAft>
                          <a:spcPts val="0"/>
                        </a:spcAft>
                      </a:pPr>
                      <a:r>
                        <a:rPr lang="en-US" sz="900" kern="1200" dirty="0">
                          <a:effectLst/>
                          <a:latin typeface="MULISH REGULAR ROMAN" pitchFamily="2" charset="77"/>
                        </a:rPr>
                        <a:t>+7</a:t>
                      </a:r>
                    </a:p>
                  </a:txBody>
                  <a:tcPr marL="45720" marR="0" marT="0" marB="0" anchor="ctr">
                    <a:lnR>
                      <a:noFill/>
                    </a:lnR>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b="1" i="0" kern="1200" dirty="0">
                          <a:effectLst/>
                          <a:latin typeface="MULISH BOLD ROMAN" pitchFamily="2" charset="77"/>
                        </a:rPr>
                        <a:t>#</a:t>
                      </a:r>
                    </a:p>
                  </a:txBody>
                  <a:tcPr marL="45720" marR="0" marT="0" marB="0"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3">
                  <a:txBody>
                    <a:bodyPr/>
                    <a:lstStyle/>
                    <a:p>
                      <a:pPr algn="l"/>
                      <a:r>
                        <a:rPr lang="en-US" sz="900" b="1" i="0" dirty="0">
                          <a:latin typeface="MULISH BOLD ROMAN" pitchFamily="2" charset="77"/>
                        </a:rPr>
                        <a:t>Total opinions released</a:t>
                      </a:r>
                    </a:p>
                  </a:txBody>
                  <a:tcPr marL="45720" marR="0" marT="0" marB="0"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marL="45720" marR="0" marT="0" marB="0" anchor="ctr">
                    <a:lnL>
                      <a:noFill/>
                    </a:lnL>
                  </a:tcPr>
                </a:tc>
                <a:tc hMerge="1">
                  <a:txBody>
                    <a:bodyPr/>
                    <a:lstStyle/>
                    <a:p>
                      <a:endParaRPr lang="en-US"/>
                    </a:p>
                  </a:txBody>
                  <a:tcPr marL="45720" marR="0" marT="0" marB="0" anchor="ctr"/>
                </a:tc>
                <a:extLst>
                  <a:ext uri="{0D108BD9-81ED-4DB2-BD59-A6C34878D82A}">
                    <a16:rowId xmlns:a16="http://schemas.microsoft.com/office/drawing/2014/main" val="10030"/>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Zuch</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Barrett</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8-1</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52d</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CA3</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Trump v. J.G.G.</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6-3</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G</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DCDC</a:t>
                      </a:r>
                    </a:p>
                  </a:txBody>
                  <a:tcPr marL="45720" marR="0" marT="0" marB="0" anchor="ctr"/>
                </a:tc>
                <a:tc gridSpan="3">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R w="12700" cap="flat" cmpd="sng" algn="ctr">
                      <a:noFill/>
                      <a:prstDash val="solid"/>
                      <a:round/>
                      <a:headEnd type="none" w="med" len="med"/>
                      <a:tailEnd type="none" w="med" len="med"/>
                    </a:lnR>
                  </a:tcPr>
                </a:tc>
                <a:tc hMerge="1">
                  <a:txBody>
                    <a:bodyPr/>
                    <a:lstStyle/>
                    <a:p>
                      <a:endParaRPr 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b="1" i="0" kern="1200" dirty="0">
                          <a:effectLst/>
                          <a:latin typeface="MULISH BOLD ROMAN" pitchFamily="2" charset="77"/>
                        </a:rPr>
                        <a:t>43</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900" b="1" i="0" kern="120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gridSpan="3">
                  <a:txBody>
                    <a:bodyPr/>
                    <a:lstStyle/>
                    <a:p>
                      <a:pPr algn="l"/>
                      <a:endParaRPr lang="en-US" sz="900" b="1" i="0" dirty="0">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marL="45720" marR="0" marT="0" marB="0" anchor="ctr">
                    <a:lnL w="12700" cap="flat" cmpd="sng" algn="ctr">
                      <a:solidFill>
                        <a:schemeClr val="tx1"/>
                      </a:solidFill>
                      <a:prstDash val="solid"/>
                      <a:round/>
                      <a:headEnd type="none" w="med" len="med"/>
                      <a:tailEnd type="none" w="med" len="med"/>
                    </a:lnL>
                  </a:tcPr>
                </a:tc>
                <a:tc hMerge="1">
                  <a:txBody>
                    <a:bodyPr/>
                    <a:lstStyle/>
                    <a:p>
                      <a:endParaRPr lang="en-US"/>
                    </a:p>
                  </a:txBody>
                  <a:tcPr marL="45720" marR="0" marT="0" marB="0" anchor="ctr"/>
                </a:tc>
                <a:extLst>
                  <a:ext uri="{0D108BD9-81ED-4DB2-BD59-A6C34878D82A}">
                    <a16:rowId xmlns:a16="http://schemas.microsoft.com/office/drawing/2014/main" val="10031"/>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Diamond</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Kavanaugh</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7-2</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59d</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CADC</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A.A.R.P v. Trump</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7-2</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G</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CA5</a:t>
                      </a: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Granted for Argument</a:t>
                      </a:r>
                    </a:p>
                  </a:txBody>
                  <a:tcPr marL="45720" marR="0" marT="0" marB="0" anchor="ct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+62</a:t>
                      </a:r>
                    </a:p>
                  </a:txBody>
                  <a:tcPr marL="45720" marR="0" marT="0" marB="0" anchor="ctr">
                    <a:lnT w="12700" cap="flat" cmpd="sng" algn="ctr">
                      <a:solidFill>
                        <a:schemeClr val="tx1"/>
                      </a:solidFill>
                      <a:prstDash val="solid"/>
                      <a:round/>
                      <a:headEnd type="none" w="med" len="med"/>
                      <a:tailEnd type="none" w="med" len="med"/>
                    </a:lnT>
                  </a:tcPr>
                </a:tc>
                <a:tc gridSpan="4">
                  <a:txBody>
                    <a:bodyPr/>
                    <a:lstStyle/>
                    <a:p>
                      <a:pPr algn="l"/>
                      <a:r>
                        <a:rPr lang="en-US" sz="900" dirty="0">
                          <a:effectLst/>
                          <a:latin typeface="MULISH REGULAR ROMAN" pitchFamily="2" charset="77"/>
                        </a:rPr>
                        <a:t>62</a:t>
                      </a:r>
                      <a:endParaRPr lang="en-US" dirty="0"/>
                    </a:p>
                  </a:txBody>
                  <a:tcPr marL="45720" marR="0" marT="0" marB="0" anchor="ct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hMerge="1">
                  <a:txBody>
                    <a:bodyPr/>
                    <a:lstStyle/>
                    <a:p>
                      <a:endParaRPr lang="en-US"/>
                    </a:p>
                  </a:txBody>
                  <a:tcPr/>
                </a:tc>
                <a:tc hMerge="1">
                  <a:txBody>
                    <a:bodyPr/>
                    <a:lstStyle/>
                    <a:p>
                      <a:endParaRPr lang="en-US"/>
                    </a:p>
                  </a:txBody>
                  <a:tcPr marL="45720" marR="0" marT="0" marB="0" anchor="ctr"/>
                </a:tc>
                <a:tc hMerge="1">
                  <a:txBody>
                    <a:bodyPr/>
                    <a:lstStyle/>
                    <a:p>
                      <a:endParaRPr lang="en-US"/>
                    </a:p>
                  </a:txBody>
                  <a:tcPr marL="45720" marR="0" marT="0" marB="0" anchor="ctr"/>
                </a:tc>
                <a:extLst>
                  <a:ext uri="{0D108BD9-81ED-4DB2-BD59-A6C34878D82A}">
                    <a16:rowId xmlns:a16="http://schemas.microsoft.com/office/drawing/2014/main" val="2738805768"/>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A.J.T.</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Roberts</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46d</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CA8</a:t>
                      </a: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Decided Without Argument</a:t>
                      </a:r>
                    </a:p>
                  </a:txBody>
                  <a:tcPr marL="45720" marR="0" marT="0" marB="0" anchor="ctr">
                    <a:lnR>
                      <a:noFill/>
                    </a:ln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+7</a:t>
                      </a:r>
                    </a:p>
                  </a:txBody>
                  <a:tcPr marL="45720" marR="0" marT="0" marB="0" anchor="ctr">
                    <a:lnL>
                      <a:noFill/>
                    </a:lnL>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a:t>
                      </a:r>
                    </a:p>
                  </a:txBody>
                  <a:tcPr marL="45720" marR="0" marT="0" marB="0"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extLst>
                  <a:ext uri="{0D108BD9-81ED-4DB2-BD59-A6C34878D82A}">
                    <a16:rowId xmlns:a16="http://schemas.microsoft.com/office/drawing/2014/main" val="10032"/>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Soto</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Thomas</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46d</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CAFED</a:t>
                      </a: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Postponed Before Argument</a:t>
                      </a:r>
                    </a:p>
                  </a:txBody>
                  <a:tcPr marL="45720" marR="0" marT="0" marB="0" anchor="ctr">
                    <a:lnR>
                      <a:noFill/>
                    </a:ln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-4</a:t>
                      </a:r>
                    </a:p>
                  </a:txBody>
                  <a:tcPr marL="45720" marR="0" marT="0" marB="0" anchor="ctr">
                    <a:lnL>
                      <a:noFill/>
                    </a:lnL>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B>
                      <a:noFill/>
                    </a:lnB>
                    <a:lnTlToBr w="12700" cmpd="sng">
                      <a:noFill/>
                      <a:prstDash val="solid"/>
                    </a:lnTlToBr>
                    <a:lnBlToTr w="12700" cmpd="sng">
                      <a:noFill/>
                      <a:prstDash val="solid"/>
                    </a:lnBlToTr>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tcPr>
                </a:tc>
                <a:extLst>
                  <a:ext uri="{0D108BD9-81ED-4DB2-BD59-A6C34878D82A}">
                    <a16:rowId xmlns:a16="http://schemas.microsoft.com/office/drawing/2014/main" val="10033"/>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Martin</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Gorsuch</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45d</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CA11</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Dismissed After Argument</a:t>
                      </a:r>
                    </a:p>
                  </a:txBody>
                  <a:tcPr marL="45720" marR="0" marT="0" marB="0" anchor="ctr">
                    <a:lnB>
                      <a:noFill/>
                    </a:lnB>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-1</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3</a:t>
                      </a:r>
                    </a:p>
                  </a:txBody>
                  <a:tcPr marL="45720" marR="0" marT="0" marB="0" anchor="ctr">
                    <a:lnT>
                      <a:noFill/>
                    </a:lnT>
                    <a:lnB w="12700" cap="flat" cmpd="sng" algn="ctr">
                      <a:solidFill>
                        <a:schemeClr val="tx1"/>
                      </a:solidFill>
                      <a:prstDash val="solid"/>
                      <a:round/>
                      <a:headEnd type="none" w="med" len="med"/>
                      <a:tailEnd type="none" w="med" len="med"/>
                    </a:lnB>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T>
                      <a:noFill/>
                    </a:lnT>
                    <a:lnB w="12700" cap="flat" cmpd="sng" algn="ctr">
                      <a:solidFill>
                        <a:schemeClr val="tx1"/>
                      </a:solidFill>
                      <a:prstDash val="solid"/>
                      <a:round/>
                      <a:headEnd type="none" w="med" len="med"/>
                      <a:tailEnd type="none" w="med" len="med"/>
                    </a:lnB>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34"/>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Laboratory Corp.</a:t>
                      </a:r>
                    </a:p>
                  </a:txBody>
                  <a:tcPr marL="45720" marR="0" marT="0" marB="0" anchor="ctr">
                    <a:lnB>
                      <a:noFill/>
                    </a:lnB>
                  </a:tcP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PC</a:t>
                      </a:r>
                    </a:p>
                  </a:txBody>
                  <a:tcPr marL="45720" marR="0" marT="0" marB="0" anchor="ctr">
                    <a:lnB>
                      <a:noFill/>
                    </a:lnB>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PC</a:t>
                      </a:r>
                    </a:p>
                  </a:txBody>
                  <a:tcPr marL="45720" marR="0" marT="0" marB="0" anchor="ctr">
                    <a:lnB>
                      <a:noFill/>
                    </a:lnB>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38d</a:t>
                      </a:r>
                    </a:p>
                  </a:txBody>
                  <a:tcPr marL="45720" marR="0" marT="0" marB="0" anchor="ctr">
                    <a:lnB>
                      <a:noFill/>
                    </a:lnB>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DIG</a:t>
                      </a:r>
                    </a:p>
                  </a:txBody>
                  <a:tcPr marL="45720" marR="0" marT="0" marB="0" anchor="ctr">
                    <a:lnB>
                      <a:noFill/>
                    </a:lnB>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CA9</a:t>
                      </a:r>
                    </a:p>
                  </a:txBody>
                  <a:tcPr marL="45720" marR="0" marT="0" marB="0" anchor="ctr">
                    <a:lnB>
                      <a:noFill/>
                    </a:lnB>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R>
                      <a:noFill/>
                    </a:lnR>
                    <a:lnB>
                      <a:noFill/>
                    </a:lnB>
                  </a:tcPr>
                </a:tc>
                <a:tc gridSpan="3">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L>
                      <a:noFill/>
                    </a:lnL>
                    <a:lnR w="12700" cap="flat" cmpd="sng" algn="ctr">
                      <a:solidFill>
                        <a:schemeClr val="tx1"/>
                      </a:solidFill>
                      <a:prstDash val="solid"/>
                      <a:round/>
                      <a:headEnd type="none" w="med" len="med"/>
                      <a:tailEnd type="none" w="med" len="med"/>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-1</a:t>
                      </a:r>
                    </a:p>
                  </a:txBody>
                  <a:tcPr marL="45720" marR="0" marT="0" marB="0" anchor="ctr">
                    <a:lnL>
                      <a:noFill/>
                    </a:lnL>
                    <a:lnB w="12700" cap="flat" cmpd="sng" algn="ctr">
                      <a:solidFill>
                        <a:schemeClr val="tx1"/>
                      </a:solidFill>
                      <a:prstDash val="solid"/>
                      <a:round/>
                      <a:headEnd type="none" w="med" len="med"/>
                      <a:tailEnd type="none" w="med" len="med"/>
                    </a:lnB>
                  </a:tcPr>
                </a:tc>
                <a:tc>
                  <a:txBody>
                    <a:bodyPr/>
                    <a:lstStyle/>
                    <a:p>
                      <a:pPr marL="0" algn="l" rtl="0" eaLnBrk="1" fontAlgn="auto" latinLnBrk="0" hangingPunct="1">
                        <a:spcBef>
                          <a:spcPts val="0"/>
                        </a:spcBef>
                        <a:spcAft>
                          <a:spcPts val="0"/>
                        </a:spcAft>
                      </a:pPr>
                      <a:r>
                        <a:rPr lang="en-US" sz="900" b="1" i="0" dirty="0">
                          <a:effectLst/>
                          <a:latin typeface="MULISH BOLD ROMAN" pitchFamily="2" charset="77"/>
                        </a:rPr>
                        <a:t># </a:t>
                      </a:r>
                    </a:p>
                  </a:txBody>
                  <a:tcPr marL="45720" marR="0" marT="0"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3">
                  <a:txBody>
                    <a:bodyPr/>
                    <a:lstStyle/>
                    <a:p>
                      <a:pPr marL="0" algn="l" rtl="0" eaLnBrk="1" fontAlgn="auto" latinLnBrk="0" hangingPunct="1">
                        <a:spcBef>
                          <a:spcPts val="0"/>
                        </a:spcBef>
                        <a:spcAft>
                          <a:spcPts val="0"/>
                        </a:spcAft>
                      </a:pPr>
                      <a:r>
                        <a:rPr lang="en-US" sz="900" b="1" i="0" dirty="0">
                          <a:effectLst/>
                          <a:latin typeface="MULISH BOLD ROMAN" pitchFamily="2" charset="77"/>
                        </a:rPr>
                        <a:t>Total opinions expected</a:t>
                      </a:r>
                    </a:p>
                  </a:txBody>
                  <a:tcPr marL="45720" marR="0" marT="0"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a:p>
                  </a:txBody>
                  <a:tcPr/>
                </a:tc>
                <a:tc hMerge="1">
                  <a:txBody>
                    <a:bodyPr/>
                    <a:lstStyle/>
                    <a:p>
                      <a:pPr marL="0" algn="l" rtl="0" eaLnBrk="1" fontAlgn="auto" latinLnBrk="0" hangingPunct="1">
                        <a:spcBef>
                          <a:spcPts val="0"/>
                        </a:spcBef>
                        <a:spcAft>
                          <a:spcPts val="0"/>
                        </a:spcAft>
                      </a:pPr>
                      <a:endParaRPr lang="en-US" sz="800" dirty="0">
                        <a:effectLst/>
                        <a:latin typeface="MULISH REGULAR ROMAN" pitchFamily="2" charset="77"/>
                      </a:endParaRPr>
                    </a:p>
                  </a:txBody>
                  <a:tcPr marL="45720" marR="0" marT="0"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0772720"/>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Drummond</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a:effectLst/>
                          <a:latin typeface="MULISH REGULAR ROMAN" pitchFamily="2" charset="77"/>
                        </a:rPr>
                        <a:t>PC</a:t>
                      </a:r>
                      <a:endParaRPr lang="en-US" sz="900" i="1"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4-4</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22d</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SCOK</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gridSpan="3">
                  <a:txBody>
                    <a:bodyPr/>
                    <a:lstStyle/>
                    <a:p>
                      <a:pPr marL="0" lvl="0" algn="l" rtl="0">
                        <a:spcBef>
                          <a:spcPts val="0"/>
                        </a:spcBef>
                        <a:spcAft>
                          <a:spcPts val="0"/>
                        </a:spcAft>
                        <a:buNone/>
                      </a:pPr>
                      <a:endParaRPr lang="en-US" sz="900" b="1" i="0" dirty="0">
                        <a:effectLst/>
                        <a:latin typeface="MULISH BOLD ROMAN" pitchFamily="2" charset="77"/>
                      </a:endParaRPr>
                    </a:p>
                  </a:txBody>
                  <a:tcPr marL="45720" marR="0" marT="0" marB="0" anchor="ctr">
                    <a:lnL>
                      <a:noFill/>
                    </a:lnL>
                    <a:lnR w="12700" cap="flat" cmpd="sng" algn="ctr">
                      <a:noFill/>
                      <a:prstDash val="solid"/>
                      <a:round/>
                      <a:headEnd type="none" w="med" len="med"/>
                      <a:tailEnd type="none" w="med" len="med"/>
                    </a:lnR>
                    <a:lnT>
                      <a:noFill/>
                    </a:lnT>
                    <a:lnB w="12700" cmpd="sng">
                      <a:noFill/>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b="1" i="0" dirty="0">
                          <a:effectLst/>
                          <a:latin typeface="MULISH BOLD ROMAN" pitchFamily="2" charset="77"/>
                        </a:rPr>
                        <a:t>64</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gridSpan="3">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en-US"/>
                    </a:p>
                  </a:txBody>
                  <a:tcPr>
                    <a:lnL w="12700" cap="flat" cmpd="sng" algn="ctr">
                      <a:solidFill>
                        <a:schemeClr val="tx1"/>
                      </a:solidFill>
                      <a:prstDash val="solid"/>
                      <a:round/>
                      <a:headEnd type="none" w="med" len="med"/>
                      <a:tailEnd type="none" w="med" len="med"/>
                    </a:lnL>
                  </a:tcPr>
                </a:tc>
                <a:tc hMerge="1">
                  <a:txBody>
                    <a:bodyPr/>
                    <a:lstStyle/>
                    <a:p>
                      <a:pPr marL="0" algn="l" rtl="0" eaLnBrk="1" fontAlgn="auto" latinLnBrk="0" hangingPunct="1">
                        <a:spcBef>
                          <a:spcPts val="0"/>
                        </a:spcBef>
                        <a:spcAft>
                          <a:spcPts val="0"/>
                        </a:spcAft>
                      </a:pPr>
                      <a:endParaRPr lang="en-US" sz="800" dirty="0">
                        <a:effectLst/>
                        <a:latin typeface="MULISH REGULAR ROMAN" pitchFamily="2" charset="77"/>
                      </a:endParaRPr>
                    </a:p>
                  </a:txBody>
                  <a:tcPr marL="45720" marR="0" marT="0" marB="0" anchor="ctr"/>
                </a:tc>
                <a:extLst>
                  <a:ext uri="{0D108BD9-81ED-4DB2-BD59-A6C34878D82A}">
                    <a16:rowId xmlns:a16="http://schemas.microsoft.com/office/drawing/2014/main" val="3067803215"/>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Trump v. CASA</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endParaRPr lang="en-US" dirty="0"/>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gridSpan="3">
                  <a:txBody>
                    <a:bodyPr/>
                    <a:lstStyle/>
                    <a:p>
                      <a:pPr marL="0" lvl="0" algn="l" rtl="0">
                        <a:spcBef>
                          <a:spcPts val="0"/>
                        </a:spcBef>
                        <a:spcAft>
                          <a:spcPts val="0"/>
                        </a:spcAft>
                        <a:buNone/>
                      </a:pPr>
                      <a:endParaRPr lang="en-US" sz="900" b="1" i="0" dirty="0">
                        <a:effectLst/>
                        <a:latin typeface="MULISH BOLD ROMAN" pitchFamily="2" charset="77"/>
                      </a:endParaRPr>
                    </a:p>
                  </a:txBody>
                  <a:tcPr marL="45720" marR="0" marT="0" marB="0" anchor="ctr">
                    <a:lnL>
                      <a:noFill/>
                    </a:lnL>
                    <a:lnR w="12700" cap="flat" cmpd="sng" algn="ctr">
                      <a:noFill/>
                      <a:prstDash val="solid"/>
                      <a:round/>
                      <a:headEnd type="none" w="med" len="med"/>
                      <a:tailEnd type="none" w="med" len="med"/>
                    </a:lnR>
                    <a:lnT>
                      <a:noFill/>
                    </a:lnT>
                    <a:lnB w="12700" cmpd="sng">
                      <a:noFill/>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endParaRPr lang="en-US"/>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gridSpan="3">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502371092"/>
                  </a:ext>
                </a:extLst>
              </a:tr>
            </a:tbl>
          </a:graphicData>
        </a:graphic>
      </p:graphicFrame>
      <p:sp>
        <p:nvSpPr>
          <p:cNvPr id="10" name="Title 9">
            <a:extLst>
              <a:ext uri="{FF2B5EF4-FFF2-40B4-BE49-F238E27FC236}">
                <a16:creationId xmlns:a16="http://schemas.microsoft.com/office/drawing/2014/main" id="{65291775-D77D-C7ED-3718-F50DBA74F251}"/>
              </a:ext>
            </a:extLst>
          </p:cNvPr>
          <p:cNvSpPr txBox="1">
            <a:spLocks/>
          </p:cNvSpPr>
          <p:nvPr/>
        </p:nvSpPr>
        <p:spPr>
          <a:xfrm>
            <a:off x="304800" y="19551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TERM INDEX</a:t>
            </a:r>
          </a:p>
        </p:txBody>
      </p:sp>
      <p:sp>
        <p:nvSpPr>
          <p:cNvPr id="2" name="TextBox 1">
            <a:extLst>
              <a:ext uri="{FF2B5EF4-FFF2-40B4-BE49-F238E27FC236}">
                <a16:creationId xmlns:a16="http://schemas.microsoft.com/office/drawing/2014/main" id="{9CA8A9C5-D824-8E2D-266A-08ED4664724A}"/>
              </a:ext>
            </a:extLst>
          </p:cNvPr>
          <p:cNvSpPr txBox="1"/>
          <p:nvPr/>
        </p:nvSpPr>
        <p:spPr>
          <a:xfrm>
            <a:off x="2955083" y="264926"/>
            <a:ext cx="8841860" cy="430887"/>
          </a:xfrm>
          <a:prstGeom prst="rect">
            <a:avLst/>
          </a:prstGeom>
          <a:noFill/>
          <a:ln>
            <a:solidFill>
              <a:schemeClr val="tx1"/>
            </a:solidFill>
          </a:ln>
        </p:spPr>
        <p:txBody>
          <a:bodyPr wrap="square" rtlCol="0" anchor="t">
            <a:spAutoFit/>
          </a:bodyPr>
          <a:lstStyle/>
          <a:p>
            <a:pPr algn="ctr"/>
            <a:r>
              <a:rPr lang="en-US" sz="1100" i="1" dirty="0">
                <a:latin typeface="MULISH ITALIC" pitchFamily="2" charset="77"/>
              </a:rPr>
              <a:t>This Chart Includes Information re: Case Name, Majority Opinion Author, Vote, Days Between Arguments and Opinion, Judgement, and Court Below</a:t>
            </a:r>
          </a:p>
          <a:p>
            <a:pPr algn="ctr"/>
            <a:r>
              <a:rPr lang="en-US" sz="1100" b="1" i="1" dirty="0">
                <a:latin typeface="MULISH ITALIC" pitchFamily="2" charset="77"/>
              </a:rPr>
              <a:t>A</a:t>
            </a:r>
            <a:r>
              <a:rPr lang="en-US" sz="1100" i="1" dirty="0">
                <a:latin typeface="MULISH ITALIC" pitchFamily="2" charset="77"/>
              </a:rPr>
              <a:t> = Affirmed	</a:t>
            </a:r>
            <a:r>
              <a:rPr lang="en-US" sz="1100" b="1" i="1" dirty="0">
                <a:latin typeface="MULISH ITALIC" pitchFamily="2" charset="77"/>
              </a:rPr>
              <a:t>V</a:t>
            </a:r>
            <a:r>
              <a:rPr lang="en-US" sz="1100" i="1" dirty="0">
                <a:latin typeface="MULISH ITALIC" pitchFamily="2" charset="77"/>
              </a:rPr>
              <a:t> = Vacated	</a:t>
            </a:r>
            <a:r>
              <a:rPr lang="en-US" sz="1100" b="1" i="1" dirty="0">
                <a:latin typeface="MULISH ITALIC" pitchFamily="2" charset="77"/>
              </a:rPr>
              <a:t>R</a:t>
            </a:r>
            <a:r>
              <a:rPr lang="en-US" sz="1100" i="1" dirty="0">
                <a:latin typeface="MULISH ITALIC" pitchFamily="2" charset="77"/>
              </a:rPr>
              <a:t> = Reversed	</a:t>
            </a:r>
            <a:r>
              <a:rPr lang="en-US" sz="1100" b="1" i="1" dirty="0">
                <a:latin typeface="MULISH ITALIC" pitchFamily="2" charset="77"/>
              </a:rPr>
              <a:t>G</a:t>
            </a:r>
            <a:r>
              <a:rPr lang="en-US" sz="1100" i="1" dirty="0">
                <a:latin typeface="MULISH ITALIC" pitchFamily="2" charset="77"/>
              </a:rPr>
              <a:t> = Granted	</a:t>
            </a:r>
            <a:r>
              <a:rPr lang="en-US" sz="1100" b="1" i="1" dirty="0">
                <a:latin typeface="MULISH ITALIC" pitchFamily="2" charset="77"/>
              </a:rPr>
              <a:t>DIG</a:t>
            </a:r>
            <a:r>
              <a:rPr lang="en-US" sz="1100" i="1" dirty="0">
                <a:latin typeface="MULISH ITALIC" pitchFamily="2" charset="77"/>
              </a:rPr>
              <a:t> = Dismissed as Improvidently Granted       </a:t>
            </a:r>
            <a:r>
              <a:rPr lang="en-US" sz="1100" b="1" i="1" dirty="0">
                <a:latin typeface="MULISH ITALIC" pitchFamily="2" charset="77"/>
              </a:rPr>
              <a:t>PC</a:t>
            </a:r>
            <a:r>
              <a:rPr lang="en-US" sz="1100" i="1" dirty="0">
                <a:latin typeface="MULISH ITALIC" pitchFamily="2" charset="77"/>
              </a:rPr>
              <a:t> = Per Curiam</a:t>
            </a:r>
          </a:p>
        </p:txBody>
      </p:sp>
      <p:sp>
        <p:nvSpPr>
          <p:cNvPr id="5" name="Slide Number Placeholder 4">
            <a:extLst>
              <a:ext uri="{FF2B5EF4-FFF2-40B4-BE49-F238E27FC236}">
                <a16:creationId xmlns:a16="http://schemas.microsoft.com/office/drawing/2014/main" id="{3B9ADC86-F6CF-1245-415F-213F8787392C}"/>
              </a:ext>
            </a:extLst>
          </p:cNvPr>
          <p:cNvSpPr>
            <a:spLocks noGrp="1"/>
          </p:cNvSpPr>
          <p:nvPr>
            <p:ph type="sldNum" sz="quarter" idx="12"/>
          </p:nvPr>
        </p:nvSpPr>
        <p:spPr/>
        <p:txBody>
          <a:bodyPr/>
          <a:lstStyle/>
          <a:p>
            <a:fld id="{5E212BD6-99D2-4430-8307-3DFF6CB1AF68}" type="slidenum">
              <a:rPr lang="en-US" smtClean="0"/>
              <a:t>30</a:t>
            </a:fld>
            <a:endParaRPr lang="en-US" dirty="0"/>
          </a:p>
        </p:txBody>
      </p:sp>
    </p:spTree>
    <p:extLst>
      <p:ext uri="{BB962C8B-B14F-4D97-AF65-F5344CB8AC3E}">
        <p14:creationId xmlns:p14="http://schemas.microsoft.com/office/powerpoint/2010/main" val="25080639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28633</TotalTime>
  <Words>4622</Words>
  <Application>Microsoft Office PowerPoint</Application>
  <PresentationFormat>Widescreen</PresentationFormat>
  <Paragraphs>1729</Paragraphs>
  <Slides>30</Slides>
  <Notes>14</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30</vt:i4>
      </vt:variant>
    </vt:vector>
  </HeadingPairs>
  <TitlesOfParts>
    <vt:vector size="41" baseType="lpstr">
      <vt:lpstr>Aptos</vt:lpstr>
      <vt:lpstr>Arial</vt:lpstr>
      <vt:lpstr>Calibri</vt:lpstr>
      <vt:lpstr>Calibri Light</vt:lpstr>
      <vt:lpstr>MULISH BLACK ROMAN</vt:lpstr>
      <vt:lpstr>MULISH BOLD ROMAN</vt:lpstr>
      <vt:lpstr>MULISH EXTRABOLD ROMAN</vt:lpstr>
      <vt:lpstr>MULISH ITALIC</vt:lpstr>
      <vt:lpstr>MULISH REGULAR ROMAN</vt:lpstr>
      <vt:lpstr>MULISH SEMIBOLD ROMAN</vt:lpstr>
      <vt:lpstr>Office Theme</vt:lpstr>
      <vt:lpstr>Final Stat Pack for the 2024-25 term  June .., 2025  UPDATED June 21, 2025</vt:lpstr>
      <vt:lpstr>TABLE OF CONTENTS</vt:lpstr>
      <vt:lpstr>INTRODUCTION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VOTING ALIGNMENT</vt:lpstr>
      <vt:lpstr>VOTING ALIGNMENT</vt:lpstr>
      <vt:lpstr>VOTING ALIGNMENT</vt:lpstr>
      <vt:lpstr>VOTING ALIGNMENT</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adam</dc:creator>
  <cp:lastModifiedBy>Truscott, Jake</cp:lastModifiedBy>
  <cp:revision>350</cp:revision>
  <cp:lastPrinted>2019-06-28T21:02:00Z</cp:lastPrinted>
  <dcterms:created xsi:type="dcterms:W3CDTF">2019-02-07T19:44:00Z</dcterms:created>
  <dcterms:modified xsi:type="dcterms:W3CDTF">2025-06-22T13:03:01Z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1033-11.2.0.9431</vt:lpwstr>
  </property>
</Properties>
</file>