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omments/comment5.xml" ContentType="application/vnd.openxmlformats-officedocument.presentationml.comments+xml"/>
  <Override PartName="/ppt/notesSlides/notesSlide11.xml" ContentType="application/vnd.openxmlformats-officedocument.presentationml.notesSlide+xml"/>
  <Override PartName="/ppt/comments/comment6.xml" ContentType="application/vnd.openxmlformats-officedocument.presentationml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7"/>
  </p:notesMasterIdLst>
  <p:sldIdLst>
    <p:sldId id="397" r:id="rId2"/>
    <p:sldId id="392" r:id="rId3"/>
    <p:sldId id="269" r:id="rId4"/>
    <p:sldId id="393" r:id="rId5"/>
    <p:sldId id="402" r:id="rId6"/>
    <p:sldId id="381" r:id="rId7"/>
    <p:sldId id="345" r:id="rId8"/>
    <p:sldId id="390" r:id="rId9"/>
    <p:sldId id="391" r:id="rId10"/>
    <p:sldId id="299" r:id="rId11"/>
    <p:sldId id="343" r:id="rId12"/>
    <p:sldId id="346" r:id="rId13"/>
    <p:sldId id="395" r:id="rId14"/>
    <p:sldId id="396" r:id="rId15"/>
    <p:sldId id="383" r:id="rId16"/>
    <p:sldId id="340" r:id="rId17"/>
    <p:sldId id="348" r:id="rId18"/>
    <p:sldId id="394" r:id="rId19"/>
    <p:sldId id="350" r:id="rId20"/>
    <p:sldId id="324" r:id="rId21"/>
    <p:sldId id="403" r:id="rId22"/>
    <p:sldId id="398" r:id="rId23"/>
    <p:sldId id="399" r:id="rId24"/>
    <p:sldId id="400" r:id="rId25"/>
    <p:sldId id="401" r:id="rId26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86D7032-D21C-4DDA-B0EB-E1D7D4282753}">
          <p14:sldIdLst>
            <p14:sldId id="397"/>
            <p14:sldId id="392"/>
            <p14:sldId id="269"/>
            <p14:sldId id="393"/>
            <p14:sldId id="402"/>
            <p14:sldId id="381"/>
            <p14:sldId id="345"/>
            <p14:sldId id="390"/>
            <p14:sldId id="391"/>
            <p14:sldId id="299"/>
            <p14:sldId id="343"/>
            <p14:sldId id="346"/>
            <p14:sldId id="395"/>
            <p14:sldId id="396"/>
            <p14:sldId id="383"/>
            <p14:sldId id="340"/>
            <p14:sldId id="348"/>
            <p14:sldId id="394"/>
            <p14:sldId id="350"/>
            <p14:sldId id="324"/>
            <p14:sldId id="403"/>
            <p14:sldId id="398"/>
            <p14:sldId id="399"/>
            <p14:sldId id="400"/>
            <p14:sldId id="40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56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w Hamm" initials="AH" lastIdx="4" clrIdx="0"/>
  <p:cmAuthor id="2" name="adam" initials="a" lastIdx="3" clrIdx="1"/>
  <p:cmAuthor id="3" name="Kalvis Golde" initials="KG" lastIdx="93" clrIdx="2">
    <p:extLst>
      <p:ext uri="{19B8F6BF-5375-455C-9EA6-DF929625EA0E}">
        <p15:presenceInfo xmlns:p15="http://schemas.microsoft.com/office/powerpoint/2012/main" userId="d12450372feb748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478A"/>
    <a:srgbClr val="0F9147"/>
    <a:srgbClr val="FDD532"/>
    <a:srgbClr val="4F4789"/>
    <a:srgbClr val="0469A9"/>
    <a:srgbClr val="4FEDED"/>
    <a:srgbClr val="A90404"/>
    <a:srgbClr val="5B9BD5"/>
    <a:srgbClr val="D2DEEF"/>
    <a:srgbClr val="66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B4EF15D-42C9-844D-8A07-BC881FB6F23C}" v="468" dt="2021-06-22T21:45:02.225"/>
  </p1510:revLst>
</p1510:revInfo>
</file>

<file path=ppt/tableStyles.xml><?xml version="1.0" encoding="utf-8"?>
<a:tblStyleLst xmlns:a="http://schemas.openxmlformats.org/drawingml/2006/main" def="{7DF18680-E054-41AD-8BC1-D1AEF772440D}">
  <a:tblStyle styleId="{8FD4443E-F989-4FC4-A0C8-D5A2AF1F390B}" styleName="深色样式 1 - 强调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1"/>
    <p:restoredTop sz="9517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>
        <p:guide orient="horz" pos="2156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lvis Golde" userId="d12450372feb7484" providerId="LiveId" clId="{2B4EF15D-42C9-844D-8A07-BC881FB6F23C}"/>
    <pc:docChg chg="undo redo custSel addSld delSld modSld sldOrd modSection">
      <pc:chgData name="Kalvis Golde" userId="d12450372feb7484" providerId="LiveId" clId="{2B4EF15D-42C9-844D-8A07-BC881FB6F23C}" dt="2021-06-22T21:45:26.631" v="15652" actId="1076"/>
      <pc:docMkLst>
        <pc:docMk/>
      </pc:docMkLst>
      <pc:sldChg chg="modSp mod delCm">
        <pc:chgData name="Kalvis Golde" userId="d12450372feb7484" providerId="LiveId" clId="{2B4EF15D-42C9-844D-8A07-BC881FB6F23C}" dt="2021-06-22T20:08:24.048" v="14713" actId="14734"/>
        <pc:sldMkLst>
          <pc:docMk/>
          <pc:sldMk cId="0" sldId="269"/>
        </pc:sldMkLst>
        <pc:spChg chg="mod">
          <ac:chgData name="Kalvis Golde" userId="d12450372feb7484" providerId="LiveId" clId="{2B4EF15D-42C9-844D-8A07-BC881FB6F23C}" dt="2021-06-22T19:26:55.030" v="14128" actId="13926"/>
          <ac:spMkLst>
            <pc:docMk/>
            <pc:sldMk cId="0" sldId="269"/>
            <ac:spMk id="10" creationId="{41C3B68A-3143-8C40-9052-984CB81771DE}"/>
          </ac:spMkLst>
        </pc:spChg>
        <pc:graphicFrameChg chg="mod modGraphic">
          <ac:chgData name="Kalvis Golde" userId="d12450372feb7484" providerId="LiveId" clId="{2B4EF15D-42C9-844D-8A07-BC881FB6F23C}" dt="2021-06-22T20:08:24.048" v="14713" actId="14734"/>
          <ac:graphicFrameMkLst>
            <pc:docMk/>
            <pc:sldMk cId="0" sldId="269"/>
            <ac:graphicFrameMk id="13" creationId="{2816B8B4-2B75-4A4E-82B3-628AEF4C139E}"/>
          </ac:graphicFrameMkLst>
        </pc:graphicFrameChg>
      </pc:sldChg>
      <pc:sldChg chg="addSp delSp modSp mod addCm delCm modCm">
        <pc:chgData name="Kalvis Golde" userId="d12450372feb7484" providerId="LiveId" clId="{2B4EF15D-42C9-844D-8A07-BC881FB6F23C}" dt="2021-06-22T21:13:28.645" v="14732"/>
        <pc:sldMkLst>
          <pc:docMk/>
          <pc:sldMk cId="0" sldId="298"/>
        </pc:sldMkLst>
        <pc:spChg chg="del">
          <ac:chgData name="Kalvis Golde" userId="d12450372feb7484" providerId="LiveId" clId="{2B4EF15D-42C9-844D-8A07-BC881FB6F23C}" dt="2021-06-10T17:56:57.277" v="504" actId="478"/>
          <ac:spMkLst>
            <pc:docMk/>
            <pc:sldMk cId="0" sldId="298"/>
            <ac:spMk id="2" creationId="{00000000-0000-0000-0000-000000000000}"/>
          </ac:spMkLst>
        </pc:spChg>
        <pc:spChg chg="mod">
          <ac:chgData name="Kalvis Golde" userId="d12450372feb7484" providerId="LiveId" clId="{2B4EF15D-42C9-844D-8A07-BC881FB6F23C}" dt="2021-06-10T18:41:22.866" v="1689" actId="1036"/>
          <ac:spMkLst>
            <pc:docMk/>
            <pc:sldMk cId="0" sldId="298"/>
            <ac:spMk id="4" creationId="{00000000-0000-0000-0000-000000000000}"/>
          </ac:spMkLst>
        </pc:spChg>
        <pc:spChg chg="del mod">
          <ac:chgData name="Kalvis Golde" userId="d12450372feb7484" providerId="LiveId" clId="{2B4EF15D-42C9-844D-8A07-BC881FB6F23C}" dt="2021-06-10T18:11:54.475" v="928" actId="478"/>
          <ac:spMkLst>
            <pc:docMk/>
            <pc:sldMk cId="0" sldId="298"/>
            <ac:spMk id="5" creationId="{2CBC4E64-8FB4-2E4F-AE2A-FE9460394B32}"/>
          </ac:spMkLst>
        </pc:spChg>
        <pc:spChg chg="add del mod">
          <ac:chgData name="Kalvis Golde" userId="d12450372feb7484" providerId="LiveId" clId="{2B4EF15D-42C9-844D-8A07-BC881FB6F23C}" dt="2021-06-10T17:57:04.163" v="506" actId="478"/>
          <ac:spMkLst>
            <pc:docMk/>
            <pc:sldMk cId="0" sldId="298"/>
            <ac:spMk id="9" creationId="{3C9CF0BA-BC2E-1945-875F-30B34241A178}"/>
          </ac:spMkLst>
        </pc:spChg>
        <pc:spChg chg="add mod">
          <ac:chgData name="Kalvis Golde" userId="d12450372feb7484" providerId="LiveId" clId="{2B4EF15D-42C9-844D-8A07-BC881FB6F23C}" dt="2021-06-22T19:03:29.701" v="13685" actId="13926"/>
          <ac:spMkLst>
            <pc:docMk/>
            <pc:sldMk cId="0" sldId="298"/>
            <ac:spMk id="10" creationId="{68D6C34B-8497-B544-815A-2076A22DC17B}"/>
          </ac:spMkLst>
        </pc:spChg>
        <pc:graphicFrameChg chg="mod modGraphic">
          <ac:chgData name="Kalvis Golde" userId="d12450372feb7484" providerId="LiveId" clId="{2B4EF15D-42C9-844D-8A07-BC881FB6F23C}" dt="2021-06-22T19:05:42.048" v="13699" actId="13926"/>
          <ac:graphicFrameMkLst>
            <pc:docMk/>
            <pc:sldMk cId="0" sldId="298"/>
            <ac:graphicFrameMk id="7" creationId="{00000000-0000-0000-0000-000000000000}"/>
          </ac:graphicFrameMkLst>
        </pc:graphicFrameChg>
        <pc:graphicFrameChg chg="del modGraphic">
          <ac:chgData name="Kalvis Golde" userId="d12450372feb7484" providerId="LiveId" clId="{2B4EF15D-42C9-844D-8A07-BC881FB6F23C}" dt="2021-06-10T18:17:54.990" v="1000" actId="478"/>
          <ac:graphicFrameMkLst>
            <pc:docMk/>
            <pc:sldMk cId="0" sldId="298"/>
            <ac:graphicFrameMk id="8" creationId="{6B275725-D677-AE43-9CE5-096DF8400729}"/>
          </ac:graphicFrameMkLst>
        </pc:graphicFrameChg>
      </pc:sldChg>
      <pc:sldChg chg="addSp delSp modSp add del mod addCm delCm modCm">
        <pc:chgData name="Kalvis Golde" userId="d12450372feb7484" providerId="LiveId" clId="{2B4EF15D-42C9-844D-8A07-BC881FB6F23C}" dt="2021-06-22T21:21:28.146" v="15338"/>
        <pc:sldMkLst>
          <pc:docMk/>
          <pc:sldMk cId="0" sldId="299"/>
        </pc:sldMkLst>
        <pc:spChg chg="del">
          <ac:chgData name="Kalvis Golde" userId="d12450372feb7484" providerId="LiveId" clId="{2B4EF15D-42C9-844D-8A07-BC881FB6F23C}" dt="2021-06-22T16:15:15.372" v="11982" actId="478"/>
          <ac:spMkLst>
            <pc:docMk/>
            <pc:sldMk cId="0" sldId="299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9:44:10.673" v="6323" actId="478"/>
          <ac:spMkLst>
            <pc:docMk/>
            <pc:sldMk cId="0" sldId="299"/>
            <ac:spMk id="4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6:15:08.613" v="11980" actId="478"/>
          <ac:spMkLst>
            <pc:docMk/>
            <pc:sldMk cId="0" sldId="299"/>
            <ac:spMk id="5" creationId="{082B7746-FD95-0143-96B1-BFB512F69B9A}"/>
          </ac:spMkLst>
        </pc:spChg>
        <pc:spChg chg="add del mod">
          <ac:chgData name="Kalvis Golde" userId="d12450372feb7484" providerId="LiveId" clId="{2B4EF15D-42C9-844D-8A07-BC881FB6F23C}" dt="2021-06-22T16:15:16.864" v="11983" actId="478"/>
          <ac:spMkLst>
            <pc:docMk/>
            <pc:sldMk cId="0" sldId="299"/>
            <ac:spMk id="8" creationId="{C380418D-E24D-2143-9460-8687DBA7B618}"/>
          </ac:spMkLst>
        </pc:spChg>
        <pc:spChg chg="add mod">
          <ac:chgData name="Kalvis Golde" userId="d12450372feb7484" providerId="LiveId" clId="{2B4EF15D-42C9-844D-8A07-BC881FB6F23C}" dt="2021-06-22T19:08:37.600" v="13795" actId="13926"/>
          <ac:spMkLst>
            <pc:docMk/>
            <pc:sldMk cId="0" sldId="299"/>
            <ac:spMk id="10" creationId="{D366379E-E9D8-DB42-B1E2-38F621A2306F}"/>
          </ac:spMkLst>
        </pc:spChg>
        <pc:graphicFrameChg chg="add mod modGraphic">
          <ac:chgData name="Kalvis Golde" userId="d12450372feb7484" providerId="LiveId" clId="{2B4EF15D-42C9-844D-8A07-BC881FB6F23C}" dt="2021-06-22T19:32:07.263" v="14176"/>
          <ac:graphicFrameMkLst>
            <pc:docMk/>
            <pc:sldMk cId="0" sldId="299"/>
            <ac:graphicFrameMk id="7" creationId="{AFEE743B-3743-7B46-A02B-4C621618C449}"/>
          </ac:graphicFrameMkLst>
        </pc:graphicFrameChg>
        <pc:graphicFrameChg chg="del mod modGraphic">
          <ac:chgData name="Kalvis Golde" userId="d12450372feb7484" providerId="LiveId" clId="{2B4EF15D-42C9-844D-8A07-BC881FB6F23C}" dt="2021-06-22T16:15:06.621" v="11979" actId="478"/>
          <ac:graphicFrameMkLst>
            <pc:docMk/>
            <pc:sldMk cId="0" sldId="299"/>
            <ac:graphicFrameMk id="15" creationId="{00000000-0000-0000-0000-000000000000}"/>
          </ac:graphicFrameMkLst>
        </pc:graphicFrameChg>
      </pc:sldChg>
      <pc:sldChg chg="addSp modSp del mod">
        <pc:chgData name="Kalvis Golde" userId="d12450372feb7484" providerId="LiveId" clId="{2B4EF15D-42C9-844D-8A07-BC881FB6F23C}" dt="2021-06-10T20:14:05.850" v="8416" actId="2696"/>
        <pc:sldMkLst>
          <pc:docMk/>
          <pc:sldMk cId="3525443275" sldId="311"/>
        </pc:sldMkLst>
        <pc:spChg chg="add mod">
          <ac:chgData name="Kalvis Golde" userId="d12450372feb7484" providerId="LiveId" clId="{2B4EF15D-42C9-844D-8A07-BC881FB6F23C}" dt="2021-06-10T20:13:26.426" v="8415" actId="20577"/>
          <ac:spMkLst>
            <pc:docMk/>
            <pc:sldMk cId="3525443275" sldId="311"/>
            <ac:spMk id="5" creationId="{550F536A-B356-4645-A456-11B1879B464D}"/>
          </ac:spMkLst>
        </pc:spChg>
      </pc:sldChg>
      <pc:sldChg chg="addSp delSp modSp del mod">
        <pc:chgData name="Kalvis Golde" userId="d12450372feb7484" providerId="LiveId" clId="{2B4EF15D-42C9-844D-8A07-BC881FB6F23C}" dt="2021-06-10T20:41:36.773" v="8905" actId="2696"/>
        <pc:sldMkLst>
          <pc:docMk/>
          <pc:sldMk cId="4202496770" sldId="312"/>
        </pc:sldMkLst>
        <pc:spChg chg="add del mod">
          <ac:chgData name="Kalvis Golde" userId="d12450372feb7484" providerId="LiveId" clId="{2B4EF15D-42C9-844D-8A07-BC881FB6F23C}" dt="2021-06-10T20:36:33.989" v="8511" actId="478"/>
          <ac:spMkLst>
            <pc:docMk/>
            <pc:sldMk cId="4202496770" sldId="312"/>
            <ac:spMk id="3" creationId="{F7898CCD-F5AC-0642-B5FD-25A51C142840}"/>
          </ac:spMkLst>
        </pc:spChg>
        <pc:spChg chg="add mod">
          <ac:chgData name="Kalvis Golde" userId="d12450372feb7484" providerId="LiveId" clId="{2B4EF15D-42C9-844D-8A07-BC881FB6F23C}" dt="2021-06-10T20:39:27.653" v="8800" actId="20577"/>
          <ac:spMkLst>
            <pc:docMk/>
            <pc:sldMk cId="4202496770" sldId="312"/>
            <ac:spMk id="9" creationId="{46F2D4F4-13CF-7148-B38F-128E76F7F247}"/>
          </ac:spMkLst>
        </pc:spChg>
        <pc:graphicFrameChg chg="del">
          <ac:chgData name="Kalvis Golde" userId="d12450372feb7484" providerId="LiveId" clId="{2B4EF15D-42C9-844D-8A07-BC881FB6F23C}" dt="2021-06-10T20:36:32.271" v="8510" actId="478"/>
          <ac:graphicFrameMkLst>
            <pc:docMk/>
            <pc:sldMk cId="4202496770" sldId="312"/>
            <ac:graphicFrameMk id="8" creationId="{00000000-0000-0000-0000-000000000000}"/>
          </ac:graphicFrameMkLst>
        </pc:graphicFrameChg>
        <pc:picChg chg="add mod">
          <ac:chgData name="Kalvis Golde" userId="d12450372feb7484" providerId="LiveId" clId="{2B4EF15D-42C9-844D-8A07-BC881FB6F23C}" dt="2021-06-10T20:39:59.608" v="8813" actId="14100"/>
          <ac:picMkLst>
            <pc:docMk/>
            <pc:sldMk cId="4202496770" sldId="312"/>
            <ac:picMk id="7" creationId="{23F72518-6DC8-864C-8892-834A6AC85B3C}"/>
          </ac:picMkLst>
        </pc:picChg>
      </pc:sldChg>
      <pc:sldChg chg="addSp delSp modSp mod delCm">
        <pc:chgData name="Kalvis Golde" userId="d12450372feb7484" providerId="LiveId" clId="{2B4EF15D-42C9-844D-8A07-BC881FB6F23C}" dt="2021-06-22T19:12:47.350" v="13820" actId="13926"/>
        <pc:sldMkLst>
          <pc:docMk/>
          <pc:sldMk cId="25729686" sldId="324"/>
        </pc:sldMkLst>
        <pc:spChg chg="mod">
          <ac:chgData name="Kalvis Golde" userId="d12450372feb7484" providerId="LiveId" clId="{2B4EF15D-42C9-844D-8A07-BC881FB6F23C}" dt="2021-06-22T19:12:47.350" v="13820" actId="13926"/>
          <ac:spMkLst>
            <pc:docMk/>
            <pc:sldMk cId="25729686" sldId="324"/>
            <ac:spMk id="2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10T20:41:09.724" v="8901" actId="478"/>
          <ac:spMkLst>
            <pc:docMk/>
            <pc:sldMk cId="25729686" sldId="324"/>
            <ac:spMk id="5" creationId="{CCE820BC-FDA7-CB4B-8729-BCDB1EFEE735}"/>
          </ac:spMkLst>
        </pc:spChg>
        <pc:spChg chg="add mod">
          <ac:chgData name="Kalvis Golde" userId="d12450372feb7484" providerId="LiveId" clId="{2B4EF15D-42C9-844D-8A07-BC881FB6F23C}" dt="2021-06-17T18:20:14.554" v="11207" actId="207"/>
          <ac:spMkLst>
            <pc:docMk/>
            <pc:sldMk cId="25729686" sldId="324"/>
            <ac:spMk id="7" creationId="{CDBDE700-FBCA-6541-B954-86146E231962}"/>
          </ac:spMkLst>
        </pc:spChg>
        <pc:graphicFrameChg chg="mod modGraphic">
          <ac:chgData name="Kalvis Golde" userId="d12450372feb7484" providerId="LiveId" clId="{2B4EF15D-42C9-844D-8A07-BC881FB6F23C}" dt="2021-06-10T21:03:35.692" v="10259" actId="1076"/>
          <ac:graphicFrameMkLst>
            <pc:docMk/>
            <pc:sldMk cId="25729686" sldId="324"/>
            <ac:graphicFrameMk id="4" creationId="{00000000-0000-0000-0000-000000000000}"/>
          </ac:graphicFrameMkLst>
        </pc:graphicFrameChg>
        <pc:picChg chg="add mod">
          <ac:chgData name="Kalvis Golde" userId="d12450372feb7484" providerId="LiveId" clId="{2B4EF15D-42C9-844D-8A07-BC881FB6F23C}" dt="2021-06-10T20:40:38.608" v="8863"/>
          <ac:picMkLst>
            <pc:docMk/>
            <pc:sldMk cId="25729686" sldId="324"/>
            <ac:picMk id="6" creationId="{758F644C-B24F-2442-B084-057A22933CE9}"/>
          </ac:picMkLst>
        </pc:picChg>
      </pc:sldChg>
      <pc:sldChg chg="modSp mod delCm">
        <pc:chgData name="Kalvis Golde" userId="d12450372feb7484" providerId="LiveId" clId="{2B4EF15D-42C9-844D-8A07-BC881FB6F23C}" dt="2021-06-22T19:11:01.018" v="13808" actId="13926"/>
        <pc:sldMkLst>
          <pc:docMk/>
          <pc:sldMk cId="3618912480" sldId="328"/>
        </pc:sldMkLst>
        <pc:spChg chg="mod">
          <ac:chgData name="Kalvis Golde" userId="d12450372feb7484" providerId="LiveId" clId="{2B4EF15D-42C9-844D-8A07-BC881FB6F23C}" dt="2021-06-22T19:11:01.018" v="13808" actId="13926"/>
          <ac:spMkLst>
            <pc:docMk/>
            <pc:sldMk cId="3618912480" sldId="328"/>
            <ac:spMk id="2" creationId="{00000000-0000-0000-0000-000000000000}"/>
          </ac:spMkLst>
        </pc:spChg>
      </pc:sldChg>
      <pc:sldChg chg="addSp delSp modSp del mod delCm">
        <pc:chgData name="Kalvis Golde" userId="d12450372feb7484" providerId="LiveId" clId="{2B4EF15D-42C9-844D-8A07-BC881FB6F23C}" dt="2021-06-22T21:25:35.586" v="15344" actId="2696"/>
        <pc:sldMkLst>
          <pc:docMk/>
          <pc:sldMk cId="0" sldId="330"/>
        </pc:sldMkLst>
        <pc:spChg chg="add del mod">
          <ac:chgData name="Kalvis Golde" userId="d12450372feb7484" providerId="LiveId" clId="{2B4EF15D-42C9-844D-8A07-BC881FB6F23C}" dt="2021-06-22T19:25:56.114" v="14122" actId="478"/>
          <ac:spMkLst>
            <pc:docMk/>
            <pc:sldMk cId="0" sldId="330"/>
            <ac:spMk id="6" creationId="{D982773A-2492-7648-9BCB-EC44ADCD30F5}"/>
          </ac:spMkLst>
        </pc:spChg>
        <pc:spChg chg="add del mod">
          <ac:chgData name="Kalvis Golde" userId="d12450372feb7484" providerId="LiveId" clId="{2B4EF15D-42C9-844D-8A07-BC881FB6F23C}" dt="2021-06-22T19:25:34.772" v="14103" actId="478"/>
          <ac:spMkLst>
            <pc:docMk/>
            <pc:sldMk cId="0" sldId="330"/>
            <ac:spMk id="9" creationId="{0860544C-F92B-6A45-A080-951D06D6189E}"/>
          </ac:spMkLst>
        </pc:spChg>
        <pc:spChg chg="add mod">
          <ac:chgData name="Kalvis Golde" userId="d12450372feb7484" providerId="LiveId" clId="{2B4EF15D-42C9-844D-8A07-BC881FB6F23C}" dt="2021-06-22T19:25:44.245" v="14120" actId="20577"/>
          <ac:spMkLst>
            <pc:docMk/>
            <pc:sldMk cId="0" sldId="330"/>
            <ac:spMk id="31" creationId="{1700F6EB-E9DE-9C48-BA13-96401307D7F6}"/>
          </ac:spMkLst>
        </pc:spChg>
        <pc:spChg chg="del mod">
          <ac:chgData name="Kalvis Golde" userId="d12450372feb7484" providerId="LiveId" clId="{2B4EF15D-42C9-844D-8A07-BC881FB6F23C}" dt="2021-06-22T19:25:33.031" v="14102" actId="478"/>
          <ac:spMkLst>
            <pc:docMk/>
            <pc:sldMk cId="0" sldId="330"/>
            <ac:spMk id="1025" creationId="{00000000-0000-0000-0000-000000000000}"/>
          </ac:spMkLst>
        </pc:spChg>
        <pc:graphicFrameChg chg="modGraphic">
          <ac:chgData name="Kalvis Golde" userId="d12450372feb7484" providerId="LiveId" clId="{2B4EF15D-42C9-844D-8A07-BC881FB6F23C}" dt="2021-06-22T19:26:16.064" v="14123" actId="20577"/>
          <ac:graphicFrameMkLst>
            <pc:docMk/>
            <pc:sldMk cId="0" sldId="330"/>
            <ac:graphicFrameMk id="27" creationId="{00000000-0000-0000-0000-000000000000}"/>
          </ac:graphicFrameMkLst>
        </pc:graphicFrameChg>
      </pc:sldChg>
      <pc:sldChg chg="addSp delSp modSp mod addCm delCm modCm">
        <pc:chgData name="Kalvis Golde" userId="d12450372feb7484" providerId="LiveId" clId="{2B4EF15D-42C9-844D-8A07-BC881FB6F23C}" dt="2021-06-22T21:25:30.992" v="15343"/>
        <pc:sldMkLst>
          <pc:docMk/>
          <pc:sldMk cId="0" sldId="336"/>
        </pc:sldMkLst>
        <pc:spChg chg="del mod">
          <ac:chgData name="Kalvis Golde" userId="d12450372feb7484" providerId="LiveId" clId="{2B4EF15D-42C9-844D-8A07-BC881FB6F23C}" dt="2021-06-22T19:12:27.401" v="13816" actId="478"/>
          <ac:spMkLst>
            <pc:docMk/>
            <pc:sldMk cId="0" sldId="336"/>
            <ac:spMk id="2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9:13:16.556" v="13822" actId="478"/>
          <ac:spMkLst>
            <pc:docMk/>
            <pc:sldMk cId="0" sldId="336"/>
            <ac:spMk id="5" creationId="{6505EF0A-8AE4-1B48-A43C-9A2925D2ED14}"/>
          </ac:spMkLst>
        </pc:spChg>
        <pc:spChg chg="add mod">
          <ac:chgData name="Kalvis Golde" userId="d12450372feb7484" providerId="LiveId" clId="{2B4EF15D-42C9-844D-8A07-BC881FB6F23C}" dt="2021-06-22T19:14:00.652" v="13861" actId="13926"/>
          <ac:spMkLst>
            <pc:docMk/>
            <pc:sldMk cId="0" sldId="336"/>
            <ac:spMk id="8" creationId="{D4B9013C-C67A-AB48-AD8F-D43F29B11028}"/>
          </ac:spMkLst>
        </pc:spChg>
        <pc:graphicFrameChg chg="mod modGraphic">
          <ac:chgData name="Kalvis Golde" userId="d12450372feb7484" providerId="LiveId" clId="{2B4EF15D-42C9-844D-8A07-BC881FB6F23C}" dt="2021-06-22T19:24:56.463" v="14100" actId="20577"/>
          <ac:graphicFrameMkLst>
            <pc:docMk/>
            <pc:sldMk cId="0" sldId="336"/>
            <ac:graphicFrameMk id="7" creationId="{00000000-0000-0000-0000-000000000000}"/>
          </ac:graphicFrameMkLst>
        </pc:graphicFrameChg>
      </pc:sldChg>
      <pc:sldChg chg="addSp delSp modSp mod addCm delCm">
        <pc:chgData name="Kalvis Golde" userId="d12450372feb7484" providerId="LiveId" clId="{2B4EF15D-42C9-844D-8A07-BC881FB6F23C}" dt="2021-06-22T19:11:06.891" v="13809" actId="13926"/>
        <pc:sldMkLst>
          <pc:docMk/>
          <pc:sldMk cId="0" sldId="340"/>
        </pc:sldMkLst>
        <pc:spChg chg="mod">
          <ac:chgData name="Kalvis Golde" userId="d12450372feb7484" providerId="LiveId" clId="{2B4EF15D-42C9-844D-8A07-BC881FB6F23C}" dt="2021-06-22T19:11:06.891" v="13809" actId="13926"/>
          <ac:spMkLst>
            <pc:docMk/>
            <pc:sldMk cId="0" sldId="340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9:56:18.083" v="6758" actId="478"/>
          <ac:spMkLst>
            <pc:docMk/>
            <pc:sldMk cId="0" sldId="340"/>
            <ac:spMk id="3" creationId="{00000000-0000-0000-0000-000000000000}"/>
          </ac:spMkLst>
        </pc:spChg>
        <pc:spChg chg="add mod">
          <ac:chgData name="Kalvis Golde" userId="d12450372feb7484" providerId="LiveId" clId="{2B4EF15D-42C9-844D-8A07-BC881FB6F23C}" dt="2021-06-17T18:15:15.897" v="11075" actId="207"/>
          <ac:spMkLst>
            <pc:docMk/>
            <pc:sldMk cId="0" sldId="340"/>
            <ac:spMk id="9" creationId="{5998A571-73D0-D147-A688-45E2608B1237}"/>
          </ac:spMkLst>
        </pc:spChg>
        <pc:spChg chg="add mod">
          <ac:chgData name="Kalvis Golde" userId="d12450372feb7484" providerId="LiveId" clId="{2B4EF15D-42C9-844D-8A07-BC881FB6F23C}" dt="2021-06-17T18:15:15.897" v="11075" actId="207"/>
          <ac:spMkLst>
            <pc:docMk/>
            <pc:sldMk cId="0" sldId="340"/>
            <ac:spMk id="10" creationId="{5E15A7A7-B33C-AD49-86CC-AEC41D48DC42}"/>
          </ac:spMkLst>
        </pc:spChg>
        <pc:graphicFrameChg chg="mod">
          <ac:chgData name="Kalvis Golde" userId="d12450372feb7484" providerId="LiveId" clId="{2B4EF15D-42C9-844D-8A07-BC881FB6F23C}" dt="2021-06-10T19:56:09.482" v="6757" actId="1076"/>
          <ac:graphicFrameMkLst>
            <pc:docMk/>
            <pc:sldMk cId="0" sldId="340"/>
            <ac:graphicFrameMk id="5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9:55:26.777" v="6751" actId="478"/>
          <ac:graphicFrameMkLst>
            <pc:docMk/>
            <pc:sldMk cId="0" sldId="340"/>
            <ac:graphicFrameMk id="6" creationId="{00000000-0000-0000-0000-000000000000}"/>
          </ac:graphicFrameMkLst>
        </pc:graphicFrameChg>
        <pc:picChg chg="add mod">
          <ac:chgData name="Kalvis Golde" userId="d12450372feb7484" providerId="LiveId" clId="{2B4EF15D-42C9-844D-8A07-BC881FB6F23C}" dt="2021-06-10T19:55:53.383" v="6756" actId="1076"/>
          <ac:picMkLst>
            <pc:docMk/>
            <pc:sldMk cId="0" sldId="340"/>
            <ac:picMk id="8" creationId="{8B0D6A47-28ED-5E42-82EE-3858B691C735}"/>
          </ac:picMkLst>
        </pc:picChg>
      </pc:sldChg>
      <pc:sldChg chg="addSp delSp modSp mod delCm">
        <pc:chgData name="Kalvis Golde" userId="d12450372feb7484" providerId="LiveId" clId="{2B4EF15D-42C9-844D-8A07-BC881FB6F23C}" dt="2021-06-22T19:08:51.742" v="13796" actId="13926"/>
        <pc:sldMkLst>
          <pc:docMk/>
          <pc:sldMk cId="4162859104" sldId="343"/>
        </pc:sldMkLst>
        <pc:spChg chg="del">
          <ac:chgData name="Kalvis Golde" userId="d12450372feb7484" providerId="LiveId" clId="{2B4EF15D-42C9-844D-8A07-BC881FB6F23C}" dt="2021-06-10T18:58:13.943" v="3302" actId="478"/>
          <ac:spMkLst>
            <pc:docMk/>
            <pc:sldMk cId="4162859104" sldId="343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8:57:40.297" v="3298" actId="478"/>
          <ac:spMkLst>
            <pc:docMk/>
            <pc:sldMk cId="4162859104" sldId="343"/>
            <ac:spMk id="3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7:25:55.676" v="12303" actId="478"/>
          <ac:spMkLst>
            <pc:docMk/>
            <pc:sldMk cId="4162859104" sldId="343"/>
            <ac:spMk id="3" creationId="{EE8D0F3C-EAA3-9844-B0CC-DCF87CD1B496}"/>
          </ac:spMkLst>
        </pc:spChg>
        <pc:spChg chg="add del mod">
          <ac:chgData name="Kalvis Golde" userId="d12450372feb7484" providerId="LiveId" clId="{2B4EF15D-42C9-844D-8A07-BC881FB6F23C}" dt="2021-06-10T18:57:37.238" v="3296" actId="478"/>
          <ac:spMkLst>
            <pc:docMk/>
            <pc:sldMk cId="4162859104" sldId="343"/>
            <ac:spMk id="6" creationId="{744C2562-C29D-644D-BAE5-C71796875C99}"/>
          </ac:spMkLst>
        </pc:spChg>
        <pc:spChg chg="add mod">
          <ac:chgData name="Kalvis Golde" userId="d12450372feb7484" providerId="LiveId" clId="{2B4EF15D-42C9-844D-8A07-BC881FB6F23C}" dt="2021-06-22T19:08:51.742" v="13796" actId="13926"/>
          <ac:spMkLst>
            <pc:docMk/>
            <pc:sldMk cId="4162859104" sldId="343"/>
            <ac:spMk id="7" creationId="{86565480-92B6-5A4E-8946-30A6E964E5AD}"/>
          </ac:spMkLst>
        </pc:spChg>
        <pc:spChg chg="add del mod">
          <ac:chgData name="Kalvis Golde" userId="d12450372feb7484" providerId="LiveId" clId="{2B4EF15D-42C9-844D-8A07-BC881FB6F23C}" dt="2021-06-10T18:58:16.241" v="3303" actId="478"/>
          <ac:spMkLst>
            <pc:docMk/>
            <pc:sldMk cId="4162859104" sldId="343"/>
            <ac:spMk id="12" creationId="{68A9731A-2F8A-FB4C-B495-002DEB7BA672}"/>
          </ac:spMkLst>
        </pc:spChg>
        <pc:spChg chg="add del mod">
          <ac:chgData name="Kalvis Golde" userId="d12450372feb7484" providerId="LiveId" clId="{2B4EF15D-42C9-844D-8A07-BC881FB6F23C}" dt="2021-06-22T17:25:53.862" v="12302" actId="478"/>
          <ac:spMkLst>
            <pc:docMk/>
            <pc:sldMk cId="4162859104" sldId="343"/>
            <ac:spMk id="13" creationId="{48741A7A-2A35-9E46-9CC4-56FCD5405679}"/>
          </ac:spMkLst>
        </pc:spChg>
        <pc:graphicFrameChg chg="del">
          <ac:chgData name="Kalvis Golde" userId="d12450372feb7484" providerId="LiveId" clId="{2B4EF15D-42C9-844D-8A07-BC881FB6F23C}" dt="2021-06-10T18:57:38.115" v="3297" actId="478"/>
          <ac:graphicFrameMkLst>
            <pc:docMk/>
            <pc:sldMk cId="4162859104" sldId="343"/>
            <ac:graphicFrameMk id="7" creationId="{024D86C0-94F1-4D93-BC9A-BBEA3EAF4154}"/>
          </ac:graphicFrameMkLst>
        </pc:graphicFrameChg>
        <pc:graphicFrameChg chg="del">
          <ac:chgData name="Kalvis Golde" userId="d12450372feb7484" providerId="LiveId" clId="{2B4EF15D-42C9-844D-8A07-BC881FB6F23C}" dt="2021-06-10T18:57:29.648" v="3295" actId="478"/>
          <ac:graphicFrameMkLst>
            <pc:docMk/>
            <pc:sldMk cId="4162859104" sldId="343"/>
            <ac:graphicFrameMk id="8" creationId="{00000000-0000-0000-0000-000000000000}"/>
          </ac:graphicFrameMkLst>
        </pc:graphicFrameChg>
        <pc:picChg chg="add mod">
          <ac:chgData name="Kalvis Golde" userId="d12450372feb7484" providerId="LiveId" clId="{2B4EF15D-42C9-844D-8A07-BC881FB6F23C}" dt="2021-06-22T17:26:35.033" v="12313" actId="1076"/>
          <ac:picMkLst>
            <pc:docMk/>
            <pc:sldMk cId="4162859104" sldId="343"/>
            <ac:picMk id="6" creationId="{DA5A4708-E159-5046-B882-4EF2145E2C7F}"/>
          </ac:picMkLst>
        </pc:picChg>
        <pc:picChg chg="add del mod">
          <ac:chgData name="Kalvis Golde" userId="d12450372feb7484" providerId="LiveId" clId="{2B4EF15D-42C9-844D-8A07-BC881FB6F23C}" dt="2021-06-22T17:26:17.483" v="12307" actId="478"/>
          <ac:picMkLst>
            <pc:docMk/>
            <pc:sldMk cId="4162859104" sldId="343"/>
            <ac:picMk id="10" creationId="{48AC3804-9B8C-DF4D-94A1-E91D9895F978}"/>
          </ac:picMkLst>
        </pc:picChg>
      </pc:sldChg>
      <pc:sldChg chg="addSp delSp modSp mod delCm">
        <pc:chgData name="Kalvis Golde" userId="d12450372feb7484" providerId="LiveId" clId="{2B4EF15D-42C9-844D-8A07-BC881FB6F23C}" dt="2021-06-22T19:03:59.482" v="13689" actId="13926"/>
        <pc:sldMkLst>
          <pc:docMk/>
          <pc:sldMk cId="2584210198" sldId="345"/>
        </pc:sldMkLst>
        <pc:spChg chg="del">
          <ac:chgData name="Kalvis Golde" userId="d12450372feb7484" providerId="LiveId" clId="{2B4EF15D-42C9-844D-8A07-BC881FB6F23C}" dt="2021-06-22T14:53:50.066" v="11230" actId="478"/>
          <ac:spMkLst>
            <pc:docMk/>
            <pc:sldMk cId="2584210198" sldId="345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8:54:58.624" v="3115" actId="478"/>
          <ac:spMkLst>
            <pc:docMk/>
            <pc:sldMk cId="2584210198" sldId="345"/>
            <ac:spMk id="3" creationId="{00000000-0000-0000-0000-000000000000}"/>
          </ac:spMkLst>
        </pc:spChg>
        <pc:spChg chg="del">
          <ac:chgData name="Kalvis Golde" userId="d12450372feb7484" providerId="LiveId" clId="{2B4EF15D-42C9-844D-8A07-BC881FB6F23C}" dt="2021-06-10T18:55:04.378" v="3116" actId="478"/>
          <ac:spMkLst>
            <pc:docMk/>
            <pc:sldMk cId="2584210198" sldId="345"/>
            <ac:spMk id="4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4:53:51.865" v="11231" actId="478"/>
          <ac:spMkLst>
            <pc:docMk/>
            <pc:sldMk cId="2584210198" sldId="345"/>
            <ac:spMk id="4" creationId="{81BE7985-E363-8C47-BD95-3A5ABE7BB20E}"/>
          </ac:spMkLst>
        </pc:spChg>
        <pc:spChg chg="add del mod">
          <ac:chgData name="Kalvis Golde" userId="d12450372feb7484" providerId="LiveId" clId="{2B4EF15D-42C9-844D-8A07-BC881FB6F23C}" dt="2021-06-22T14:53:16.395" v="11228" actId="478"/>
          <ac:spMkLst>
            <pc:docMk/>
            <pc:sldMk cId="2584210198" sldId="345"/>
            <ac:spMk id="6" creationId="{42E3A18F-FDFD-D145-8536-80F8DDB0BB37}"/>
          </ac:spMkLst>
        </pc:spChg>
        <pc:spChg chg="add mod">
          <ac:chgData name="Kalvis Golde" userId="d12450372feb7484" providerId="LiveId" clId="{2B4EF15D-42C9-844D-8A07-BC881FB6F23C}" dt="2021-06-22T19:03:59.482" v="13689" actId="13926"/>
          <ac:spMkLst>
            <pc:docMk/>
            <pc:sldMk cId="2584210198" sldId="345"/>
            <ac:spMk id="8" creationId="{A5345AB6-7B44-E44F-983D-1098CCD088F2}"/>
          </ac:spMkLst>
        </pc:spChg>
        <pc:graphicFrameChg chg="del">
          <ac:chgData name="Kalvis Golde" userId="d12450372feb7484" providerId="LiveId" clId="{2B4EF15D-42C9-844D-8A07-BC881FB6F23C}" dt="2021-06-10T18:54:51.478" v="3111" actId="478"/>
          <ac:graphicFrameMkLst>
            <pc:docMk/>
            <pc:sldMk cId="2584210198" sldId="345"/>
            <ac:graphicFrameMk id="9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54:54.298" v="3113" actId="478"/>
          <ac:graphicFrameMkLst>
            <pc:docMk/>
            <pc:sldMk cId="2584210198" sldId="345"/>
            <ac:graphicFrameMk id="11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54:53.572" v="3112" actId="478"/>
          <ac:graphicFrameMkLst>
            <pc:docMk/>
            <pc:sldMk cId="2584210198" sldId="345"/>
            <ac:graphicFrameMk id="12" creationId="{00000000-0000-0000-0000-000000000000}"/>
          </ac:graphicFrameMkLst>
        </pc:graphicFrameChg>
        <pc:graphicFrameChg chg="del mod">
          <ac:chgData name="Kalvis Golde" userId="d12450372feb7484" providerId="LiveId" clId="{2B4EF15D-42C9-844D-8A07-BC881FB6F23C}" dt="2021-06-22T14:53:20.509" v="11229" actId="478"/>
          <ac:graphicFrameMkLst>
            <pc:docMk/>
            <pc:sldMk cId="2584210198" sldId="345"/>
            <ac:graphicFrameMk id="13" creationId="{00000000-0000-0000-0000-000000000000}"/>
          </ac:graphicFrameMkLst>
        </pc:graphicFrameChg>
      </pc:sldChg>
      <pc:sldChg chg="addSp delSp modSp mod delCm">
        <pc:chgData name="Kalvis Golde" userId="d12450372feb7484" providerId="LiveId" clId="{2B4EF15D-42C9-844D-8A07-BC881FB6F23C}" dt="2021-06-22T19:08:54.899" v="13797" actId="13926"/>
        <pc:sldMkLst>
          <pc:docMk/>
          <pc:sldMk cId="1171196212" sldId="346"/>
        </pc:sldMkLst>
        <pc:spChg chg="del mod">
          <ac:chgData name="Kalvis Golde" userId="d12450372feb7484" providerId="LiveId" clId="{2B4EF15D-42C9-844D-8A07-BC881FB6F23C}" dt="2021-06-10T18:59:06.678" v="3312" actId="478"/>
          <ac:spMkLst>
            <pc:docMk/>
            <pc:sldMk cId="1171196212" sldId="346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8:59:00.854" v="3309" actId="478"/>
          <ac:spMkLst>
            <pc:docMk/>
            <pc:sldMk cId="1171196212" sldId="346"/>
            <ac:spMk id="3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7:26:58.288" v="12317" actId="478"/>
          <ac:spMkLst>
            <pc:docMk/>
            <pc:sldMk cId="1171196212" sldId="346"/>
            <ac:spMk id="3" creationId="{7836D072-A336-4D48-8600-44871A061855}"/>
          </ac:spMkLst>
        </pc:spChg>
        <pc:spChg chg="add mod">
          <ac:chgData name="Kalvis Golde" userId="d12450372feb7484" providerId="LiveId" clId="{2B4EF15D-42C9-844D-8A07-BC881FB6F23C}" dt="2021-06-22T17:33:42.346" v="12624" actId="1037"/>
          <ac:spMkLst>
            <pc:docMk/>
            <pc:sldMk cId="1171196212" sldId="346"/>
            <ac:spMk id="5" creationId="{3B11E498-C84D-3542-AABE-CEE9AB4BD6EE}"/>
          </ac:spMkLst>
        </pc:spChg>
        <pc:spChg chg="add del mod">
          <ac:chgData name="Kalvis Golde" userId="d12450372feb7484" providerId="LiveId" clId="{2B4EF15D-42C9-844D-8A07-BC881FB6F23C}" dt="2021-06-10T18:59:08.909" v="3313" actId="478"/>
          <ac:spMkLst>
            <pc:docMk/>
            <pc:sldMk cId="1171196212" sldId="346"/>
            <ac:spMk id="6" creationId="{DCB32969-64FE-864B-967E-AD8213C3288F}"/>
          </ac:spMkLst>
        </pc:spChg>
        <pc:spChg chg="add mod">
          <ac:chgData name="Kalvis Golde" userId="d12450372feb7484" providerId="LiveId" clId="{2B4EF15D-42C9-844D-8A07-BC881FB6F23C}" dt="2021-06-22T19:08:54.899" v="13797" actId="13926"/>
          <ac:spMkLst>
            <pc:docMk/>
            <pc:sldMk cId="1171196212" sldId="346"/>
            <ac:spMk id="7" creationId="{20BA9BF7-B19D-8046-A716-301EFC5EBF4E}"/>
          </ac:spMkLst>
        </pc:spChg>
        <pc:spChg chg="add del mod">
          <ac:chgData name="Kalvis Golde" userId="d12450372feb7484" providerId="LiveId" clId="{2B4EF15D-42C9-844D-8A07-BC881FB6F23C}" dt="2021-06-10T18:59:11.514" v="3314" actId="478"/>
          <ac:spMkLst>
            <pc:docMk/>
            <pc:sldMk cId="1171196212" sldId="346"/>
            <ac:spMk id="9" creationId="{D95DBDBF-125A-C140-888B-FEDC877FE076}"/>
          </ac:spMkLst>
        </pc:spChg>
        <pc:spChg chg="add del mod">
          <ac:chgData name="Kalvis Golde" userId="d12450372feb7484" providerId="LiveId" clId="{2B4EF15D-42C9-844D-8A07-BC881FB6F23C}" dt="2021-06-22T17:26:53.603" v="12315" actId="478"/>
          <ac:spMkLst>
            <pc:docMk/>
            <pc:sldMk cId="1171196212" sldId="346"/>
            <ac:spMk id="12" creationId="{2A4741C6-071F-F343-9F40-92D5E5343558}"/>
          </ac:spMkLst>
        </pc:spChg>
        <pc:graphicFrameChg chg="del modGraphic">
          <ac:chgData name="Kalvis Golde" userId="d12450372feb7484" providerId="LiveId" clId="{2B4EF15D-42C9-844D-8A07-BC881FB6F23C}" dt="2021-06-10T18:59:03.958" v="3310" actId="478"/>
          <ac:graphicFrameMkLst>
            <pc:docMk/>
            <pc:sldMk cId="1171196212" sldId="346"/>
            <ac:graphicFrameMk id="7" creationId="{00000000-0000-0000-0000-000000000000}"/>
          </ac:graphicFrameMkLst>
        </pc:graphicFrameChg>
        <pc:picChg chg="add del mod">
          <ac:chgData name="Kalvis Golde" userId="d12450372feb7484" providerId="LiveId" clId="{2B4EF15D-42C9-844D-8A07-BC881FB6F23C}" dt="2021-06-10T20:56:19.705" v="9687" actId="478"/>
          <ac:picMkLst>
            <pc:docMk/>
            <pc:sldMk cId="1171196212" sldId="346"/>
            <ac:picMk id="11" creationId="{BFA1BDFF-033B-5D4A-8236-FC73573325AD}"/>
          </ac:picMkLst>
        </pc:picChg>
        <pc:picChg chg="add mod">
          <ac:chgData name="Kalvis Golde" userId="d12450372feb7484" providerId="LiveId" clId="{2B4EF15D-42C9-844D-8A07-BC881FB6F23C}" dt="2021-06-22T19:02:58.166" v="13684" actId="1076"/>
          <ac:picMkLst>
            <pc:docMk/>
            <pc:sldMk cId="1171196212" sldId="346"/>
            <ac:picMk id="14" creationId="{30DF6DD2-6D36-CF43-B40F-3BC5CF8D1A02}"/>
          </ac:picMkLst>
        </pc:picChg>
      </pc:sldChg>
      <pc:sldChg chg="addSp delSp modSp mod delCm">
        <pc:chgData name="Kalvis Golde" userId="d12450372feb7484" providerId="LiveId" clId="{2B4EF15D-42C9-844D-8A07-BC881FB6F23C}" dt="2021-06-22T19:12:35.094" v="13817" actId="13926"/>
        <pc:sldMkLst>
          <pc:docMk/>
          <pc:sldMk cId="2978318038" sldId="348"/>
        </pc:sldMkLst>
        <pc:spChg chg="mod">
          <ac:chgData name="Kalvis Golde" userId="d12450372feb7484" providerId="LiveId" clId="{2B4EF15D-42C9-844D-8A07-BC881FB6F23C}" dt="2021-06-22T19:12:35.094" v="13817" actId="13926"/>
          <ac:spMkLst>
            <pc:docMk/>
            <pc:sldMk cId="2978318038" sldId="348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20:08:17.043" v="7922" actId="478"/>
          <ac:spMkLst>
            <pc:docMk/>
            <pc:sldMk cId="2978318038" sldId="348"/>
            <ac:spMk id="3" creationId="{00000000-0000-0000-0000-000000000000}"/>
          </ac:spMkLst>
        </pc:spChg>
        <pc:spChg chg="add mod">
          <ac:chgData name="Kalvis Golde" userId="d12450372feb7484" providerId="LiveId" clId="{2B4EF15D-42C9-844D-8A07-BC881FB6F23C}" dt="2021-06-17T18:15:32.371" v="11076" actId="207"/>
          <ac:spMkLst>
            <pc:docMk/>
            <pc:sldMk cId="2978318038" sldId="348"/>
            <ac:spMk id="6" creationId="{604D38DC-2BAB-E347-BB0D-92A64F59EA09}"/>
          </ac:spMkLst>
        </pc:spChg>
      </pc:sldChg>
      <pc:sldChg chg="del">
        <pc:chgData name="Kalvis Golde" userId="d12450372feb7484" providerId="LiveId" clId="{2B4EF15D-42C9-844D-8A07-BC881FB6F23C}" dt="2021-06-10T20:58:25.743" v="9796" actId="2696"/>
        <pc:sldMkLst>
          <pc:docMk/>
          <pc:sldMk cId="870864457" sldId="349"/>
        </pc:sldMkLst>
      </pc:sldChg>
      <pc:sldChg chg="addSp modSp mod addCm delCm">
        <pc:chgData name="Kalvis Golde" userId="d12450372feb7484" providerId="LiveId" clId="{2B4EF15D-42C9-844D-8A07-BC881FB6F23C}" dt="2021-06-22T19:12:42.603" v="13819" actId="13926"/>
        <pc:sldMkLst>
          <pc:docMk/>
          <pc:sldMk cId="2490458516" sldId="350"/>
        </pc:sldMkLst>
        <pc:spChg chg="mod">
          <ac:chgData name="Kalvis Golde" userId="d12450372feb7484" providerId="LiveId" clId="{2B4EF15D-42C9-844D-8A07-BC881FB6F23C}" dt="2021-06-22T19:12:42.603" v="13819" actId="13926"/>
          <ac:spMkLst>
            <pc:docMk/>
            <pc:sldMk cId="2490458516" sldId="350"/>
            <ac:spMk id="2" creationId="{00000000-0000-0000-0000-000000000000}"/>
          </ac:spMkLst>
        </pc:spChg>
        <pc:spChg chg="add mod">
          <ac:chgData name="Kalvis Golde" userId="d12450372feb7484" providerId="LiveId" clId="{2B4EF15D-42C9-844D-8A07-BC881FB6F23C}" dt="2021-06-17T18:20:05.269" v="11205" actId="207"/>
          <ac:spMkLst>
            <pc:docMk/>
            <pc:sldMk cId="2490458516" sldId="350"/>
            <ac:spMk id="4" creationId="{EBB4B57C-D160-FF4E-A10F-420A073A4FF2}"/>
          </ac:spMkLst>
        </pc:spChg>
        <pc:picChg chg="add mod">
          <ac:chgData name="Kalvis Golde" userId="d12450372feb7484" providerId="LiveId" clId="{2B4EF15D-42C9-844D-8A07-BC881FB6F23C}" dt="2021-06-10T20:40:19.830" v="8818" actId="1076"/>
          <ac:picMkLst>
            <pc:docMk/>
            <pc:sldMk cId="2490458516" sldId="350"/>
            <ac:picMk id="6" creationId="{69EF4B9C-DA31-1043-88DB-484CDCD83CE3}"/>
          </ac:picMkLst>
        </pc:picChg>
        <pc:picChg chg="mod">
          <ac:chgData name="Kalvis Golde" userId="d12450372feb7484" providerId="LiveId" clId="{2B4EF15D-42C9-844D-8A07-BC881FB6F23C}" dt="2021-06-10T20:40:12.949" v="8816" actId="1076"/>
          <ac:picMkLst>
            <pc:docMk/>
            <pc:sldMk cId="2490458516" sldId="350"/>
            <ac:picMk id="12" creationId="{17AB583D-3F7D-F540-A125-62EEE7803317}"/>
          </ac:picMkLst>
        </pc:picChg>
      </pc:sldChg>
      <pc:sldChg chg="addSp delSp modSp mod delCm">
        <pc:chgData name="Kalvis Golde" userId="d12450372feb7484" providerId="LiveId" clId="{2B4EF15D-42C9-844D-8A07-BC881FB6F23C}" dt="2021-06-22T19:14:36.935" v="13866" actId="13926"/>
        <pc:sldMkLst>
          <pc:docMk/>
          <pc:sldMk cId="0" sldId="366"/>
        </pc:sldMkLst>
        <pc:spChg chg="del mod">
          <ac:chgData name="Kalvis Golde" userId="d12450372feb7484" providerId="LiveId" clId="{2B4EF15D-42C9-844D-8A07-BC881FB6F23C}" dt="2021-06-22T19:14:09.970" v="13862" actId="478"/>
          <ac:spMkLst>
            <pc:docMk/>
            <pc:sldMk cId="0" sldId="366"/>
            <ac:spMk id="2" creationId="{00000000-0000-0000-0000-000000000000}"/>
          </ac:spMkLst>
        </pc:spChg>
        <pc:spChg chg="add mod">
          <ac:chgData name="Kalvis Golde" userId="d12450372feb7484" providerId="LiveId" clId="{2B4EF15D-42C9-844D-8A07-BC881FB6F23C}" dt="2021-06-17T18:20:19.443" v="11208" actId="207"/>
          <ac:spMkLst>
            <pc:docMk/>
            <pc:sldMk cId="0" sldId="366"/>
            <ac:spMk id="5" creationId="{41E15243-F231-B943-B384-F39052C8FD56}"/>
          </ac:spMkLst>
        </pc:spChg>
        <pc:spChg chg="add del mod">
          <ac:chgData name="Kalvis Golde" userId="d12450372feb7484" providerId="LiveId" clId="{2B4EF15D-42C9-844D-8A07-BC881FB6F23C}" dt="2021-06-22T19:14:18.689" v="13863" actId="478"/>
          <ac:spMkLst>
            <pc:docMk/>
            <pc:sldMk cId="0" sldId="366"/>
            <ac:spMk id="7" creationId="{071FC67B-0F1A-F244-9348-2C609F6D3696}"/>
          </ac:spMkLst>
        </pc:spChg>
        <pc:spChg chg="add mod">
          <ac:chgData name="Kalvis Golde" userId="d12450372feb7484" providerId="LiveId" clId="{2B4EF15D-42C9-844D-8A07-BC881FB6F23C}" dt="2021-06-22T19:14:36.935" v="13866" actId="13926"/>
          <ac:spMkLst>
            <pc:docMk/>
            <pc:sldMk cId="0" sldId="366"/>
            <ac:spMk id="13" creationId="{21C79908-CC05-7E4A-9D1A-812B2A930E7D}"/>
          </ac:spMkLst>
        </pc:spChg>
        <pc:graphicFrameChg chg="mod">
          <ac:chgData name="Kalvis Golde" userId="d12450372feb7484" providerId="LiveId" clId="{2B4EF15D-42C9-844D-8A07-BC881FB6F23C}" dt="2021-06-22T19:14:31.398" v="13865" actId="1076"/>
          <ac:graphicFrameMkLst>
            <pc:docMk/>
            <pc:sldMk cId="0" sldId="366"/>
            <ac:graphicFrameMk id="8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20:42:21.259" v="8912" actId="1076"/>
          <ac:graphicFrameMkLst>
            <pc:docMk/>
            <pc:sldMk cId="0" sldId="366"/>
            <ac:graphicFrameMk id="10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20:42:12.728" v="8910" actId="1076"/>
          <ac:graphicFrameMkLst>
            <pc:docMk/>
            <pc:sldMk cId="0" sldId="366"/>
            <ac:graphicFrameMk id="11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20:42:16.610" v="8911" actId="1076"/>
          <ac:graphicFrameMkLst>
            <pc:docMk/>
            <pc:sldMk cId="0" sldId="366"/>
            <ac:graphicFrameMk id="12" creationId="{00000000-0000-0000-0000-000000000000}"/>
          </ac:graphicFrameMkLst>
        </pc:graphicFrameChg>
      </pc:sldChg>
      <pc:sldChg chg="del">
        <pc:chgData name="Kalvis Golde" userId="d12450372feb7484" providerId="LiveId" clId="{2B4EF15D-42C9-844D-8A07-BC881FB6F23C}" dt="2021-06-10T21:00:09.336" v="9974" actId="2696"/>
        <pc:sldMkLst>
          <pc:docMk/>
          <pc:sldMk cId="0" sldId="367"/>
        </pc:sldMkLst>
      </pc:sldChg>
      <pc:sldChg chg="del">
        <pc:chgData name="Kalvis Golde" userId="d12450372feb7484" providerId="LiveId" clId="{2B4EF15D-42C9-844D-8A07-BC881FB6F23C}" dt="2021-06-10T21:00:10.196" v="9975" actId="2696"/>
        <pc:sldMkLst>
          <pc:docMk/>
          <pc:sldMk cId="0" sldId="368"/>
        </pc:sldMkLst>
      </pc:sldChg>
      <pc:sldChg chg="del">
        <pc:chgData name="Kalvis Golde" userId="d12450372feb7484" providerId="LiveId" clId="{2B4EF15D-42C9-844D-8A07-BC881FB6F23C}" dt="2021-06-10T21:00:11.055" v="9976" actId="2696"/>
        <pc:sldMkLst>
          <pc:docMk/>
          <pc:sldMk cId="0" sldId="369"/>
        </pc:sldMkLst>
      </pc:sldChg>
      <pc:sldChg chg="del">
        <pc:chgData name="Kalvis Golde" userId="d12450372feb7484" providerId="LiveId" clId="{2B4EF15D-42C9-844D-8A07-BC881FB6F23C}" dt="2021-06-10T21:00:11.752" v="9977" actId="2696"/>
        <pc:sldMkLst>
          <pc:docMk/>
          <pc:sldMk cId="0" sldId="370"/>
        </pc:sldMkLst>
      </pc:sldChg>
      <pc:sldChg chg="del">
        <pc:chgData name="Kalvis Golde" userId="d12450372feb7484" providerId="LiveId" clId="{2B4EF15D-42C9-844D-8A07-BC881FB6F23C}" dt="2021-06-10T21:00:12.651" v="9978" actId="2696"/>
        <pc:sldMkLst>
          <pc:docMk/>
          <pc:sldMk cId="0" sldId="371"/>
        </pc:sldMkLst>
      </pc:sldChg>
      <pc:sldChg chg="del">
        <pc:chgData name="Kalvis Golde" userId="d12450372feb7484" providerId="LiveId" clId="{2B4EF15D-42C9-844D-8A07-BC881FB6F23C}" dt="2021-06-10T21:00:13.524" v="9979" actId="2696"/>
        <pc:sldMkLst>
          <pc:docMk/>
          <pc:sldMk cId="0" sldId="372"/>
        </pc:sldMkLst>
      </pc:sldChg>
      <pc:sldChg chg="addSp delSp modSp mod delCm">
        <pc:chgData name="Kalvis Golde" userId="d12450372feb7484" providerId="LiveId" clId="{2B4EF15D-42C9-844D-8A07-BC881FB6F23C}" dt="2021-06-22T19:03:52.543" v="13688" actId="13926"/>
        <pc:sldMkLst>
          <pc:docMk/>
          <pc:sldMk cId="1033537365" sldId="381"/>
        </pc:sldMkLst>
        <pc:spChg chg="del">
          <ac:chgData name="Kalvis Golde" userId="d12450372feb7484" providerId="LiveId" clId="{2B4EF15D-42C9-844D-8A07-BC881FB6F23C}" dt="2021-06-10T18:33:23.220" v="1239" actId="478"/>
          <ac:spMkLst>
            <pc:docMk/>
            <pc:sldMk cId="1033537365" sldId="381"/>
            <ac:spMk id="2" creationId="{00000000-0000-0000-0000-000000000000}"/>
          </ac:spMkLst>
        </pc:spChg>
        <pc:spChg chg="add mod">
          <ac:chgData name="Kalvis Golde" userId="d12450372feb7484" providerId="LiveId" clId="{2B4EF15D-42C9-844D-8A07-BC881FB6F23C}" dt="2021-06-17T18:18:25.949" v="11203" actId="20577"/>
          <ac:spMkLst>
            <pc:docMk/>
            <pc:sldMk cId="1033537365" sldId="381"/>
            <ac:spMk id="2" creationId="{6B70F8D5-0CCD-8D43-B264-3D7D2506C878}"/>
          </ac:spMkLst>
        </pc:spChg>
        <pc:spChg chg="del mod">
          <ac:chgData name="Kalvis Golde" userId="d12450372feb7484" providerId="LiveId" clId="{2B4EF15D-42C9-844D-8A07-BC881FB6F23C}" dt="2021-06-10T18:45:24.814" v="2001" actId="478"/>
          <ac:spMkLst>
            <pc:docMk/>
            <pc:sldMk cId="1033537365" sldId="381"/>
            <ac:spMk id="3" creationId="{00000000-0000-0000-0000-000000000000}"/>
          </ac:spMkLst>
        </pc:spChg>
        <pc:spChg chg="mod">
          <ac:chgData name="Kalvis Golde" userId="d12450372feb7484" providerId="LiveId" clId="{2B4EF15D-42C9-844D-8A07-BC881FB6F23C}" dt="2021-06-10T18:41:01.231" v="1677" actId="1076"/>
          <ac:spMkLst>
            <pc:docMk/>
            <pc:sldMk cId="1033537365" sldId="381"/>
            <ac:spMk id="5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10T18:33:25.426" v="1240" actId="478"/>
          <ac:spMkLst>
            <pc:docMk/>
            <pc:sldMk cId="1033537365" sldId="381"/>
            <ac:spMk id="8" creationId="{7BAD2F67-4707-FE42-9C12-832C86EA8F93}"/>
          </ac:spMkLst>
        </pc:spChg>
        <pc:spChg chg="add mod">
          <ac:chgData name="Kalvis Golde" userId="d12450372feb7484" providerId="LiveId" clId="{2B4EF15D-42C9-844D-8A07-BC881FB6F23C}" dt="2021-06-22T19:03:52.543" v="13688" actId="13926"/>
          <ac:spMkLst>
            <pc:docMk/>
            <pc:sldMk cId="1033537365" sldId="381"/>
            <ac:spMk id="9" creationId="{FB458F45-4DA8-A94D-8CED-F9D64AF83BD0}"/>
          </ac:spMkLst>
        </pc:spChg>
        <pc:spChg chg="add del mod">
          <ac:chgData name="Kalvis Golde" userId="d12450372feb7484" providerId="LiveId" clId="{2B4EF15D-42C9-844D-8A07-BC881FB6F23C}" dt="2021-06-10T21:44:09.840" v="10583" actId="478"/>
          <ac:spMkLst>
            <pc:docMk/>
            <pc:sldMk cId="1033537365" sldId="381"/>
            <ac:spMk id="10" creationId="{2D0CEB1D-F982-BE40-988A-B55BBB026128}"/>
          </ac:spMkLst>
        </pc:spChg>
        <pc:graphicFrameChg chg="del">
          <ac:chgData name="Kalvis Golde" userId="d12450372feb7484" providerId="LiveId" clId="{2B4EF15D-42C9-844D-8A07-BC881FB6F23C}" dt="2021-06-10T18:33:54.831" v="1262" actId="478"/>
          <ac:graphicFrameMkLst>
            <pc:docMk/>
            <pc:sldMk cId="1033537365" sldId="381"/>
            <ac:graphicFrameMk id="4" creationId="{00000000-0000-0000-0000-000000000000}"/>
          </ac:graphicFrameMkLst>
        </pc:graphicFrameChg>
        <pc:graphicFrameChg chg="mod modGraphic">
          <ac:chgData name="Kalvis Golde" userId="d12450372feb7484" providerId="LiveId" clId="{2B4EF15D-42C9-844D-8A07-BC881FB6F23C}" dt="2021-06-17T18:16:21.211" v="11084" actId="1035"/>
          <ac:graphicFrameMkLst>
            <pc:docMk/>
            <pc:sldMk cId="1033537365" sldId="381"/>
            <ac:graphicFrameMk id="7" creationId="{00000000-0000-0000-0000-000000000000}"/>
          </ac:graphicFrameMkLst>
        </pc:graphicFrameChg>
      </pc:sldChg>
      <pc:sldChg chg="addSp delSp modSp mod ord addCm delCm modCm">
        <pc:chgData name="Kalvis Golde" userId="d12450372feb7484" providerId="LiveId" clId="{2B4EF15D-42C9-844D-8A07-BC881FB6F23C}" dt="2021-06-22T21:22:10.418" v="15340"/>
        <pc:sldMkLst>
          <pc:docMk/>
          <pc:sldMk cId="1104016091" sldId="383"/>
        </pc:sldMkLst>
        <pc:spChg chg="del mod">
          <ac:chgData name="Kalvis Golde" userId="d12450372feb7484" providerId="LiveId" clId="{2B4EF15D-42C9-844D-8A07-BC881FB6F23C}" dt="2021-06-22T17:34:33.099" v="12699" actId="478"/>
          <ac:spMkLst>
            <pc:docMk/>
            <pc:sldMk cId="1104016091" sldId="383"/>
            <ac:spMk id="2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22T18:30:04.339" v="13124" actId="478"/>
          <ac:spMkLst>
            <pc:docMk/>
            <pc:sldMk cId="1104016091" sldId="383"/>
            <ac:spMk id="3" creationId="{B5634BCE-99A1-644D-AC68-3A65F7B40DFE}"/>
          </ac:spMkLst>
        </pc:spChg>
        <pc:spChg chg="add del mod">
          <ac:chgData name="Kalvis Golde" userId="d12450372feb7484" providerId="LiveId" clId="{2B4EF15D-42C9-844D-8A07-BC881FB6F23C}" dt="2021-06-22T17:34:36.220" v="12701" actId="478"/>
          <ac:spMkLst>
            <pc:docMk/>
            <pc:sldMk cId="1104016091" sldId="383"/>
            <ac:spMk id="7" creationId="{260F01D1-D400-844B-832E-E94656415BF6}"/>
          </ac:spMkLst>
        </pc:spChg>
        <pc:spChg chg="add mod">
          <ac:chgData name="Kalvis Golde" userId="d12450372feb7484" providerId="LiveId" clId="{2B4EF15D-42C9-844D-8A07-BC881FB6F23C}" dt="2021-06-22T19:34:33.469" v="14239" actId="13926"/>
          <ac:spMkLst>
            <pc:docMk/>
            <pc:sldMk cId="1104016091" sldId="383"/>
            <ac:spMk id="11" creationId="{53B38A24-C2D1-2542-AF2D-D68A7476B6F0}"/>
          </ac:spMkLst>
        </pc:spChg>
        <pc:graphicFrameChg chg="mod modGraphic">
          <ac:chgData name="Kalvis Golde" userId="d12450372feb7484" providerId="LiveId" clId="{2B4EF15D-42C9-844D-8A07-BC881FB6F23C}" dt="2021-06-22T20:39:27.167" v="14721" actId="13926"/>
          <ac:graphicFrameMkLst>
            <pc:docMk/>
            <pc:sldMk cId="1104016091" sldId="383"/>
            <ac:graphicFrameMk id="5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7:51:40.747" v="276" actId="21"/>
          <ac:graphicFrameMkLst>
            <pc:docMk/>
            <pc:sldMk cId="1104016091" sldId="383"/>
            <ac:graphicFrameMk id="7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58:41" v="3305" actId="478"/>
          <ac:graphicFrameMkLst>
            <pc:docMk/>
            <pc:sldMk cId="1104016091" sldId="383"/>
            <ac:graphicFrameMk id="8" creationId="{00000000-0000-0000-0000-000000000000}"/>
          </ac:graphicFrameMkLst>
        </pc:graphicFrameChg>
        <pc:graphicFrameChg chg="mod modGraphic">
          <ac:chgData name="Kalvis Golde" userId="d12450372feb7484" providerId="LiveId" clId="{2B4EF15D-42C9-844D-8A07-BC881FB6F23C}" dt="2021-06-22T20:39:22.348" v="14720" actId="13926"/>
          <ac:graphicFrameMkLst>
            <pc:docMk/>
            <pc:sldMk cId="1104016091" sldId="383"/>
            <ac:graphicFrameMk id="9" creationId="{00000000-0000-0000-0000-000000000000}"/>
          </ac:graphicFrameMkLst>
        </pc:graphicFrameChg>
        <pc:graphicFrameChg chg="add del mod modGraphic">
          <ac:chgData name="Kalvis Golde" userId="d12450372feb7484" providerId="LiveId" clId="{2B4EF15D-42C9-844D-8A07-BC881FB6F23C}" dt="2021-06-22T19:01:21.805" v="13639" actId="478"/>
          <ac:graphicFrameMkLst>
            <pc:docMk/>
            <pc:sldMk cId="1104016091" sldId="383"/>
            <ac:graphicFrameMk id="10" creationId="{75C7D152-9D97-7546-B8CD-869ECA6A2A10}"/>
          </ac:graphicFrameMkLst>
        </pc:graphicFrameChg>
        <pc:graphicFrameChg chg="add mod modGraphic">
          <ac:chgData name="Kalvis Golde" userId="d12450372feb7484" providerId="LiveId" clId="{2B4EF15D-42C9-844D-8A07-BC881FB6F23C}" dt="2021-06-22T19:34:23.916" v="14238" actId="1035"/>
          <ac:graphicFrameMkLst>
            <pc:docMk/>
            <pc:sldMk cId="1104016091" sldId="383"/>
            <ac:graphicFrameMk id="12" creationId="{CC33FC22-44FB-C043-B5DB-9280A1B6ECB8}"/>
          </ac:graphicFrameMkLst>
        </pc:graphicFrameChg>
      </pc:sldChg>
      <pc:sldChg chg="addSp delSp modSp mod ord delCm">
        <pc:chgData name="Kalvis Golde" userId="d12450372feb7484" providerId="LiveId" clId="{2B4EF15D-42C9-844D-8A07-BC881FB6F23C}" dt="2021-06-22T19:12:01.723" v="13812" actId="13926"/>
        <pc:sldMkLst>
          <pc:docMk/>
          <pc:sldMk cId="1145471676" sldId="384"/>
        </pc:sldMkLst>
        <pc:spChg chg="mod">
          <ac:chgData name="Kalvis Golde" userId="d12450372feb7484" providerId="LiveId" clId="{2B4EF15D-42C9-844D-8A07-BC881FB6F23C}" dt="2021-06-22T19:12:01.723" v="13812" actId="13926"/>
          <ac:spMkLst>
            <pc:docMk/>
            <pc:sldMk cId="1145471676" sldId="384"/>
            <ac:spMk id="2" creationId="{00000000-0000-0000-0000-000000000000}"/>
          </ac:spMkLst>
        </pc:spChg>
        <pc:spChg chg="del">
          <ac:chgData name="Kalvis Golde" userId="d12450372feb7484" providerId="LiveId" clId="{2B4EF15D-42C9-844D-8A07-BC881FB6F23C}" dt="2021-06-10T19:01:35.567" v="3443" actId="478"/>
          <ac:spMkLst>
            <pc:docMk/>
            <pc:sldMk cId="1145471676" sldId="384"/>
            <ac:spMk id="3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10T17:52:41.849" v="293" actId="478"/>
          <ac:spMkLst>
            <pc:docMk/>
            <pc:sldMk cId="1145471676" sldId="384"/>
            <ac:spMk id="11" creationId="{51D78BFF-1C2D-6D4E-8D6A-20C793EA1E86}"/>
          </ac:spMkLst>
        </pc:spChg>
        <pc:spChg chg="add mod">
          <ac:chgData name="Kalvis Golde" userId="d12450372feb7484" providerId="LiveId" clId="{2B4EF15D-42C9-844D-8A07-BC881FB6F23C}" dt="2021-06-17T18:15:10.826" v="11074" actId="207"/>
          <ac:spMkLst>
            <pc:docMk/>
            <pc:sldMk cId="1145471676" sldId="384"/>
            <ac:spMk id="12" creationId="{3F010283-F523-E04C-BB15-5F240A81E675}"/>
          </ac:spMkLst>
        </pc:spChg>
        <pc:spChg chg="add del mod">
          <ac:chgData name="Kalvis Golde" userId="d12450372feb7484" providerId="LiveId" clId="{2B4EF15D-42C9-844D-8A07-BC881FB6F23C}" dt="2021-06-10T19:45:42.779" v="6408"/>
          <ac:spMkLst>
            <pc:docMk/>
            <pc:sldMk cId="1145471676" sldId="384"/>
            <ac:spMk id="13" creationId="{B2833B3D-0704-F348-A4C3-9014F005F623}"/>
          </ac:spMkLst>
        </pc:spChg>
        <pc:spChg chg="add del mod">
          <ac:chgData name="Kalvis Golde" userId="d12450372feb7484" providerId="LiveId" clId="{2B4EF15D-42C9-844D-8A07-BC881FB6F23C}" dt="2021-06-10T19:45:47.417" v="6410"/>
          <ac:spMkLst>
            <pc:docMk/>
            <pc:sldMk cId="1145471676" sldId="384"/>
            <ac:spMk id="14" creationId="{24D4B371-6B6D-BE4F-A7AC-8806B56D6FC1}"/>
          </ac:spMkLst>
        </pc:spChg>
        <pc:spChg chg="add del mod">
          <ac:chgData name="Kalvis Golde" userId="d12450372feb7484" providerId="LiveId" clId="{2B4EF15D-42C9-844D-8A07-BC881FB6F23C}" dt="2021-06-10T19:54:46.695" v="6726" actId="478"/>
          <ac:spMkLst>
            <pc:docMk/>
            <pc:sldMk cId="1145471676" sldId="384"/>
            <ac:spMk id="16" creationId="{1BED2A0A-A5B3-6A44-AFA8-DE467D07BB4E}"/>
          </ac:spMkLst>
        </pc:spChg>
        <pc:graphicFrameChg chg="del">
          <ac:chgData name="Kalvis Golde" userId="d12450372feb7484" providerId="LiveId" clId="{2B4EF15D-42C9-844D-8A07-BC881FB6F23C}" dt="2021-06-10T17:52:37.559" v="291" actId="478"/>
          <ac:graphicFrameMkLst>
            <pc:docMk/>
            <pc:sldMk cId="1145471676" sldId="384"/>
            <ac:graphicFrameMk id="5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7:52:38.712" v="292" actId="478"/>
          <ac:graphicFrameMkLst>
            <pc:docMk/>
            <pc:sldMk cId="1145471676" sldId="384"/>
            <ac:graphicFrameMk id="6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18:59:41.238" v="3319" actId="1076"/>
          <ac:graphicFrameMkLst>
            <pc:docMk/>
            <pc:sldMk cId="1145471676" sldId="384"/>
            <ac:graphicFrameMk id="7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9:01:33.562" v="3442" actId="478"/>
          <ac:graphicFrameMkLst>
            <pc:docMk/>
            <pc:sldMk cId="1145471676" sldId="384"/>
            <ac:graphicFrameMk id="8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7:52:36.838" v="290" actId="478"/>
          <ac:graphicFrameMkLst>
            <pc:docMk/>
            <pc:sldMk cId="1145471676" sldId="384"/>
            <ac:graphicFrameMk id="9" creationId="{00000000-0000-0000-0000-000000000000}"/>
          </ac:graphicFrameMkLst>
        </pc:graphicFrameChg>
        <pc:graphicFrameChg chg="add del mod">
          <ac:chgData name="Kalvis Golde" userId="d12450372feb7484" providerId="LiveId" clId="{2B4EF15D-42C9-844D-8A07-BC881FB6F23C}" dt="2021-06-10T19:54:44.551" v="6725" actId="478"/>
          <ac:graphicFrameMkLst>
            <pc:docMk/>
            <pc:sldMk cId="1145471676" sldId="384"/>
            <ac:graphicFrameMk id="15" creationId="{03DEA91C-1C43-474D-A1F1-0C537074461B}"/>
          </ac:graphicFrameMkLst>
        </pc:graphicFrameChg>
      </pc:sldChg>
      <pc:sldChg chg="addSp delSp modSp mod addCm delCm">
        <pc:chgData name="Kalvis Golde" userId="d12450372feb7484" providerId="LiveId" clId="{2B4EF15D-42C9-844D-8A07-BC881FB6F23C}" dt="2021-06-22T19:25:21.550" v="14101" actId="13926"/>
        <pc:sldMkLst>
          <pc:docMk/>
          <pc:sldMk cId="1531195224" sldId="388"/>
        </pc:sldMkLst>
        <pc:spChg chg="del">
          <ac:chgData name="Kalvis Golde" userId="d12450372feb7484" providerId="LiveId" clId="{2B4EF15D-42C9-844D-8A07-BC881FB6F23C}" dt="2021-06-10T20:43:31.326" v="9020" actId="478"/>
          <ac:spMkLst>
            <pc:docMk/>
            <pc:sldMk cId="1531195224" sldId="388"/>
            <ac:spMk id="2" creationId="{00000000-0000-0000-0000-000000000000}"/>
          </ac:spMkLst>
        </pc:spChg>
        <pc:spChg chg="mod">
          <ac:chgData name="Kalvis Golde" userId="d12450372feb7484" providerId="LiveId" clId="{2B4EF15D-42C9-844D-8A07-BC881FB6F23C}" dt="2021-06-22T19:25:21.550" v="14101" actId="13926"/>
          <ac:spMkLst>
            <pc:docMk/>
            <pc:sldMk cId="1531195224" sldId="388"/>
            <ac:spMk id="5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10T20:43:26.765" v="9019" actId="478"/>
          <ac:spMkLst>
            <pc:docMk/>
            <pc:sldMk cId="1531195224" sldId="388"/>
            <ac:spMk id="7" creationId="{B68E1F4A-6BA5-514E-815E-7866602C5DF3}"/>
          </ac:spMkLst>
        </pc:spChg>
        <pc:spChg chg="add mod">
          <ac:chgData name="Kalvis Golde" userId="d12450372feb7484" providerId="LiveId" clId="{2B4EF15D-42C9-844D-8A07-BC881FB6F23C}" dt="2021-06-17T18:20:26.735" v="11209" actId="207"/>
          <ac:spMkLst>
            <pc:docMk/>
            <pc:sldMk cId="1531195224" sldId="388"/>
            <ac:spMk id="8" creationId="{8CEBAFC7-4882-B04E-B544-F5047A529DC3}"/>
          </ac:spMkLst>
        </pc:spChg>
        <pc:graphicFrameChg chg="del">
          <ac:chgData name="Kalvis Golde" userId="d12450372feb7484" providerId="LiveId" clId="{2B4EF15D-42C9-844D-8A07-BC881FB6F23C}" dt="2021-06-10T20:43:24.957" v="9018" actId="478"/>
          <ac:graphicFrameMkLst>
            <pc:docMk/>
            <pc:sldMk cId="1531195224" sldId="388"/>
            <ac:graphicFrameMk id="3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20:43:52.612" v="9027" actId="1076"/>
          <ac:graphicFrameMkLst>
            <pc:docMk/>
            <pc:sldMk cId="1531195224" sldId="388"/>
            <ac:graphicFrameMk id="13" creationId="{00000000-0000-0000-0000-000000000000}"/>
          </ac:graphicFrameMkLst>
        </pc:graphicFrameChg>
      </pc:sldChg>
      <pc:sldChg chg="del">
        <pc:chgData name="Kalvis Golde" userId="d12450372feb7484" providerId="LiveId" clId="{2B4EF15D-42C9-844D-8A07-BC881FB6F23C}" dt="2021-06-10T21:00:17.983" v="9980" actId="2696"/>
        <pc:sldMkLst>
          <pc:docMk/>
          <pc:sldMk cId="3520280119" sldId="389"/>
        </pc:sldMkLst>
      </pc:sldChg>
      <pc:sldChg chg="addSp delSp modSp mod addCm delCm modCm">
        <pc:chgData name="Kalvis Golde" userId="d12450372feb7484" providerId="LiveId" clId="{2B4EF15D-42C9-844D-8A07-BC881FB6F23C}" dt="2021-06-22T21:16:50.898" v="14737"/>
        <pc:sldMkLst>
          <pc:docMk/>
          <pc:sldMk cId="605018774" sldId="390"/>
        </pc:sldMkLst>
        <pc:spChg chg="add del mod">
          <ac:chgData name="Kalvis Golde" userId="d12450372feb7484" providerId="LiveId" clId="{2B4EF15D-42C9-844D-8A07-BC881FB6F23C}" dt="2021-06-10T18:42:24.421" v="1701" actId="478"/>
          <ac:spMkLst>
            <pc:docMk/>
            <pc:sldMk cId="605018774" sldId="390"/>
            <ac:spMk id="3" creationId="{FAA4811B-2810-0743-815C-47E43BE91828}"/>
          </ac:spMkLst>
        </pc:spChg>
        <pc:spChg chg="del mod">
          <ac:chgData name="Kalvis Golde" userId="d12450372feb7484" providerId="LiveId" clId="{2B4EF15D-42C9-844D-8A07-BC881FB6F23C}" dt="2021-06-22T14:54:18.908" v="11278" actId="478"/>
          <ac:spMkLst>
            <pc:docMk/>
            <pc:sldMk cId="605018774" sldId="390"/>
            <ac:spMk id="5" creationId="{00000000-0000-0000-0000-000000000000}"/>
          </ac:spMkLst>
        </pc:spChg>
        <pc:spChg chg="add mod">
          <ac:chgData name="Kalvis Golde" userId="d12450372feb7484" providerId="LiveId" clId="{2B4EF15D-42C9-844D-8A07-BC881FB6F23C}" dt="2021-06-22T19:05:19.268" v="13697" actId="13926"/>
          <ac:spMkLst>
            <pc:docMk/>
            <pc:sldMk cId="605018774" sldId="390"/>
            <ac:spMk id="6" creationId="{9A4C9617-2FF2-3240-A229-AA4D72AB9586}"/>
          </ac:spMkLst>
        </pc:spChg>
        <pc:spChg chg="add mod">
          <ac:chgData name="Kalvis Golde" userId="d12450372feb7484" providerId="LiveId" clId="{2B4EF15D-42C9-844D-8A07-BC881FB6F23C}" dt="2021-06-22T19:34:41.892" v="14240" actId="13926"/>
          <ac:spMkLst>
            <pc:docMk/>
            <pc:sldMk cId="605018774" sldId="390"/>
            <ac:spMk id="8" creationId="{1158FEDE-D390-394F-8BD0-9BEC52197111}"/>
          </ac:spMkLst>
        </pc:spChg>
        <pc:spChg chg="add del mod">
          <ac:chgData name="Kalvis Golde" userId="d12450372feb7484" providerId="LiveId" clId="{2B4EF15D-42C9-844D-8A07-BC881FB6F23C}" dt="2021-06-22T15:11:49.074" v="11349" actId="478"/>
          <ac:spMkLst>
            <pc:docMk/>
            <pc:sldMk cId="605018774" sldId="390"/>
            <ac:spMk id="13" creationId="{30F82BB6-9B24-7B41-9C70-64A1833F0EEB}"/>
          </ac:spMkLst>
        </pc:spChg>
        <pc:graphicFrameChg chg="del">
          <ac:chgData name="Kalvis Golde" userId="d12450372feb7484" providerId="LiveId" clId="{2B4EF15D-42C9-844D-8A07-BC881FB6F23C}" dt="2021-06-10T18:42:22.400" v="1700" actId="478"/>
          <ac:graphicFrameMkLst>
            <pc:docMk/>
            <pc:sldMk cId="605018774" sldId="390"/>
            <ac:graphicFrameMk id="6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42:21.659" v="1699" actId="478"/>
          <ac:graphicFrameMkLst>
            <pc:docMk/>
            <pc:sldMk cId="605018774" sldId="390"/>
            <ac:graphicFrameMk id="7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42:25.676" v="1702" actId="478"/>
          <ac:graphicFrameMkLst>
            <pc:docMk/>
            <pc:sldMk cId="605018774" sldId="390"/>
            <ac:graphicFrameMk id="8" creationId="{00000000-0000-0000-0000-000000000000}"/>
          </ac:graphicFrameMkLst>
        </pc:graphicFrameChg>
        <pc:graphicFrameChg chg="del mod">
          <ac:chgData name="Kalvis Golde" userId="d12450372feb7484" providerId="LiveId" clId="{2B4EF15D-42C9-844D-8A07-BC881FB6F23C}" dt="2021-06-22T15:11:46.962" v="11348" actId="478"/>
          <ac:graphicFrameMkLst>
            <pc:docMk/>
            <pc:sldMk cId="605018774" sldId="390"/>
            <ac:graphicFrameMk id="9" creationId="{00000000-0000-0000-0000-000000000000}"/>
          </ac:graphicFrameMkLst>
        </pc:graphicFrameChg>
        <pc:graphicFrameChg chg="mod modGraphic">
          <ac:chgData name="Kalvis Golde" userId="d12450372feb7484" providerId="LiveId" clId="{2B4EF15D-42C9-844D-8A07-BC881FB6F23C}" dt="2021-06-22T20:30:21.876" v="14719" actId="13926"/>
          <ac:graphicFrameMkLst>
            <pc:docMk/>
            <pc:sldMk cId="605018774" sldId="390"/>
            <ac:graphicFrameMk id="10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18:42:20.076" v="1698" actId="478"/>
          <ac:graphicFrameMkLst>
            <pc:docMk/>
            <pc:sldMk cId="605018774" sldId="390"/>
            <ac:graphicFrameMk id="11" creationId="{00000000-0000-0000-0000-000000000000}"/>
          </ac:graphicFrameMkLst>
        </pc:graphicFrameChg>
        <pc:graphicFrameChg chg="add mod modGraphic">
          <ac:chgData name="Kalvis Golde" userId="d12450372feb7484" providerId="LiveId" clId="{2B4EF15D-42C9-844D-8A07-BC881FB6F23C}" dt="2021-06-22T20:30:03.480" v="14716" actId="13926"/>
          <ac:graphicFrameMkLst>
            <pc:docMk/>
            <pc:sldMk cId="605018774" sldId="390"/>
            <ac:graphicFrameMk id="12" creationId="{77B39914-3BE8-3842-B5A4-CA67D740F9D1}"/>
          </ac:graphicFrameMkLst>
        </pc:graphicFrameChg>
        <pc:picChg chg="add del mod">
          <ac:chgData name="Kalvis Golde" userId="d12450372feb7484" providerId="LiveId" clId="{2B4EF15D-42C9-844D-8A07-BC881FB6F23C}" dt="2021-06-22T15:22:19.467" v="11624" actId="478"/>
          <ac:picMkLst>
            <pc:docMk/>
            <pc:sldMk cId="605018774" sldId="390"/>
            <ac:picMk id="3" creationId="{8A3BADFF-7E5C-794F-883E-DBA8A3B8DDED}"/>
          </ac:picMkLst>
        </pc:picChg>
        <pc:picChg chg="add del mod">
          <ac:chgData name="Kalvis Golde" userId="d12450372feb7484" providerId="LiveId" clId="{2B4EF15D-42C9-844D-8A07-BC881FB6F23C}" dt="2021-06-22T15:22:51.479" v="11631" actId="478"/>
          <ac:picMkLst>
            <pc:docMk/>
            <pc:sldMk cId="605018774" sldId="390"/>
            <ac:picMk id="11" creationId="{00C066BC-47EA-6547-9016-D07AC80AFA31}"/>
          </ac:picMkLst>
        </pc:picChg>
        <pc:picChg chg="add del mod">
          <ac:chgData name="Kalvis Golde" userId="d12450372feb7484" providerId="LiveId" clId="{2B4EF15D-42C9-844D-8A07-BC881FB6F23C}" dt="2021-06-22T15:23:27.910" v="11635" actId="478"/>
          <ac:picMkLst>
            <pc:docMk/>
            <pc:sldMk cId="605018774" sldId="390"/>
            <ac:picMk id="15" creationId="{D10F22B7-D4DD-884B-AAFA-4D992F3C3554}"/>
          </ac:picMkLst>
        </pc:picChg>
        <pc:picChg chg="add del mod">
          <ac:chgData name="Kalvis Golde" userId="d12450372feb7484" providerId="LiveId" clId="{2B4EF15D-42C9-844D-8A07-BC881FB6F23C}" dt="2021-06-22T15:28:51.903" v="11692" actId="478"/>
          <ac:picMkLst>
            <pc:docMk/>
            <pc:sldMk cId="605018774" sldId="390"/>
            <ac:picMk id="17" creationId="{A4546E06-F14B-4F43-A587-BCA58D64C466}"/>
          </ac:picMkLst>
        </pc:picChg>
        <pc:picChg chg="add del mod">
          <ac:chgData name="Kalvis Golde" userId="d12450372feb7484" providerId="LiveId" clId="{2B4EF15D-42C9-844D-8A07-BC881FB6F23C}" dt="2021-06-22T15:33:13.795" v="11707" actId="478"/>
          <ac:picMkLst>
            <pc:docMk/>
            <pc:sldMk cId="605018774" sldId="390"/>
            <ac:picMk id="19" creationId="{43957D26-0BD3-9042-8B2E-689D9F464BA5}"/>
          </ac:picMkLst>
        </pc:picChg>
        <pc:picChg chg="add mod">
          <ac:chgData name="Kalvis Golde" userId="d12450372feb7484" providerId="LiveId" clId="{2B4EF15D-42C9-844D-8A07-BC881FB6F23C}" dt="2021-06-22T15:38:12.295" v="11801" actId="1076"/>
          <ac:picMkLst>
            <pc:docMk/>
            <pc:sldMk cId="605018774" sldId="390"/>
            <ac:picMk id="21" creationId="{ACFCF23C-3F78-F642-B6A1-1AF27AD94237}"/>
          </ac:picMkLst>
        </pc:picChg>
      </pc:sldChg>
      <pc:sldChg chg="addSp delSp modSp mod delCm">
        <pc:chgData name="Kalvis Golde" userId="d12450372feb7484" providerId="LiveId" clId="{2B4EF15D-42C9-844D-8A07-BC881FB6F23C}" dt="2021-06-22T19:06:12.050" v="13700" actId="13926"/>
        <pc:sldMkLst>
          <pc:docMk/>
          <pc:sldMk cId="2152055937" sldId="391"/>
        </pc:sldMkLst>
        <pc:spChg chg="add del mod">
          <ac:chgData name="Kalvis Golde" userId="d12450372feb7484" providerId="LiveId" clId="{2B4EF15D-42C9-844D-8A07-BC881FB6F23C}" dt="2021-06-22T15:52:10.338" v="11813" actId="478"/>
          <ac:spMkLst>
            <pc:docMk/>
            <pc:sldMk cId="2152055937" sldId="391"/>
            <ac:spMk id="3" creationId="{72ABA79E-75A5-F64A-84C8-9DBA4B218AA2}"/>
          </ac:spMkLst>
        </pc:spChg>
        <pc:spChg chg="del">
          <ac:chgData name="Kalvis Golde" userId="d12450372feb7484" providerId="LiveId" clId="{2B4EF15D-42C9-844D-8A07-BC881FB6F23C}" dt="2021-06-22T16:02:18.747" v="11919" actId="478"/>
          <ac:spMkLst>
            <pc:docMk/>
            <pc:sldMk cId="2152055937" sldId="391"/>
            <ac:spMk id="4" creationId="{00000000-0000-0000-0000-000000000000}"/>
          </ac:spMkLst>
        </pc:spChg>
        <pc:spChg chg="add mod">
          <ac:chgData name="Kalvis Golde" userId="d12450372feb7484" providerId="LiveId" clId="{2B4EF15D-42C9-844D-8A07-BC881FB6F23C}" dt="2021-06-22T19:06:12.050" v="13700" actId="13926"/>
          <ac:spMkLst>
            <pc:docMk/>
            <pc:sldMk cId="2152055937" sldId="391"/>
            <ac:spMk id="7" creationId="{FF46E068-D12F-7244-B43D-93F4C8891F00}"/>
          </ac:spMkLst>
        </pc:spChg>
        <pc:spChg chg="add mod">
          <ac:chgData name="Kalvis Golde" userId="d12450372feb7484" providerId="LiveId" clId="{2B4EF15D-42C9-844D-8A07-BC881FB6F23C}" dt="2021-06-22T17:37:53.756" v="12837" actId="20577"/>
          <ac:spMkLst>
            <pc:docMk/>
            <pc:sldMk cId="2152055937" sldId="391"/>
            <ac:spMk id="12" creationId="{BA47DF96-A0AE-8040-A329-EC7A6F459DE9}"/>
          </ac:spMkLst>
        </pc:spChg>
        <pc:graphicFrameChg chg="del modGraphic">
          <ac:chgData name="Kalvis Golde" userId="d12450372feb7484" providerId="LiveId" clId="{2B4EF15D-42C9-844D-8A07-BC881FB6F23C}" dt="2021-06-22T15:52:04.681" v="11811" actId="478"/>
          <ac:graphicFrameMkLst>
            <pc:docMk/>
            <pc:sldMk cId="2152055937" sldId="391"/>
            <ac:graphicFrameMk id="6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22T15:52:08.413" v="11812" actId="478"/>
          <ac:graphicFrameMkLst>
            <pc:docMk/>
            <pc:sldMk cId="2152055937" sldId="391"/>
            <ac:graphicFrameMk id="8" creationId="{7928BC67-CCB3-4657-BA9A-01E02FC4FA55}"/>
          </ac:graphicFrameMkLst>
        </pc:graphicFrameChg>
        <pc:picChg chg="add del mod">
          <ac:chgData name="Kalvis Golde" userId="d12450372feb7484" providerId="LiveId" clId="{2B4EF15D-42C9-844D-8A07-BC881FB6F23C}" dt="2021-06-22T17:00:51.596" v="11985" actId="478"/>
          <ac:picMkLst>
            <pc:docMk/>
            <pc:sldMk cId="2152055937" sldId="391"/>
            <ac:picMk id="9" creationId="{19FDD737-4FF5-E948-A17F-CF70CFCB83D5}"/>
          </ac:picMkLst>
        </pc:picChg>
        <pc:picChg chg="add mod">
          <ac:chgData name="Kalvis Golde" userId="d12450372feb7484" providerId="LiveId" clId="{2B4EF15D-42C9-844D-8A07-BC881FB6F23C}" dt="2021-06-22T17:37:48.190" v="12836" actId="1036"/>
          <ac:picMkLst>
            <pc:docMk/>
            <pc:sldMk cId="2152055937" sldId="391"/>
            <ac:picMk id="11" creationId="{7C763E95-3D18-0E4A-A856-B328C5924673}"/>
          </ac:picMkLst>
        </pc:picChg>
      </pc:sldChg>
      <pc:sldChg chg="addSp delSp modSp mod">
        <pc:chgData name="Kalvis Golde" userId="d12450372feb7484" providerId="LiveId" clId="{2B4EF15D-42C9-844D-8A07-BC881FB6F23C}" dt="2021-06-22T19:07:34.243" v="13793" actId="13926"/>
        <pc:sldMkLst>
          <pc:docMk/>
          <pc:sldMk cId="2956727627" sldId="392"/>
        </pc:sldMkLst>
        <pc:spChg chg="mod">
          <ac:chgData name="Kalvis Golde" userId="d12450372feb7484" providerId="LiveId" clId="{2B4EF15D-42C9-844D-8A07-BC881FB6F23C}" dt="2021-06-22T19:07:34.243" v="13793" actId="13926"/>
          <ac:spMkLst>
            <pc:docMk/>
            <pc:sldMk cId="2956727627" sldId="392"/>
            <ac:spMk id="6" creationId="{1700B16A-33BA-5646-9BCC-4491AD8D4FD4}"/>
          </ac:spMkLst>
        </pc:spChg>
        <pc:spChg chg="mod">
          <ac:chgData name="Kalvis Golde" userId="d12450372feb7484" providerId="LiveId" clId="{2B4EF15D-42C9-844D-8A07-BC881FB6F23C}" dt="2021-06-10T20:54:08.575" v="9650" actId="1037"/>
          <ac:spMkLst>
            <pc:docMk/>
            <pc:sldMk cId="2956727627" sldId="392"/>
            <ac:spMk id="7" creationId="{75488183-E097-304A-B953-194A9D986237}"/>
          </ac:spMkLst>
        </pc:spChg>
        <pc:spChg chg="mod">
          <ac:chgData name="Kalvis Golde" userId="d12450372feb7484" providerId="LiveId" clId="{2B4EF15D-42C9-844D-8A07-BC881FB6F23C}" dt="2021-06-10T20:54:01.086" v="9643" actId="1076"/>
          <ac:spMkLst>
            <pc:docMk/>
            <pc:sldMk cId="2956727627" sldId="392"/>
            <ac:spMk id="10" creationId="{C0E40825-6F35-DE44-8BCC-6208E8007D55}"/>
          </ac:spMkLst>
        </pc:spChg>
        <pc:picChg chg="add del mod">
          <ac:chgData name="Kalvis Golde" userId="d12450372feb7484" providerId="LiveId" clId="{2B4EF15D-42C9-844D-8A07-BC881FB6F23C}" dt="2021-06-10T20:52:13.560" v="9576" actId="478"/>
          <ac:picMkLst>
            <pc:docMk/>
            <pc:sldMk cId="2956727627" sldId="392"/>
            <ac:picMk id="3" creationId="{7CB9FAAB-B694-B849-8289-433F2AA3D418}"/>
          </ac:picMkLst>
        </pc:picChg>
        <pc:picChg chg="mod">
          <ac:chgData name="Kalvis Golde" userId="d12450372feb7484" providerId="LiveId" clId="{2B4EF15D-42C9-844D-8A07-BC881FB6F23C}" dt="2021-06-10T17:45:45.530" v="28" actId="1036"/>
          <ac:picMkLst>
            <pc:docMk/>
            <pc:sldMk cId="2956727627" sldId="392"/>
            <ac:picMk id="5" creationId="{E2A6483B-856F-1941-B717-FE03FA49C104}"/>
          </ac:picMkLst>
        </pc:picChg>
        <pc:picChg chg="mod">
          <ac:chgData name="Kalvis Golde" userId="d12450372feb7484" providerId="LiveId" clId="{2B4EF15D-42C9-844D-8A07-BC881FB6F23C}" dt="2021-06-22T14:52:35.832" v="11224" actId="1035"/>
          <ac:picMkLst>
            <pc:docMk/>
            <pc:sldMk cId="2956727627" sldId="392"/>
            <ac:picMk id="9" creationId="{CA56552D-6B5D-2140-856F-CB280A21060A}"/>
          </ac:picMkLst>
        </pc:picChg>
        <pc:picChg chg="add del mod">
          <ac:chgData name="Kalvis Golde" userId="d12450372feb7484" providerId="LiveId" clId="{2B4EF15D-42C9-844D-8A07-BC881FB6F23C}" dt="2021-06-10T20:52:51.962" v="9589" actId="478"/>
          <ac:picMkLst>
            <pc:docMk/>
            <pc:sldMk cId="2956727627" sldId="392"/>
            <ac:picMk id="11" creationId="{55D30BA5-2A4F-BE4E-BFC5-773D7A77B09A}"/>
          </ac:picMkLst>
        </pc:picChg>
        <pc:picChg chg="add del mod">
          <ac:chgData name="Kalvis Golde" userId="d12450372feb7484" providerId="LiveId" clId="{2B4EF15D-42C9-844D-8A07-BC881FB6F23C}" dt="2021-06-10T20:52:53.531" v="9590" actId="478"/>
          <ac:picMkLst>
            <pc:docMk/>
            <pc:sldMk cId="2956727627" sldId="392"/>
            <ac:picMk id="13" creationId="{07F479AC-2559-FA4E-B1F0-B84B2E331FC8}"/>
          </ac:picMkLst>
        </pc:picChg>
      </pc:sldChg>
      <pc:sldChg chg="addSp delSp modSp mod">
        <pc:chgData name="Kalvis Golde" userId="d12450372feb7484" providerId="LiveId" clId="{2B4EF15D-42C9-844D-8A07-BC881FB6F23C}" dt="2021-06-22T19:05:26.362" v="13698" actId="13926"/>
        <pc:sldMkLst>
          <pc:docMk/>
          <pc:sldMk cId="4151174089" sldId="393"/>
        </pc:sldMkLst>
        <pc:spChg chg="del mod">
          <ac:chgData name="Kalvis Golde" userId="d12450372feb7484" providerId="LiveId" clId="{2B4EF15D-42C9-844D-8A07-BC881FB6F23C}" dt="2021-06-10T17:47:16.274" v="34" actId="478"/>
          <ac:spMkLst>
            <pc:docMk/>
            <pc:sldMk cId="4151174089" sldId="393"/>
            <ac:spMk id="4" creationId="{EDAE49B8-B31C-5F4F-93D4-188B3D3BFF44}"/>
          </ac:spMkLst>
        </pc:spChg>
        <pc:spChg chg="del mod">
          <ac:chgData name="Kalvis Golde" userId="d12450372feb7484" providerId="LiveId" clId="{2B4EF15D-42C9-844D-8A07-BC881FB6F23C}" dt="2021-06-17T18:08:18.507" v="10847" actId="478"/>
          <ac:spMkLst>
            <pc:docMk/>
            <pc:sldMk cId="4151174089" sldId="393"/>
            <ac:spMk id="5" creationId="{6CD8426A-73E3-4646-B72E-A048A5994F9E}"/>
          </ac:spMkLst>
        </pc:spChg>
        <pc:spChg chg="mod">
          <ac:chgData name="Kalvis Golde" userId="d12450372feb7484" providerId="LiveId" clId="{2B4EF15D-42C9-844D-8A07-BC881FB6F23C}" dt="2021-06-22T19:05:26.362" v="13698" actId="13926"/>
          <ac:spMkLst>
            <pc:docMk/>
            <pc:sldMk cId="4151174089" sldId="393"/>
            <ac:spMk id="6" creationId="{4C22968F-54A5-2A45-A2FD-710584D7F4D0}"/>
          </ac:spMkLst>
        </pc:spChg>
        <pc:spChg chg="add mod">
          <ac:chgData name="Kalvis Golde" userId="d12450372feb7484" providerId="LiveId" clId="{2B4EF15D-42C9-844D-8A07-BC881FB6F23C}" dt="2021-06-10T17:47:25.489" v="35"/>
          <ac:spMkLst>
            <pc:docMk/>
            <pc:sldMk cId="4151174089" sldId="393"/>
            <ac:spMk id="7" creationId="{2A45BD41-D12E-F345-8BE8-A89CDA828240}"/>
          </ac:spMkLst>
        </pc:spChg>
        <pc:spChg chg="add del mod">
          <ac:chgData name="Kalvis Golde" userId="d12450372feb7484" providerId="LiveId" clId="{2B4EF15D-42C9-844D-8A07-BC881FB6F23C}" dt="2021-06-22T14:52:57.723" v="11227" actId="478"/>
          <ac:spMkLst>
            <pc:docMk/>
            <pc:sldMk cId="4151174089" sldId="393"/>
            <ac:spMk id="8" creationId="{7759AFD1-59A9-1B44-96C1-01DBA442D296}"/>
          </ac:spMkLst>
        </pc:spChg>
        <pc:spChg chg="add del mod">
          <ac:chgData name="Kalvis Golde" userId="d12450372feb7484" providerId="LiveId" clId="{2B4EF15D-42C9-844D-8A07-BC881FB6F23C}" dt="2021-06-22T14:52:51.066" v="11225" actId="478"/>
          <ac:spMkLst>
            <pc:docMk/>
            <pc:sldMk cId="4151174089" sldId="393"/>
            <ac:spMk id="9" creationId="{B2505207-8B77-BE42-981C-C1E5F088796F}"/>
          </ac:spMkLst>
        </pc:spChg>
      </pc:sldChg>
      <pc:sldChg chg="addSp delSp modSp add del mod">
        <pc:chgData name="Kalvis Golde" userId="d12450372feb7484" providerId="LiveId" clId="{2B4EF15D-42C9-844D-8A07-BC881FB6F23C}" dt="2021-06-10T19:48:19.587" v="6612" actId="2696"/>
        <pc:sldMkLst>
          <pc:docMk/>
          <pc:sldMk cId="633779602" sldId="394"/>
        </pc:sldMkLst>
        <pc:spChg chg="mod">
          <ac:chgData name="Kalvis Golde" userId="d12450372feb7484" providerId="LiveId" clId="{2B4EF15D-42C9-844D-8A07-BC881FB6F23C}" dt="2021-06-10T17:53:04.975" v="308" actId="20577"/>
          <ac:spMkLst>
            <pc:docMk/>
            <pc:sldMk cId="633779602" sldId="394"/>
            <ac:spMk id="2" creationId="{00000000-0000-0000-0000-000000000000}"/>
          </ac:spMkLst>
        </pc:spChg>
        <pc:spChg chg="del mod">
          <ac:chgData name="Kalvis Golde" userId="d12450372feb7484" providerId="LiveId" clId="{2B4EF15D-42C9-844D-8A07-BC881FB6F23C}" dt="2021-06-10T19:44:52.611" v="6325" actId="478"/>
          <ac:spMkLst>
            <pc:docMk/>
            <pc:sldMk cId="633779602" sldId="394"/>
            <ac:spMk id="3" creationId="{00000000-0000-0000-0000-000000000000}"/>
          </ac:spMkLst>
        </pc:spChg>
        <pc:spChg chg="add del mod">
          <ac:chgData name="Kalvis Golde" userId="d12450372feb7484" providerId="LiveId" clId="{2B4EF15D-42C9-844D-8A07-BC881FB6F23C}" dt="2021-06-10T19:45:05.060" v="6328"/>
          <ac:spMkLst>
            <pc:docMk/>
            <pc:sldMk cId="633779602" sldId="394"/>
            <ac:spMk id="5" creationId="{C8AABD9E-A56A-C04A-A927-8240FCEAA9BB}"/>
          </ac:spMkLst>
        </pc:spChg>
        <pc:spChg chg="add mod">
          <ac:chgData name="Kalvis Golde" userId="d12450372feb7484" providerId="LiveId" clId="{2B4EF15D-42C9-844D-8A07-BC881FB6F23C}" dt="2021-06-10T19:45:25.295" v="6392" actId="20577"/>
          <ac:spMkLst>
            <pc:docMk/>
            <pc:sldMk cId="633779602" sldId="394"/>
            <ac:spMk id="6" creationId="{AAB59CE2-3776-1E4C-9EBB-9839FB7AAA2C}"/>
          </ac:spMkLst>
        </pc:spChg>
        <pc:graphicFrameChg chg="del">
          <ac:chgData name="Kalvis Golde" userId="d12450372feb7484" providerId="LiveId" clId="{2B4EF15D-42C9-844D-8A07-BC881FB6F23C}" dt="2021-06-10T17:53:00.512" v="295" actId="478"/>
          <ac:graphicFrameMkLst>
            <pc:docMk/>
            <pc:sldMk cId="633779602" sldId="394"/>
            <ac:graphicFrameMk id="7" creationId="{00000000-0000-0000-0000-000000000000}"/>
          </ac:graphicFrameMkLst>
        </pc:graphicFrameChg>
        <pc:graphicFrameChg chg="mod">
          <ac:chgData name="Kalvis Golde" userId="d12450372feb7484" providerId="LiveId" clId="{2B4EF15D-42C9-844D-8A07-BC881FB6F23C}" dt="2021-06-10T19:01:51.631" v="3444" actId="1076"/>
          <ac:graphicFrameMkLst>
            <pc:docMk/>
            <pc:sldMk cId="633779602" sldId="394"/>
            <ac:graphicFrameMk id="8" creationId="{00000000-0000-0000-0000-000000000000}"/>
          </ac:graphicFrameMkLst>
        </pc:graphicFrameChg>
      </pc:sldChg>
      <pc:sldChg chg="addSp delSp modSp add mod">
        <pc:chgData name="Kalvis Golde" userId="d12450372feb7484" providerId="LiveId" clId="{2B4EF15D-42C9-844D-8A07-BC881FB6F23C}" dt="2021-06-22T19:12:38.334" v="13818" actId="13926"/>
        <pc:sldMkLst>
          <pc:docMk/>
          <pc:sldMk cId="4148355703" sldId="394"/>
        </pc:sldMkLst>
        <pc:spChg chg="mod">
          <ac:chgData name="Kalvis Golde" userId="d12450372feb7484" providerId="LiveId" clId="{2B4EF15D-42C9-844D-8A07-BC881FB6F23C}" dt="2021-06-22T19:12:38.334" v="13818" actId="13926"/>
          <ac:spMkLst>
            <pc:docMk/>
            <pc:sldMk cId="4148355703" sldId="394"/>
            <ac:spMk id="2" creationId="{00000000-0000-0000-0000-000000000000}"/>
          </ac:spMkLst>
        </pc:spChg>
        <pc:spChg chg="del mod">
          <ac:chgData name="Kalvis Golde" userId="d12450372feb7484" providerId="LiveId" clId="{2B4EF15D-42C9-844D-8A07-BC881FB6F23C}" dt="2021-06-10T21:02:21.324" v="10155" actId="478"/>
          <ac:spMkLst>
            <pc:docMk/>
            <pc:sldMk cId="4148355703" sldId="394"/>
            <ac:spMk id="6" creationId="{604D38DC-2BAB-E347-BB0D-92A64F59EA09}"/>
          </ac:spMkLst>
        </pc:spChg>
        <pc:spChg chg="add del mod">
          <ac:chgData name="Kalvis Golde" userId="d12450372feb7484" providerId="LiveId" clId="{2B4EF15D-42C9-844D-8A07-BC881FB6F23C}" dt="2021-06-10T21:02:29.373" v="10158" actId="478"/>
          <ac:spMkLst>
            <pc:docMk/>
            <pc:sldMk cId="4148355703" sldId="394"/>
            <ac:spMk id="8" creationId="{60DD8F58-9AFA-B142-9DA1-13C6168D8714}"/>
          </ac:spMkLst>
        </pc:spChg>
        <pc:spChg chg="add mod">
          <ac:chgData name="Kalvis Golde" userId="d12450372feb7484" providerId="LiveId" clId="{2B4EF15D-42C9-844D-8A07-BC881FB6F23C}" dt="2021-06-17T18:19:59.284" v="11204" actId="207"/>
          <ac:spMkLst>
            <pc:docMk/>
            <pc:sldMk cId="4148355703" sldId="394"/>
            <ac:spMk id="9" creationId="{F37129CA-1655-864C-827F-F9F60548B64F}"/>
          </ac:spMkLst>
        </pc:spChg>
        <pc:graphicFrameChg chg="del">
          <ac:chgData name="Kalvis Golde" userId="d12450372feb7484" providerId="LiveId" clId="{2B4EF15D-42C9-844D-8A07-BC881FB6F23C}" dt="2021-06-10T21:02:27.701" v="10157" actId="478"/>
          <ac:graphicFrameMkLst>
            <pc:docMk/>
            <pc:sldMk cId="4148355703" sldId="394"/>
            <ac:graphicFrameMk id="5" creationId="{00000000-0000-0000-0000-000000000000}"/>
          </ac:graphicFrameMkLst>
        </pc:graphicFrameChg>
        <pc:graphicFrameChg chg="del">
          <ac:chgData name="Kalvis Golde" userId="d12450372feb7484" providerId="LiveId" clId="{2B4EF15D-42C9-844D-8A07-BC881FB6F23C}" dt="2021-06-10T21:02:22.502" v="10156" actId="478"/>
          <ac:graphicFrameMkLst>
            <pc:docMk/>
            <pc:sldMk cId="4148355703" sldId="394"/>
            <ac:graphicFrameMk id="7" creationId="{00000000-0000-0000-0000-000000000000}"/>
          </ac:graphicFrameMkLst>
        </pc:graphicFrameChg>
      </pc:sldChg>
      <pc:sldChg chg="addSp delSp modSp new mod">
        <pc:chgData name="Kalvis Golde" userId="d12450372feb7484" providerId="LiveId" clId="{2B4EF15D-42C9-844D-8A07-BC881FB6F23C}" dt="2021-06-22T19:08:57.527" v="13798" actId="13926"/>
        <pc:sldMkLst>
          <pc:docMk/>
          <pc:sldMk cId="1407281575" sldId="395"/>
        </pc:sldMkLst>
        <pc:spChg chg="del">
          <ac:chgData name="Kalvis Golde" userId="d12450372feb7484" providerId="LiveId" clId="{2B4EF15D-42C9-844D-8A07-BC881FB6F23C}" dt="2021-06-22T17:28:22.792" v="12408" actId="478"/>
          <ac:spMkLst>
            <pc:docMk/>
            <pc:sldMk cId="1407281575" sldId="395"/>
            <ac:spMk id="2" creationId="{5AB9D273-416A-354C-AA28-F05D105AA98C}"/>
          </ac:spMkLst>
        </pc:spChg>
        <pc:spChg chg="del">
          <ac:chgData name="Kalvis Golde" userId="d12450372feb7484" providerId="LiveId" clId="{2B4EF15D-42C9-844D-8A07-BC881FB6F23C}" dt="2021-06-22T17:28:24.228" v="12409" actId="478"/>
          <ac:spMkLst>
            <pc:docMk/>
            <pc:sldMk cId="1407281575" sldId="395"/>
            <ac:spMk id="3" creationId="{A6ED7E95-00CB-AA46-AAAA-945BF9895F29}"/>
          </ac:spMkLst>
        </pc:spChg>
        <pc:spChg chg="add mod">
          <ac:chgData name="Kalvis Golde" userId="d12450372feb7484" providerId="LiveId" clId="{2B4EF15D-42C9-844D-8A07-BC881FB6F23C}" dt="2021-06-22T19:08:57.527" v="13798" actId="13926"/>
          <ac:spMkLst>
            <pc:docMk/>
            <pc:sldMk cId="1407281575" sldId="395"/>
            <ac:spMk id="5" creationId="{A42EFDFD-5356-C64A-8AC1-9F4719D73C82}"/>
          </ac:spMkLst>
        </pc:spChg>
        <pc:spChg chg="add mod">
          <ac:chgData name="Kalvis Golde" userId="d12450372feb7484" providerId="LiveId" clId="{2B4EF15D-42C9-844D-8A07-BC881FB6F23C}" dt="2021-06-22T17:33:53.185" v="12631" actId="1038"/>
          <ac:spMkLst>
            <pc:docMk/>
            <pc:sldMk cId="1407281575" sldId="395"/>
            <ac:spMk id="6" creationId="{EF5BF4B9-183A-BA4C-9CE9-17C8C647F3F3}"/>
          </ac:spMkLst>
        </pc:spChg>
        <pc:spChg chg="add del mod">
          <ac:chgData name="Kalvis Golde" userId="d12450372feb7484" providerId="LiveId" clId="{2B4EF15D-42C9-844D-8A07-BC881FB6F23C}" dt="2021-06-22T17:32:02.203" v="12504"/>
          <ac:spMkLst>
            <pc:docMk/>
            <pc:sldMk cId="1407281575" sldId="395"/>
            <ac:spMk id="7" creationId="{6F124A19-7957-344C-AE28-8AF8A0E70D0C}"/>
          </ac:spMkLst>
        </pc:spChg>
        <pc:spChg chg="add mod">
          <ac:chgData name="Kalvis Golde" userId="d12450372feb7484" providerId="LiveId" clId="{2B4EF15D-42C9-844D-8A07-BC881FB6F23C}" dt="2021-06-22T17:33:55.118" v="12634" actId="1037"/>
          <ac:spMkLst>
            <pc:docMk/>
            <pc:sldMk cId="1407281575" sldId="395"/>
            <ac:spMk id="8" creationId="{F60AB59C-618B-AB44-BAF7-44FAC64C8A41}"/>
          </ac:spMkLst>
        </pc:spChg>
      </pc:sldChg>
      <pc:sldChg chg="add del">
        <pc:chgData name="Kalvis Golde" userId="d12450372feb7484" providerId="LiveId" clId="{2B4EF15D-42C9-844D-8A07-BC881FB6F23C}" dt="2021-06-10T17:54:19.342" v="370"/>
        <pc:sldMkLst>
          <pc:docMk/>
          <pc:sldMk cId="2866900858" sldId="395"/>
        </pc:sldMkLst>
      </pc:sldChg>
      <pc:sldChg chg="modSp add del mod">
        <pc:chgData name="Kalvis Golde" userId="d12450372feb7484" providerId="LiveId" clId="{2B4EF15D-42C9-844D-8A07-BC881FB6F23C}" dt="2021-06-22T17:34:02.823" v="12636" actId="2696"/>
        <pc:sldMkLst>
          <pc:docMk/>
          <pc:sldMk cId="2185409598" sldId="396"/>
        </pc:sldMkLst>
        <pc:spChg chg="mod">
          <ac:chgData name="Kalvis Golde" userId="d12450372feb7484" providerId="LiveId" clId="{2B4EF15D-42C9-844D-8A07-BC881FB6F23C}" dt="2021-06-22T17:34:01.065" v="12635" actId="20577"/>
          <ac:spMkLst>
            <pc:docMk/>
            <pc:sldMk cId="2185409598" sldId="396"/>
            <ac:spMk id="6" creationId="{EF5BF4B9-183A-BA4C-9CE9-17C8C647F3F3}"/>
          </ac:spMkLst>
        </pc:spChg>
      </pc:sldChg>
      <pc:sldChg chg="modSp add mod">
        <pc:chgData name="Kalvis Golde" userId="d12450372feb7484" providerId="LiveId" clId="{2B4EF15D-42C9-844D-8A07-BC881FB6F23C}" dt="2021-06-22T19:09:21.002" v="13801" actId="13926"/>
        <pc:sldMkLst>
          <pc:docMk/>
          <pc:sldMk cId="4060666233" sldId="396"/>
        </pc:sldMkLst>
        <pc:spChg chg="mod">
          <ac:chgData name="Kalvis Golde" userId="d12450372feb7484" providerId="LiveId" clId="{2B4EF15D-42C9-844D-8A07-BC881FB6F23C}" dt="2021-06-22T19:09:21.002" v="13801" actId="13926"/>
          <ac:spMkLst>
            <pc:docMk/>
            <pc:sldMk cId="4060666233" sldId="396"/>
            <ac:spMk id="5" creationId="{A42EFDFD-5356-C64A-8AC1-9F4719D73C82}"/>
          </ac:spMkLst>
        </pc:spChg>
        <pc:spChg chg="mod">
          <ac:chgData name="Kalvis Golde" userId="d12450372feb7484" providerId="LiveId" clId="{2B4EF15D-42C9-844D-8A07-BC881FB6F23C}" dt="2021-06-22T17:34:11.591" v="12658" actId="20577"/>
          <ac:spMkLst>
            <pc:docMk/>
            <pc:sldMk cId="4060666233" sldId="396"/>
            <ac:spMk id="6" creationId="{EF5BF4B9-183A-BA4C-9CE9-17C8C647F3F3}"/>
          </ac:spMkLst>
        </pc:spChg>
        <pc:spChg chg="mod">
          <ac:chgData name="Kalvis Golde" userId="d12450372feb7484" providerId="LiveId" clId="{2B4EF15D-42C9-844D-8A07-BC881FB6F23C}" dt="2021-06-22T17:34:19.693" v="12698" actId="20577"/>
          <ac:spMkLst>
            <pc:docMk/>
            <pc:sldMk cId="4060666233" sldId="396"/>
            <ac:spMk id="8" creationId="{F60AB59C-618B-AB44-BAF7-44FAC64C8A41}"/>
          </ac:spMkLst>
        </pc:spChg>
      </pc:sldChg>
      <pc:sldChg chg="addSp delSp modSp new mod ord">
        <pc:chgData name="Kalvis Golde" userId="d12450372feb7484" providerId="LiveId" clId="{2B4EF15D-42C9-844D-8A07-BC881FB6F23C}" dt="2021-06-22T21:45:26.631" v="15652" actId="1076"/>
        <pc:sldMkLst>
          <pc:docMk/>
          <pc:sldMk cId="916534381" sldId="397"/>
        </pc:sldMkLst>
        <pc:spChg chg="del">
          <ac:chgData name="Kalvis Golde" userId="d12450372feb7484" providerId="LiveId" clId="{2B4EF15D-42C9-844D-8A07-BC881FB6F23C}" dt="2021-06-22T19:06:34.095" v="13703" actId="478"/>
          <ac:spMkLst>
            <pc:docMk/>
            <pc:sldMk cId="916534381" sldId="397"/>
            <ac:spMk id="2" creationId="{CCFA7651-D087-E843-A23B-C94914227594}"/>
          </ac:spMkLst>
        </pc:spChg>
        <pc:spChg chg="del">
          <ac:chgData name="Kalvis Golde" userId="d12450372feb7484" providerId="LiveId" clId="{2B4EF15D-42C9-844D-8A07-BC881FB6F23C}" dt="2021-06-22T19:06:35.592" v="13704" actId="478"/>
          <ac:spMkLst>
            <pc:docMk/>
            <pc:sldMk cId="916534381" sldId="397"/>
            <ac:spMk id="3" creationId="{65ED1A36-4D3D-B249-A2E7-D293BC307534}"/>
          </ac:spMkLst>
        </pc:spChg>
        <pc:spChg chg="add mod">
          <ac:chgData name="Kalvis Golde" userId="d12450372feb7484" providerId="LiveId" clId="{2B4EF15D-42C9-844D-8A07-BC881FB6F23C}" dt="2021-06-22T21:17:02.332" v="14739" actId="14100"/>
          <ac:spMkLst>
            <pc:docMk/>
            <pc:sldMk cId="916534381" sldId="397"/>
            <ac:spMk id="5" creationId="{AC24B3D7-BCD1-7942-BEAA-7549ACCB7487}"/>
          </ac:spMkLst>
        </pc:spChg>
        <pc:spChg chg="add mod">
          <ac:chgData name="Kalvis Golde" userId="d12450372feb7484" providerId="LiveId" clId="{2B4EF15D-42C9-844D-8A07-BC881FB6F23C}" dt="2021-06-22T21:45:26.631" v="15652" actId="1076"/>
          <ac:spMkLst>
            <pc:docMk/>
            <pc:sldMk cId="916534381" sldId="397"/>
            <ac:spMk id="6" creationId="{80B74A02-1D6A-F34B-AE1D-6ED137849539}"/>
          </ac:spMkLst>
        </pc:spChg>
      </pc:sldChg>
      <pc:sldChg chg="addSp delSp modSp new mod addCm modCm">
        <pc:chgData name="Kalvis Golde" userId="d12450372feb7484" providerId="LiveId" clId="{2B4EF15D-42C9-844D-8A07-BC881FB6F23C}" dt="2021-06-22T21:45:02.225" v="15620"/>
        <pc:sldMkLst>
          <pc:docMk/>
          <pc:sldMk cId="619884946" sldId="398"/>
        </pc:sldMkLst>
        <pc:spChg chg="del">
          <ac:chgData name="Kalvis Golde" userId="d12450372feb7484" providerId="LiveId" clId="{2B4EF15D-42C9-844D-8A07-BC881FB6F23C}" dt="2021-06-22T19:26:26.849" v="14125" actId="478"/>
          <ac:spMkLst>
            <pc:docMk/>
            <pc:sldMk cId="619884946" sldId="398"/>
            <ac:spMk id="2" creationId="{E00CFEC5-5173-9247-9A5B-FBAF170E8BF6}"/>
          </ac:spMkLst>
        </pc:spChg>
        <pc:spChg chg="del">
          <ac:chgData name="Kalvis Golde" userId="d12450372feb7484" providerId="LiveId" clId="{2B4EF15D-42C9-844D-8A07-BC881FB6F23C}" dt="2021-06-22T19:26:28.037" v="14126" actId="478"/>
          <ac:spMkLst>
            <pc:docMk/>
            <pc:sldMk cId="619884946" sldId="398"/>
            <ac:spMk id="3" creationId="{1914DAFD-BFF8-3E43-99E1-22E7255CA1F2}"/>
          </ac:spMkLst>
        </pc:spChg>
        <pc:spChg chg="add mod">
          <ac:chgData name="Kalvis Golde" userId="d12450372feb7484" providerId="LiveId" clId="{2B4EF15D-42C9-844D-8A07-BC881FB6F23C}" dt="2021-06-22T20:07:23.545" v="14711" actId="1038"/>
          <ac:spMkLst>
            <pc:docMk/>
            <pc:sldMk cId="619884946" sldId="398"/>
            <ac:spMk id="5" creationId="{4AEB5166-104F-F844-BFBC-60336AA803D3}"/>
          </ac:spMkLst>
        </pc:spChg>
        <pc:graphicFrameChg chg="add mod modGraphic">
          <ac:chgData name="Kalvis Golde" userId="d12450372feb7484" providerId="LiveId" clId="{2B4EF15D-42C9-844D-8A07-BC881FB6F23C}" dt="2021-06-22T21:44:49.826" v="15619" actId="207"/>
          <ac:graphicFrameMkLst>
            <pc:docMk/>
            <pc:sldMk cId="619884946" sldId="398"/>
            <ac:graphicFrameMk id="6" creationId="{5BF0DDD8-DCD3-F44C-A42D-CBB308CF5050}"/>
          </ac:graphicFrameMkLst>
        </pc:graphicFrameChg>
        <pc:graphicFrameChg chg="add del mod">
          <ac:chgData name="Kalvis Golde" userId="d12450372feb7484" providerId="LiveId" clId="{2B4EF15D-42C9-844D-8A07-BC881FB6F23C}" dt="2021-06-22T21:28:14.011" v="15366" actId="478"/>
          <ac:graphicFrameMkLst>
            <pc:docMk/>
            <pc:sldMk cId="619884946" sldId="398"/>
            <ac:graphicFrameMk id="25" creationId="{174D2BAB-1AF7-3E47-B2DD-8CED6DCD3161}"/>
          </ac:graphicFrameMkLst>
        </pc:graphicFrame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8" creationId="{3729B541-7FD5-1E4B-B70B-5576A107D83E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10" creationId="{198360DB-F6AA-AF4D-9F57-D690DC68B6AA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12" creationId="{16ACDF34-C1E1-844D-A9E2-76296CF08BBB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14" creationId="{B22BDDB2-19EB-1248-A066-EA6A419F67A7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16" creationId="{0045E443-5EF8-7A4E-A335-DFC2160DB100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18" creationId="{B3BB87FD-05D8-5943-B8C7-D13B35F2D60B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20" creationId="{21498AC9-69A7-424D-B7E4-7B17E3BB7DF1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22" creationId="{E8320C50-E330-DB47-96AB-BED3E96F7BC9}"/>
          </ac:picMkLst>
        </pc:picChg>
        <pc:picChg chg="add mod">
          <ac:chgData name="Kalvis Golde" userId="d12450372feb7484" providerId="LiveId" clId="{2B4EF15D-42C9-844D-8A07-BC881FB6F23C}" dt="2021-06-22T21:34:33.453" v="15519" actId="1036"/>
          <ac:picMkLst>
            <pc:docMk/>
            <pc:sldMk cId="619884946" sldId="398"/>
            <ac:picMk id="24" creationId="{0402D156-9271-A242-9A94-3BAFC782CBF2}"/>
          </ac:picMkLst>
        </pc:picChg>
      </pc:sldChg>
      <pc:sldChg chg="modSp add del mod">
        <pc:chgData name="Kalvis Golde" userId="d12450372feb7484" providerId="LiveId" clId="{2B4EF15D-42C9-844D-8A07-BC881FB6F23C}" dt="2021-06-22T21:43:35.863" v="15611" actId="2696"/>
        <pc:sldMkLst>
          <pc:docMk/>
          <pc:sldMk cId="290846049" sldId="399"/>
        </pc:sldMkLst>
        <pc:graphicFrameChg chg="modGraphic">
          <ac:chgData name="Kalvis Golde" userId="d12450372feb7484" providerId="LiveId" clId="{2B4EF15D-42C9-844D-8A07-BC881FB6F23C}" dt="2021-06-22T21:35:09.202" v="15527" actId="255"/>
          <ac:graphicFrameMkLst>
            <pc:docMk/>
            <pc:sldMk cId="290846049" sldId="399"/>
            <ac:graphicFrameMk id="6" creationId="{5BF0DDD8-DCD3-F44C-A42D-CBB308CF5050}"/>
          </ac:graphicFrameMkLst>
        </pc:graphicFrameChg>
      </pc:sldChg>
      <pc:sldChg chg="add del">
        <pc:chgData name="Kalvis Golde" userId="d12450372feb7484" providerId="LiveId" clId="{2B4EF15D-42C9-844D-8A07-BC881FB6F23C}" dt="2021-06-22T21:33:18.606" v="15484" actId="2696"/>
        <pc:sldMkLst>
          <pc:docMk/>
          <pc:sldMk cId="2078947616" sldId="399"/>
        </pc:sldMkLst>
      </pc:sldChg>
      <pc:sldChg chg="add del">
        <pc:chgData name="Kalvis Golde" userId="d12450372feb7484" providerId="LiveId" clId="{2B4EF15D-42C9-844D-8A07-BC881FB6F23C}" dt="2021-06-22T21:34:43.687" v="15521" actId="2696"/>
        <pc:sldMkLst>
          <pc:docMk/>
          <pc:sldMk cId="3178402089" sldId="399"/>
        </pc:sldMkLst>
      </pc:sldChg>
      <pc:sldChg chg="add">
        <pc:chgData name="Kalvis Golde" userId="d12450372feb7484" providerId="LiveId" clId="{2B4EF15D-42C9-844D-8A07-BC881FB6F23C}" dt="2021-06-22T21:43:42.975" v="15614" actId="2890"/>
        <pc:sldMkLst>
          <pc:docMk/>
          <pc:sldMk cId="3374246032" sldId="399"/>
        </pc:sldMkLst>
      </pc:sldChg>
      <pc:sldChg chg="modSp add del mod">
        <pc:chgData name="Kalvis Golde" userId="d12450372feb7484" providerId="LiveId" clId="{2B4EF15D-42C9-844D-8A07-BC881FB6F23C}" dt="2021-06-22T21:43:38.117" v="15612" actId="2696"/>
        <pc:sldMkLst>
          <pc:docMk/>
          <pc:sldMk cId="515303802" sldId="400"/>
        </pc:sldMkLst>
        <pc:graphicFrameChg chg="modGraphic">
          <ac:chgData name="Kalvis Golde" userId="d12450372feb7484" providerId="LiveId" clId="{2B4EF15D-42C9-844D-8A07-BC881FB6F23C}" dt="2021-06-22T21:35:14.818" v="15528" actId="255"/>
          <ac:graphicFrameMkLst>
            <pc:docMk/>
            <pc:sldMk cId="515303802" sldId="400"/>
            <ac:graphicFrameMk id="6" creationId="{5BF0DDD8-DCD3-F44C-A42D-CBB308CF5050}"/>
          </ac:graphicFrameMkLst>
        </pc:graphicFrameChg>
      </pc:sldChg>
      <pc:sldChg chg="add">
        <pc:chgData name="Kalvis Golde" userId="d12450372feb7484" providerId="LiveId" clId="{2B4EF15D-42C9-844D-8A07-BC881FB6F23C}" dt="2021-06-22T21:43:45.582" v="15615" actId="2890"/>
        <pc:sldMkLst>
          <pc:docMk/>
          <pc:sldMk cId="1610198075" sldId="400"/>
        </pc:sldMkLst>
      </pc:sldChg>
      <pc:sldChg chg="add del">
        <pc:chgData name="Kalvis Golde" userId="d12450372feb7484" providerId="LiveId" clId="{2B4EF15D-42C9-844D-8A07-BC881FB6F23C}" dt="2021-06-22T21:34:42.692" v="15520" actId="2696"/>
        <pc:sldMkLst>
          <pc:docMk/>
          <pc:sldMk cId="2094742811" sldId="400"/>
        </pc:sldMkLst>
      </pc:sldChg>
      <pc:sldChg chg="add del">
        <pc:chgData name="Kalvis Golde" userId="d12450372feb7484" providerId="LiveId" clId="{2B4EF15D-42C9-844D-8A07-BC881FB6F23C}" dt="2021-06-22T21:34:45.595" v="15522" actId="2696"/>
        <pc:sldMkLst>
          <pc:docMk/>
          <pc:sldMk cId="1035249906" sldId="401"/>
        </pc:sldMkLst>
      </pc:sldChg>
      <pc:sldChg chg="add">
        <pc:chgData name="Kalvis Golde" userId="d12450372feb7484" providerId="LiveId" clId="{2B4EF15D-42C9-844D-8A07-BC881FB6F23C}" dt="2021-06-22T21:43:48.054" v="15616" actId="2890"/>
        <pc:sldMkLst>
          <pc:docMk/>
          <pc:sldMk cId="1855656958" sldId="401"/>
        </pc:sldMkLst>
      </pc:sldChg>
      <pc:sldChg chg="modSp add del mod">
        <pc:chgData name="Kalvis Golde" userId="d12450372feb7484" providerId="LiveId" clId="{2B4EF15D-42C9-844D-8A07-BC881FB6F23C}" dt="2021-06-22T21:43:39.968" v="15613" actId="2696"/>
        <pc:sldMkLst>
          <pc:docMk/>
          <pc:sldMk cId="2875960702" sldId="401"/>
        </pc:sldMkLst>
        <pc:graphicFrameChg chg="modGraphic">
          <ac:chgData name="Kalvis Golde" userId="d12450372feb7484" providerId="LiveId" clId="{2B4EF15D-42C9-844D-8A07-BC881FB6F23C}" dt="2021-06-22T21:35:20.247" v="15529" actId="255"/>
          <ac:graphicFrameMkLst>
            <pc:docMk/>
            <pc:sldMk cId="2875960702" sldId="401"/>
            <ac:graphicFrameMk id="6" creationId="{5BF0DDD8-DCD3-F44C-A42D-CBB308CF5050}"/>
          </ac:graphicFrameMkLst>
        </pc:graphicFrame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11:09.111" idx="92">
    <p:pos x="10" y="10"/>
    <p:text>Majority opinion author: Column AO
Vote: Column BH
Days between arg and opinion: Column AM
Judgment: Column BP
Court below: Column G
If you want to find exact argument order (again, not a priority): https://www.supremecourt.gov/oral_arguments/calendarsandlists.aspx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13:40.226" idx="87">
    <p:pos x="10" y="10"/>
    <p:text>Days: Column AM
Author: Column AO
Vote: Column BH
Date argued: Column T
Date decided: Column AH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19:44.359" idx="88">
    <p:pos x="10" y="10"/>
    <p:text>Majority opinions: filter column AO
Concurring opinions: filter column AP, being sure to catch any add'l concurring opinions listed for that justice in columns AQ-AS
Dissenting opinions: filter column AT, being sure to catch any add'l dissenting opinions listed for that justice in columns AU-AW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21:33.571" idx="89">
    <p:pos x="10" y="10"/>
    <p:text>Filter column AO to get total opinions, then use column BI (adjusted vote) to get vote counts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13:40.226" idx="93">
    <p:pos x="10" y="10"/>
    <p:text>Days: Column AM
Author: Column AO
Vote: Column BH
Date argued: Column T
Date decided: Column AH</p:text>
    <p:extLst>
      <p:ext uri="{C676402C-5697-4E1C-873F-D02D1690AC5C}">
        <p15:threadingInfo xmlns:p15="http://schemas.microsoft.com/office/powerpoint/2012/main" timeZoneBias="24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3" dt="2021-06-22T17:25:40.094" idx="91">
    <p:pos x="10" y="10"/>
    <p:text>Put in order of "R" number, column AG - it's more or less date decided but w/a technicality.
Case name: column D
Decided: column AH
Vote: column BH
Author: column AO
Majority: For 9-0/8-0/8-1/7-1 cases, use vote (column AH) and if needed a quick glance at who wrote the dissenting opinion (column AT). For all other cases, use columns CA-CI.
If a justice is recused, you'll notice it by a blank cell in columns CA-CI.</p:text>
    <p:extLst>
      <p:ext uri="{C676402C-5697-4E1C-873F-D02D1690AC5C}">
        <p15:threadingInfo xmlns:p15="http://schemas.microsoft.com/office/powerpoint/2012/main" timeZoneBias="24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3" tIns="46587" rIns="93173" bIns="46587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3" tIns="46587" rIns="93173" bIns="46587" rtlCol="0"/>
          <a:lstStyle>
            <a:lvl1pPr algn="r">
              <a:defRPr sz="1200"/>
            </a:lvl1pPr>
          </a:lstStyle>
          <a:p>
            <a:fld id="{D62E4C22-F13C-469B-88DE-BEC26370719F}" type="datetimeFigureOut">
              <a:rPr lang="en-US" smtClean="0"/>
              <a:t>5/12/2025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3" tIns="46587" rIns="93173" bIns="46587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3" tIns="46587" rIns="93173" bIns="46587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8"/>
            <a:ext cx="3037840" cy="466433"/>
          </a:xfrm>
          <a:prstGeom prst="rect">
            <a:avLst/>
          </a:prstGeom>
        </p:spPr>
        <p:txBody>
          <a:bodyPr vert="horz" lIns="93173" tIns="46587" rIns="93173" bIns="46587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8"/>
            <a:ext cx="3037840" cy="466433"/>
          </a:xfrm>
          <a:prstGeom prst="rect">
            <a:avLst/>
          </a:prstGeom>
        </p:spPr>
        <p:txBody>
          <a:bodyPr vert="horz" lIns="93173" tIns="46587" rIns="93173" bIns="46587" rtlCol="0" anchor="b"/>
          <a:lstStyle>
            <a:lvl1pPr algn="r">
              <a:defRPr sz="1200"/>
            </a:lvl1pPr>
          </a:lstStyle>
          <a:p>
            <a:fld id="{B834DF19-3E08-411A-A452-BC015BCC027A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9819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4073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7182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8643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0024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1159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4926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3892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443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1307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9083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279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3233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34DF19-3E08-411A-A452-BC015BCC027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2742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04DE1D-F371-4D93-A051-8E4291309856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A28C88-2091-411C-8E6D-D707E5A32593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A5D965-537E-4674-9D26-E591095F6E01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467566-C371-408E-8F2D-3E574A0545A1}" type="datetime1">
              <a:rPr lang="en-US" smtClean="0"/>
              <a:t>5/12/2025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776E93-5451-45E2-A790-01EC21311EF1}" type="datetime1">
              <a:rPr lang="en-US" smtClean="0"/>
              <a:t>5/12/2025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DF2C9-1C8F-4DE1-840C-5402BB8470C8}" type="datetime1">
              <a:rPr lang="en-US" smtClean="0"/>
              <a:t>5/12/2025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80A29-A7D5-4AA0-8AFB-29039B5FC3F7}" type="datetime1">
              <a:rPr lang="en-US" smtClean="0"/>
              <a:t>5/12/2025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DB8124-C576-407D-8F26-9D88A07D9C27}" type="datetime1">
              <a:rPr lang="en-US" smtClean="0"/>
              <a:t>5/12/2025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A15BE4-95D6-4BC1-B7B6-793738243B8D}" type="datetime1">
              <a:rPr lang="en-US" smtClean="0"/>
              <a:t>5/12/2025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DCD188-A32A-44D9-8497-916B4940CED7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42DAC5-BD41-4F85-B02E-3945FFF7E277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A29DED-D69B-4EB7-BF85-2AE58F0DDAF2}" type="datetime1">
              <a:rPr lang="en-US" smtClean="0"/>
              <a:t>5/12/2025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212BD6-99D2-4430-8307-3DFF6CB1AF6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5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comments" Target="../comments/comment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4D1325-4BB6-2147-947C-8AB8FA2B9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24B3D7-BCD1-7942-BEAA-7549ACCB7487}"/>
              </a:ext>
            </a:extLst>
          </p:cNvPr>
          <p:cNvSpPr txBox="1"/>
          <p:nvPr/>
        </p:nvSpPr>
        <p:spPr>
          <a:xfrm>
            <a:off x="259976" y="614083"/>
            <a:ext cx="30480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highlight>
                  <a:srgbClr val="00FFFF"/>
                </a:highlight>
              </a:rPr>
              <a:t>For Kal to do</a:t>
            </a:r>
          </a:p>
          <a:p>
            <a:endParaRPr lang="en-US" sz="2400" dirty="0"/>
          </a:p>
          <a:p>
            <a:r>
              <a:rPr lang="en-US" sz="2400" dirty="0">
                <a:highlight>
                  <a:srgbClr val="FFFF00"/>
                </a:highlight>
              </a:rPr>
              <a:t>For Mitchell to do</a:t>
            </a:r>
          </a:p>
          <a:p>
            <a:endParaRPr lang="en-US" sz="2400" dirty="0"/>
          </a:p>
          <a:p>
            <a:r>
              <a:rPr lang="en-US" sz="2400" dirty="0">
                <a:highlight>
                  <a:srgbClr val="00FF00"/>
                </a:highlight>
              </a:rPr>
              <a:t>For James to do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B74A02-1D6A-F34B-AE1D-6ED137849539}"/>
              </a:ext>
            </a:extLst>
          </p:cNvPr>
          <p:cNvSpPr txBox="1"/>
          <p:nvPr/>
        </p:nvSpPr>
        <p:spPr>
          <a:xfrm>
            <a:off x="4180492" y="724039"/>
            <a:ext cx="544605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Helpful hints:</a:t>
            </a:r>
          </a:p>
          <a:p>
            <a:endParaRPr lang="en-US" dirty="0"/>
          </a:p>
          <a:p>
            <a:r>
              <a:rPr lang="en-US" dirty="0"/>
              <a:t>In general with the spreadsheet, I would use filters whenever possible instead of sorting. Sometimes sorting messes up the built-in code, or which columns are hidden. But you can also sort temporarily and then hit Edit &gt; Undo if needed. (This only applies to the OT20-Data tab. There’s no custom code on the Advocates-OT20 tab, so sorting there is fine.)</a:t>
            </a:r>
          </a:p>
          <a:p>
            <a:endParaRPr lang="en-US" dirty="0"/>
          </a:p>
          <a:p>
            <a:r>
              <a:rPr lang="en-US" dirty="0"/>
              <a:t>JRG = Roberts</a:t>
            </a:r>
          </a:p>
          <a:p>
            <a:r>
              <a:rPr lang="en-US" dirty="0"/>
              <a:t>CT= Thomas</a:t>
            </a:r>
          </a:p>
          <a:p>
            <a:r>
              <a:rPr lang="en-US" dirty="0"/>
              <a:t>SGB = Breyer</a:t>
            </a:r>
          </a:p>
          <a:p>
            <a:r>
              <a:rPr lang="en-US" dirty="0"/>
              <a:t>SAA = Alito</a:t>
            </a:r>
          </a:p>
          <a:p>
            <a:r>
              <a:rPr lang="en-US" dirty="0"/>
              <a:t>SMS = Sotomayor</a:t>
            </a:r>
          </a:p>
          <a:p>
            <a:r>
              <a:rPr lang="en-US" dirty="0"/>
              <a:t>EK = Kagan</a:t>
            </a:r>
          </a:p>
          <a:p>
            <a:r>
              <a:rPr lang="en-US" dirty="0"/>
              <a:t>NMG = Gorsuch</a:t>
            </a:r>
          </a:p>
          <a:p>
            <a:r>
              <a:rPr lang="en-US" dirty="0"/>
              <a:t>BMK = Kavanaugh</a:t>
            </a:r>
          </a:p>
          <a:p>
            <a:r>
              <a:rPr lang="en-US" dirty="0"/>
              <a:t>ACB = Barrett</a:t>
            </a:r>
          </a:p>
          <a:p>
            <a:r>
              <a:rPr lang="en-US" dirty="0"/>
              <a:t>PC = Per Curiam (unsigned)</a:t>
            </a:r>
          </a:p>
        </p:txBody>
      </p:sp>
    </p:spTree>
    <p:extLst>
      <p:ext uri="{BB962C8B-B14F-4D97-AF65-F5344CB8AC3E}">
        <p14:creationId xmlns:p14="http://schemas.microsoft.com/office/powerpoint/2010/main" val="9165343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03BE7F-97AF-5148-899D-4AD76C06E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>
                <a:latin typeface="MULISH REGULAR ROMAN" pitchFamily="2" charset="77"/>
              </a:rPr>
              <a:t>2</a:t>
            </a:fld>
            <a:endParaRPr lang="en-US">
              <a:latin typeface="MULISH REGULAR ROMAN" pitchFamily="2" charset="77"/>
            </a:endParaRP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E2A6483B-856F-1941-B717-FE03FA49C10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094" y="150813"/>
            <a:ext cx="3943034" cy="222553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1700B16A-33BA-5646-9BCC-4491AD8D4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033" y="2774321"/>
            <a:ext cx="4971156" cy="2716320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r>
              <a:rPr lang="en-US" sz="3600" b="1" dirty="0">
                <a:latin typeface="MULISH BLACK ROMAN" pitchFamily="2" charset="77"/>
              </a:rPr>
              <a:t>Final Stat Pack for the 2024-25 term</a:t>
            </a:r>
            <a:br>
              <a:rPr lang="en-US" sz="2800" b="1" dirty="0">
                <a:latin typeface="MULISH BLACK ROMAN" pitchFamily="2" charset="77"/>
              </a:rPr>
            </a:br>
            <a:br>
              <a:rPr lang="en-US" sz="2800" b="1" dirty="0">
                <a:latin typeface="MULISH EXTRABOLD ROMAN" pitchFamily="2" charset="77"/>
              </a:rPr>
            </a:br>
            <a:r>
              <a:rPr lang="en-US" sz="2800" b="1" dirty="0">
                <a:highlight>
                  <a:srgbClr val="00FFFF"/>
                </a:highlight>
                <a:latin typeface="MULISH SEMIBOLD ROMAN" pitchFamily="2" charset="77"/>
              </a:rPr>
              <a:t>June __, 2024</a:t>
            </a:r>
            <a:br>
              <a:rPr lang="en-US" sz="2800" b="1" dirty="0">
                <a:latin typeface="MULISH EXTRABOLD ROMAN" pitchFamily="2" charset="77"/>
              </a:rPr>
            </a:br>
            <a:br>
              <a:rPr lang="en-US" sz="2800" b="1" dirty="0">
                <a:latin typeface="MULISH EXTRABOLD ROMAN" pitchFamily="2" charset="77"/>
              </a:rPr>
            </a:br>
            <a:r>
              <a:rPr lang="en-US" sz="2800" b="1" dirty="0">
                <a:highlight>
                  <a:srgbClr val="FF0000"/>
                </a:highlight>
                <a:latin typeface="MULISH EXTRABOLD ROMAN" pitchFamily="2" charset="77"/>
              </a:rPr>
              <a:t>UPDATED MAY 12, 2025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5488183-E097-304A-B953-194A9D986237}"/>
              </a:ext>
            </a:extLst>
          </p:cNvPr>
          <p:cNvSpPr/>
          <p:nvPr/>
        </p:nvSpPr>
        <p:spPr>
          <a:xfrm>
            <a:off x="-29113" y="6218491"/>
            <a:ext cx="12252960" cy="698190"/>
          </a:xfrm>
          <a:prstGeom prst="rect">
            <a:avLst/>
          </a:prstGeom>
          <a:solidFill>
            <a:srgbClr val="0469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Picture 8" descr="A picture containing sky, outdoor, building, ruin&#10;&#10;Description automatically generated">
            <a:extLst>
              <a:ext uri="{FF2B5EF4-FFF2-40B4-BE49-F238E27FC236}">
                <a16:creationId xmlns:a16="http://schemas.microsoft.com/office/drawing/2014/main" id="{CA56552D-6B5D-2140-856F-CB280A21060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951" y="640086"/>
            <a:ext cx="6377889" cy="47830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0E40825-6F35-DE44-8BCC-6208E8007D55}"/>
              </a:ext>
            </a:extLst>
          </p:cNvPr>
          <p:cNvSpPr txBox="1"/>
          <p:nvPr/>
        </p:nvSpPr>
        <p:spPr>
          <a:xfrm>
            <a:off x="555057" y="6413698"/>
            <a:ext cx="118079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  <a:latin typeface="MULISH REGULAR ROMAN" pitchFamily="2" charset="77"/>
              </a:rPr>
              <a:t>Visit: </a:t>
            </a:r>
            <a:r>
              <a:rPr lang="en-US" sz="1400" dirty="0" err="1">
                <a:solidFill>
                  <a:schemeClr val="bg1"/>
                </a:solidFill>
                <a:latin typeface="MULISH REGULAR ROMAN" pitchFamily="2" charset="77"/>
              </a:rPr>
              <a:t>www.scotusblog.com</a:t>
            </a:r>
            <a:r>
              <a:rPr lang="en-US" sz="1400" dirty="0">
                <a:solidFill>
                  <a:schemeClr val="bg1"/>
                </a:solidFill>
                <a:latin typeface="MULISH REGULAR ROMAN" pitchFamily="2" charset="77"/>
              </a:rPr>
              <a:t>			Follow: @scotusblog			 Email: </a:t>
            </a:r>
            <a:r>
              <a:rPr lang="en-US" sz="1400" dirty="0" err="1">
                <a:solidFill>
                  <a:schemeClr val="bg1"/>
                </a:solidFill>
                <a:latin typeface="MULISH REGULAR ROMAN" pitchFamily="2" charset="77"/>
              </a:rPr>
              <a:t>feedback@scotusblog.com</a:t>
            </a:r>
            <a:endParaRPr lang="en-US" sz="1400" dirty="0">
              <a:solidFill>
                <a:schemeClr val="bg1"/>
              </a:solidFill>
              <a:latin typeface="MULISH REGULAR ROMAN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56727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/>
              <a:t>3</a:t>
            </a:fld>
            <a:endParaRPr lang="en-US" sz="800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41C3B68A-3143-8C40-9052-984CB817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-71266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TABLE OF CONTENTS</a:t>
            </a:r>
          </a:p>
        </p:txBody>
      </p:sp>
      <p:graphicFrame>
        <p:nvGraphicFramePr>
          <p:cNvPr id="13" name="Table 13">
            <a:extLst>
              <a:ext uri="{FF2B5EF4-FFF2-40B4-BE49-F238E27FC236}">
                <a16:creationId xmlns:a16="http://schemas.microsoft.com/office/drawing/2014/main" id="{2816B8B4-2B75-4A4E-82B3-628AEF4C13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4905230"/>
              </p:ext>
            </p:extLst>
          </p:nvPr>
        </p:nvGraphicFramePr>
        <p:xfrm>
          <a:off x="347690" y="1106041"/>
          <a:ext cx="11431022" cy="542185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48075">
                  <a:extLst>
                    <a:ext uri="{9D8B030D-6E8A-4147-A177-3AD203B41FA5}">
                      <a16:colId xmlns:a16="http://schemas.microsoft.com/office/drawing/2014/main" val="1260107550"/>
                    </a:ext>
                  </a:extLst>
                </a:gridCol>
                <a:gridCol w="782947">
                  <a:extLst>
                    <a:ext uri="{9D8B030D-6E8A-4147-A177-3AD203B41FA5}">
                      <a16:colId xmlns:a16="http://schemas.microsoft.com/office/drawing/2014/main" val="2073143177"/>
                    </a:ext>
                  </a:extLst>
                </a:gridCol>
              </a:tblGrid>
              <a:tr h="338866">
                <a:tc>
                  <a:txBody>
                    <a:bodyPr/>
                    <a:lstStyle/>
                    <a:p>
                      <a:pPr>
                        <a:lnSpc>
                          <a:spcPts val="1940"/>
                        </a:lnSpc>
                      </a:pPr>
                      <a:r>
                        <a:rPr lang="en-US" sz="1400" dirty="0">
                          <a:latin typeface="MULISH REGULAR ROMAN" pitchFamily="2" charset="77"/>
                        </a:rPr>
                        <a:t>Introduction _______________________________________________________________________________________________________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563563825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Term index  ________________________________________________________________________________________________________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4027382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Circuit scorecard  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5463055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Makeup of the merits docket 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254628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Days between argument and opinion 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85059909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MULISH REGULAR ROMAN" pitchFamily="2" charset="77"/>
                        </a:rPr>
                        <a:t>Total opinions over time 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71149815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Opinions authored by each justice ____________________________________________________________________________________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78411587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Frequency in the majority 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3128489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Strength of the majority  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533005523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Recusals  __________________________________________________________________________________________________________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027874517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Merits cases by vote split 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4371767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Unanimous cases 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502349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Closely divided cases  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075258031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Justice agreement  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13982856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Oral argument  _____________________________________________________________________________________________________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003988982"/>
                  </a:ext>
                </a:extLst>
              </a:tr>
              <a:tr h="338866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MULISH REGULAR ROMAN" pitchFamily="2" charset="77"/>
                        </a:rPr>
                        <a:t>Voting alignment ___________________________________________________________________________________________________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dirty="0"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6141143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9">
            <a:extLst>
              <a:ext uri="{FF2B5EF4-FFF2-40B4-BE49-F238E27FC236}">
                <a16:creationId xmlns:a16="http://schemas.microsoft.com/office/drawing/2014/main" id="{4C22968F-54A5-2A45-A2FD-710584D7F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95512"/>
            <a:ext cx="10515600" cy="833266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highlight>
                  <a:srgbClr val="00FF00"/>
                </a:highlight>
                <a:latin typeface="MULISH BOLD ROMAN" pitchFamily="2" charset="77"/>
              </a:rPr>
              <a:t>INTRODUCTION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A45BD41-D12E-F345-8BE8-A89CDA828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/>
              <a:t>4</a:t>
            </a:fld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151174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76AD0-779B-E5BE-32C8-AD20D52D4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7DDC0EA6-ED3B-6001-0C9D-50404AC2E5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8769463"/>
              </p:ext>
            </p:extLst>
          </p:nvPr>
        </p:nvGraphicFramePr>
        <p:xfrm>
          <a:off x="395056" y="857559"/>
          <a:ext cx="11401887" cy="5944974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9846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321">
                  <a:extLst>
                    <a:ext uri="{9D8B030D-6E8A-4147-A177-3AD203B41FA5}">
                      <a16:colId xmlns:a16="http://schemas.microsoft.com/office/drawing/2014/main" val="2854710428"/>
                    </a:ext>
                  </a:extLst>
                </a:gridCol>
                <a:gridCol w="5027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6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96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68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215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20303">
                  <a:extLst>
                    <a:ext uri="{9D8B030D-6E8A-4147-A177-3AD203B41FA5}">
                      <a16:colId xmlns:a16="http://schemas.microsoft.com/office/drawing/2014/main" val="2523461480"/>
                    </a:ext>
                  </a:extLst>
                </a:gridCol>
                <a:gridCol w="31740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3746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98761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4148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400798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766403">
                  <a:extLst>
                    <a:ext uri="{9D8B030D-6E8A-4147-A177-3AD203B41FA5}">
                      <a16:colId xmlns:a16="http://schemas.microsoft.com/office/drawing/2014/main" val="1361156796"/>
                    </a:ext>
                  </a:extLst>
                </a:gridCol>
                <a:gridCol w="273851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1036429855"/>
                    </a:ext>
                  </a:extLst>
                </a:gridCol>
                <a:gridCol w="563471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37226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51093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</a:tblGrid>
              <a:tr h="244314">
                <a:tc gridSpan="7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effectLst/>
                          <a:latin typeface="MULISH REGULAR ROMAN" pitchFamily="2" charset="77"/>
                        </a:rPr>
                        <a:t>October​ Sitting</a:t>
                      </a:r>
                      <a:endParaRPr lang="en-US" sz="1200" b="1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200" dirty="0">
                          <a:effectLst/>
                          <a:latin typeface="MULISH REGULAR ROMAN" pitchFamily="2" charset="77"/>
                        </a:rPr>
                        <a:t>November​ Sitting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kern="1200" dirty="0">
                          <a:effectLst/>
                          <a:latin typeface="MULISH REGULAR ROMAN" pitchFamily="2" charset="77"/>
                        </a:rPr>
                        <a:t>December Sitting​</a:t>
                      </a:r>
                      <a:endParaRPr lang="en-US" sz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Willaims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Kavanaugh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5-4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138d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SCAL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Wisconsin Bell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Kagan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110d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CA7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Wages &amp; White Lion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BLACK ROMAN"/>
                        </a:rPr>
                        <a:t>Alito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122d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V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CA5 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Royal Canin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Kagan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101d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Advocate Christ Medical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CADC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Miller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BLACK ROMAN"/>
                        </a:rPr>
                        <a:t>Jackson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8-1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115d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CA10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Vanderstok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Gorsuch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7-2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170d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E.M.D. Sales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Kavanaugh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72d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CA4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Hungary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Sotomayor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81d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V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CADC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Lackey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Roberts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7-2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141d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Facebook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PC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PC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17d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DIG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CA9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 err="1">
                          <a:effectLst/>
                          <a:latin typeface="MULISH REGULAR ROMAN"/>
                        </a:rPr>
                        <a:t>Skrmetti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CA6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Glossip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Sotomayor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6-2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140d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CCAOK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Valazquez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Gorsuch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6-3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162d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 err="1">
                          <a:effectLst/>
                        </a:rPr>
                        <a:t>Kouisisis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CA3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Medical Marijuana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Barrett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5-4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170d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Delligatti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Thomas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7-2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130d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Feliciano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CAFC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</a:t>
                      </a:r>
                      <a:r>
                        <a:rPr lang="en-US" sz="9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Bouarafa</a:t>
                      </a:r>
                      <a:endParaRPr lang="en-US" sz="900" b="0" i="1" u="none" strike="noStrike" dirty="0">
                        <a:solidFill>
                          <a:srgbClr val="000000"/>
                        </a:solidFill>
                        <a:effectLst/>
                        <a:latin typeface="MULISH REGULAR ROMAN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Jackson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57d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NVIDIA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>
                          <a:effectLst/>
                          <a:latin typeface="MULISH REGULAR ROMAN"/>
                        </a:rPr>
                        <a:t>PC</a:t>
                      </a: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PC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29d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DIG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CA9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Seven County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CADC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Bufkin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Thomas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7-2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141d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/>
                        </a:rPr>
                        <a:t>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CAFC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Dewberry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/>
                        </a:rPr>
                        <a:t>Kagan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78d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V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BLACK ROMAN"/>
                        </a:rPr>
                        <a:t>CA4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1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 SF v. EPA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Alito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strike="sngStrike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strike="noStrike" dirty="0">
                          <a:effectLst/>
                          <a:latin typeface="MULISH REGULAR ROMAN"/>
                        </a:rPr>
                        <a:t>9-0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strike="noStrike" dirty="0">
                          <a:effectLst/>
                          <a:latin typeface="MULISH REGULAR ROMAN"/>
                        </a:rPr>
                        <a:t>140d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strike="noStrike" dirty="0">
                          <a:effectLst/>
                          <a:latin typeface="MULISH REGULAR ROMAN"/>
                        </a:rPr>
                        <a:t>R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/>
                        </a:rPr>
                        <a:t>CA9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strike="noStrike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strike="noStrike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R>
                      <a:noFill/>
                    </a:lnR>
                    <a:lnT>
                      <a:noFill/>
                    </a:lnT>
                  </a:tcPr>
                </a:tc>
                <a:tc gridSpan="2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BLACK ROMAN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4314">
                <a:tc gridSpan="7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January​ Sitting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  <a:ea typeface="+mn-ea"/>
                        <a:cs typeface="+mn-cs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February Sitting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  <a:ea typeface="+mn-ea"/>
                        <a:cs typeface="+mn-cs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March Sitting</a:t>
                      </a:r>
                      <a:endParaRPr lang="en-US" sz="1200" b="1" kern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  <a:ea typeface="+mn-ea"/>
                        <a:cs typeface="+mn-cs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Hewitt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SMS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i="1" u="none" strike="noStrike" noProof="0" dirty="0">
                          <a:effectLst/>
                          <a:latin typeface="MULISH REGULAR ROMAN" pitchFamily="2" charset="77"/>
                        </a:rPr>
                        <a:t>Guitierrez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b="0" i="0" u="none" strike="noStrike" noProof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Louisiana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WDLA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Stanley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BMK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CA11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Esteras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CA6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Riley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CA4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Thompson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Roberts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EK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67d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V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CA7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Perttu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CA6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Calumet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Waetzig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NMG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44d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R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CA10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Ames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CA6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Oklahoma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CA10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Free Speech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SAA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CC/Devas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CA9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Consumers’ Research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R.J. Reynolds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RBG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BLOM Bank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CA2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Catholic Charities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SCWI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McLaughlin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CA9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Smith &amp; Wesson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CA1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strike="noStrike" dirty="0">
                          <a:effectLst/>
                          <a:latin typeface="MULISH REGULAR ROMAN" pitchFamily="2" charset="77"/>
                        </a:rPr>
                        <a:t>Rivers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strike="noStrike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3298440266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Barnes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NRC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strike="noStrike" dirty="0">
                          <a:effectLst/>
                          <a:latin typeface="MULISH REGULAR ROMAN" pitchFamily="2" charset="77"/>
                        </a:rPr>
                        <a:t>Fuld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strike="noStrike" dirty="0">
                          <a:effectLst/>
                          <a:latin typeface="MULISH REGULAR ROMAN" pitchFamily="2" charset="77"/>
                        </a:rPr>
                        <a:t>CA2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759733757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Cunningham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86d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R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CA2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strike="noStrike" dirty="0">
                          <a:effectLst/>
                          <a:latin typeface="MULISH REGULAR ROMAN" pitchFamily="2" charset="77"/>
                        </a:rPr>
                        <a:t>Medina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strike="noStrike" dirty="0">
                          <a:effectLst/>
                          <a:latin typeface="MULISH REGULAR ROMAN" pitchFamily="2" charset="77"/>
                        </a:rPr>
                        <a:t>CA4</a:t>
                      </a: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780180043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TikTok</a:t>
                      </a: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8d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CADC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no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901939924"/>
                  </a:ext>
                </a:extLst>
              </a:tr>
              <a:tr h="162876"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2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i="0" strike="sngStrike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4265705402"/>
                  </a:ext>
                </a:extLst>
              </a:tr>
              <a:tr h="244314">
                <a:tc gridSpan="7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  <a:ea typeface="+mn-ea"/>
                          <a:cs typeface="+mn-cs"/>
                        </a:rPr>
                        <a:t>April-May Sittings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algn="l" defTabSz="914400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  <a:ea typeface="+mn-ea"/>
                          <a:cs typeface="+mn-cs"/>
                        </a:rPr>
                        <a:t>No Argument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algn="l" defTabSz="914400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  <a:ea typeface="+mn-ea"/>
                          <a:cs typeface="+mn-cs"/>
                        </a:rPr>
                        <a:t>Totals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Kennedy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CA5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Hamm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V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CA11</a:t>
                      </a: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Opinions on the Merits Docket – Signed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0" dirty="0">
                          <a:effectLst/>
                          <a:latin typeface="MULISH REGULAR ROMAN" pitchFamily="2" charset="77"/>
                        </a:rPr>
                        <a:t>+34</a:t>
                      </a:r>
                    </a:p>
                  </a:txBody>
                  <a:tcPr marL="45720" marR="0" marT="0" marB="0" anchor="ctr"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en-US" sz="900" b="0" dirty="0">
                          <a:effectLst/>
                          <a:latin typeface="MULISH REGULAR ROMAN" pitchFamily="2" charset="77"/>
                        </a:rPr>
                        <a:t>#</a:t>
                      </a:r>
                      <a:endParaRPr lang="en-US" dirty="0"/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strike="noStrike" baseline="0" dirty="0">
                          <a:effectLst/>
                          <a:latin typeface="MULISH REGULAR ROMAN" pitchFamily="2" charset="77"/>
                        </a:rPr>
                        <a:t>Parrish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strike="noStrike" baseline="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CA4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Andrew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V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CA10</a:t>
                      </a: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Opinions on the Merits Docket – Per Curiam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lv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+2</a:t>
                      </a:r>
                    </a:p>
                  </a:txBody>
                  <a:tcPr marL="45720" marR="0" marT="0" marB="0" anchor="ctr"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en-US" sz="900" i="0" dirty="0">
                          <a:effectLst/>
                          <a:latin typeface="MULISH REGULAR ROMAN" pitchFamily="2" charset="77"/>
                        </a:rPr>
                        <a:t>#</a:t>
                      </a:r>
                      <a:endParaRPr lang="en-US" dirty="0"/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29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Mahmoud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CA4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DOE v. CA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5-4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G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DCMA</a:t>
                      </a: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Opinions on the Shadow Docket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200" dirty="0">
                          <a:effectLst/>
                          <a:latin typeface="MULISH REGULAR ROMAN" pitchFamily="2" charset="77"/>
                        </a:rPr>
                        <a:t>+7</a:t>
                      </a:r>
                    </a:p>
                  </a:txBody>
                  <a:tcPr marL="45720" marR="0" marT="0" marB="0" anchor="ctr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kern="1200" dirty="0">
                          <a:effectLst/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L="45720" marR="0" marT="0" marB="0" anchor="ctr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endParaRPr lang="en-US" sz="900" dirty="0"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>
                    <a:lnL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30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Cir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CA3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Trump v. J.G.G.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5-4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G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DCDC</a:t>
                      </a: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i="0" kern="1200" dirty="0">
                          <a:effectLst/>
                          <a:latin typeface="MULISH BOLD ROMAN" pitchFamily="2" charset="77"/>
                        </a:rPr>
                        <a:t>43</a:t>
                      </a:r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i="0" kern="1200" dirty="0">
                          <a:effectLst/>
                          <a:latin typeface="MULISH BOLD ROMAN" pitchFamily="2" charset="77"/>
                        </a:rPr>
                        <a:t>#</a:t>
                      </a:r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algn="l"/>
                      <a:r>
                        <a:rPr lang="en-US" sz="900" b="1" i="0" dirty="0">
                          <a:latin typeface="MULISH BOLD ROMAN" pitchFamily="2" charset="77"/>
                        </a:rPr>
                        <a:t>Total opinions released</a:t>
                      </a:r>
                    </a:p>
                  </a:txBody>
                  <a:tcPr marL="4572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31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Diamond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CADC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4">
                  <a:txBody>
                    <a:bodyPr/>
                    <a:lstStyle/>
                    <a:p>
                      <a:pPr algn="l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8805768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A.J.T.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CA8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Cases Granted for Argument</a:t>
                      </a:r>
                    </a:p>
                  </a:txBody>
                  <a:tcPr marL="45720" marR="0" marT="0" marB="0" anchor="ctr"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+62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</a:tcPr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#</a:t>
                      </a:r>
                      <a:endParaRPr lang="en-US" dirty="0"/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32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Soto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CAFED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Cases Decided Without Argument</a:t>
                      </a:r>
                    </a:p>
                  </a:txBody>
                  <a:tcPr marL="45720" marR="0" marT="0" marB="0" anchor="ctr"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+7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#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33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Martin</a:t>
                      </a:r>
                    </a:p>
                  </a:txBody>
                  <a:tcPr marL="45720" marR="0" marT="0" marB="0" anchor="ctr"/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err="1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CA11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Cases Postponed Before Argument</a:t>
                      </a: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-4</a:t>
                      </a:r>
                    </a:p>
                  </a:txBody>
                  <a:tcPr marL="45720" marR="0" marT="0" marB="0" anchor="ctr"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(#)</a:t>
                      </a: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 gridSpan="2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T>
                      <a:noFill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10034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Laboratory Corp.</a:t>
                      </a: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err="1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CA9</a:t>
                      </a: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R>
                      <a:noFill/>
                    </a:lnR>
                    <a:lnB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Cases Dismissed After Argument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-1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(#)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0772720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Drummond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i="1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SCOK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b="1" i="0" dirty="0">
                        <a:effectLst/>
                        <a:latin typeface="MULISH BOLD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i="0" dirty="0">
                          <a:effectLst/>
                          <a:latin typeface="MULISH BOLD ROMAN" pitchFamily="2" charset="77"/>
                        </a:rPr>
                        <a:t>64</a:t>
                      </a:r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i="0" dirty="0">
                          <a:effectLst/>
                          <a:latin typeface="MULISH BOLD ROMAN" pitchFamily="2" charset="77"/>
                        </a:rPr>
                        <a:t>#</a:t>
                      </a:r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b="1" i="0" dirty="0">
                          <a:effectLst/>
                          <a:latin typeface="MULISH BOLD ROMAN" pitchFamily="2" charset="77"/>
                        </a:rPr>
                        <a:t>Total opinions expected</a:t>
                      </a:r>
                    </a:p>
                  </a:txBody>
                  <a:tcPr marL="4572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8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/>
                </a:tc>
                <a:extLst>
                  <a:ext uri="{0D108BD9-81ED-4DB2-BD59-A6C34878D82A}">
                    <a16:rowId xmlns:a16="http://schemas.microsoft.com/office/drawing/2014/main" val="3067803215"/>
                  </a:ext>
                </a:extLst>
              </a:tr>
              <a:tr h="162876">
                <a:tc gridSpan="2"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i="1" dirty="0">
                          <a:effectLst/>
                          <a:latin typeface="MULISH REGULAR ROMAN" pitchFamily="2" charset="77"/>
                        </a:rPr>
                        <a:t>Trump v. CASA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900" dirty="0">
                          <a:effectLst/>
                          <a:latin typeface="MULISH REGULAR ROMAN" pitchFamily="2" charset="77"/>
                        </a:rPr>
                        <a:t>CA4</a:t>
                      </a: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dirty="0">
                        <a:effectLst/>
                        <a:latin typeface="MULISH REGULAR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marL="0" lvl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900" b="1" i="0" dirty="0">
                        <a:effectLst/>
                        <a:latin typeface="MULISH BOLD ROMAN" pitchFamily="2" charset="77"/>
                      </a:endParaRPr>
                    </a:p>
                  </a:txBody>
                  <a:tcPr marL="45720" marR="0" marT="0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1" i="0" dirty="0">
                        <a:effectLst/>
                        <a:latin typeface="MULISH BOLD ROMAN" pitchFamily="2" charset="77"/>
                      </a:endParaRPr>
                    </a:p>
                  </a:txBody>
                  <a:tcPr marL="4572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marL="0" algn="l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900" b="1" i="0" dirty="0">
                        <a:effectLst/>
                        <a:latin typeface="MULISH BOLD ROMAN" pitchFamily="2" charset="77"/>
                      </a:endParaRPr>
                    </a:p>
                  </a:txBody>
                  <a:tcPr marL="4572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02371092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F8BED9-8304-8F33-176F-3D1C79BF7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5</a:t>
            </a:fld>
            <a:endParaRPr lang="en-US" sz="800">
              <a:latin typeface="Century Schoolbook" panose="02040604050505020304" pitchFamily="18" charset="0"/>
            </a:endParaRP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65291775-D77D-C7ED-3718-F50DBA74F251}"/>
              </a:ext>
            </a:extLst>
          </p:cNvPr>
          <p:cNvSpPr txBox="1">
            <a:spLocks/>
          </p:cNvSpPr>
          <p:nvPr/>
        </p:nvSpPr>
        <p:spPr>
          <a:xfrm>
            <a:off x="304800" y="19551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TERM INDEX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A8A9C5-D824-8E2D-266A-08ED4664724A}"/>
              </a:ext>
            </a:extLst>
          </p:cNvPr>
          <p:cNvSpPr txBox="1"/>
          <p:nvPr/>
        </p:nvSpPr>
        <p:spPr>
          <a:xfrm>
            <a:off x="2955083" y="264926"/>
            <a:ext cx="884186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t">
            <a:spAutoFit/>
          </a:bodyPr>
          <a:lstStyle/>
          <a:p>
            <a:pPr algn="ctr"/>
            <a:r>
              <a:rPr lang="en-US" sz="1100" i="1" dirty="0">
                <a:latin typeface="MULISH ITALIC" pitchFamily="2" charset="77"/>
              </a:rPr>
              <a:t>This Chart Includes Information re: Case Name, Majority Opinion Author, Vote, Days Between Arguments and Opinion, Judgement, and Court Below</a:t>
            </a:r>
          </a:p>
          <a:p>
            <a:pPr algn="ctr"/>
            <a:r>
              <a:rPr lang="en-US" sz="1100" b="1" i="1" dirty="0">
                <a:latin typeface="MULISH ITALIC" pitchFamily="2" charset="77"/>
              </a:rPr>
              <a:t>A</a:t>
            </a:r>
            <a:r>
              <a:rPr lang="en-US" sz="1100" i="1" dirty="0">
                <a:latin typeface="MULISH ITALIC" pitchFamily="2" charset="77"/>
              </a:rPr>
              <a:t> = Affirmed	</a:t>
            </a:r>
            <a:r>
              <a:rPr lang="en-US" sz="1100" b="1" i="1" dirty="0">
                <a:latin typeface="MULISH ITALIC" pitchFamily="2" charset="77"/>
              </a:rPr>
              <a:t>V</a:t>
            </a:r>
            <a:r>
              <a:rPr lang="en-US" sz="1100" i="1" dirty="0">
                <a:latin typeface="MULISH ITALIC" pitchFamily="2" charset="77"/>
              </a:rPr>
              <a:t> = Vacated	</a:t>
            </a:r>
            <a:r>
              <a:rPr lang="en-US" sz="1100" b="1" i="1" dirty="0">
                <a:latin typeface="MULISH ITALIC" pitchFamily="2" charset="77"/>
              </a:rPr>
              <a:t>R</a:t>
            </a:r>
            <a:r>
              <a:rPr lang="en-US" sz="1100" i="1" dirty="0">
                <a:latin typeface="MULISH ITALIC" pitchFamily="2" charset="77"/>
              </a:rPr>
              <a:t> = Reversed	</a:t>
            </a:r>
            <a:r>
              <a:rPr lang="en-US" sz="1100" b="1" i="1" dirty="0">
                <a:latin typeface="MULISH ITALIC" pitchFamily="2" charset="77"/>
              </a:rPr>
              <a:t>G</a:t>
            </a:r>
            <a:r>
              <a:rPr lang="en-US" sz="1100" i="1" dirty="0">
                <a:latin typeface="MULISH ITALIC" pitchFamily="2" charset="77"/>
              </a:rPr>
              <a:t> = Granted	</a:t>
            </a:r>
            <a:r>
              <a:rPr lang="en-US" sz="1100" b="1" i="1" dirty="0">
                <a:latin typeface="MULISH ITALIC" pitchFamily="2" charset="77"/>
              </a:rPr>
              <a:t>DIG</a:t>
            </a:r>
            <a:r>
              <a:rPr lang="en-US" sz="1100" i="1" dirty="0">
                <a:latin typeface="MULISH ITALIC" pitchFamily="2" charset="77"/>
              </a:rPr>
              <a:t> = Dismissed as Improvidently Granted       </a:t>
            </a:r>
            <a:r>
              <a:rPr lang="en-US" sz="1100" b="1" i="1" dirty="0">
                <a:latin typeface="MULISH ITALIC" pitchFamily="2" charset="77"/>
              </a:rPr>
              <a:t>PC</a:t>
            </a:r>
            <a:r>
              <a:rPr lang="en-US" sz="1100" i="1" dirty="0">
                <a:latin typeface="MULISH ITALIC" pitchFamily="2" charset="77"/>
              </a:rPr>
              <a:t> = Per Curiam</a:t>
            </a:r>
          </a:p>
        </p:txBody>
      </p:sp>
    </p:spTree>
    <p:extLst>
      <p:ext uri="{BB962C8B-B14F-4D97-AF65-F5344CB8AC3E}">
        <p14:creationId xmlns:p14="http://schemas.microsoft.com/office/powerpoint/2010/main" val="2508063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4124460"/>
              </p:ext>
            </p:extLst>
          </p:nvPr>
        </p:nvGraphicFramePr>
        <p:xfrm>
          <a:off x="344808" y="918414"/>
          <a:ext cx="11135992" cy="521208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391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919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latin typeface="MULISH REGULAR ROMAN" pitchFamily="2" charset="77"/>
                        </a:rPr>
                        <a:t>​Court below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effectLst/>
                          <a:latin typeface="MULISH REGULAR ROMAN" pitchFamily="2" charset="77"/>
                        </a:rPr>
                        <a:t># of cases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effectLst/>
                          <a:latin typeface="MULISH REGULAR ROMAN" pitchFamily="2" charset="77"/>
                        </a:rPr>
                        <a:t>% of cases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latin typeface="MULISH REGULAR ROMAN" pitchFamily="2" charset="77"/>
                        </a:rPr>
                        <a:t># decided​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latin typeface="MULISH REGULAR ROMAN" pitchFamily="2" charset="77"/>
                        </a:rPr>
                        <a:t># affirmed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latin typeface="MULISH REGULAR ROMAN" pitchFamily="2" charset="77"/>
                        </a:rPr>
                        <a:t># reversed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dirty="0">
                          <a:effectLst/>
                          <a:latin typeface="MULISH REGULAR ROMAN" pitchFamily="2" charset="77"/>
                        </a:rPr>
                        <a:t>% affirmed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effectLst/>
                          <a:latin typeface="MULISH REGULAR ROMAN" pitchFamily="2" charset="77"/>
                        </a:rPr>
                        <a:t>% reversed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1st Cir.​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1.5%</a:t>
                      </a:r>
                    </a:p>
                  </a:txBody>
                  <a:tcPr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T w="12700" cmpd="sng">
                      <a:noFill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2nd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9.1%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3rd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4th ​Cir.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12.1%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5th</a:t>
                      </a:r>
                      <a:r>
                        <a:rPr lang="en-US" sz="1100" b="0" kern="1200" baseline="30000" dirty="0">
                          <a:effectLst/>
                          <a:latin typeface="MULISH REGULAR ROMAN" pitchFamily="2" charset="77"/>
                        </a:rPr>
                        <a:t> </a:t>
                      </a: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18.2%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6th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6.1%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7th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0.03%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8th Cir.​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3%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9th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9.1%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10th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6.1%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3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11th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6.1%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effectLst/>
                          <a:latin typeface="MULISH REGULAR ROMAN" pitchFamily="2" charset="77"/>
                        </a:rPr>
                        <a:t>D.C. Cir.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7.6%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50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Fed. Cir.​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Armed Forces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kern="1200" dirty="0"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State​ Court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6.1%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100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District Court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kern="1200" dirty="0">
                          <a:latin typeface="MULISH REGULAR ROMAN" pitchFamily="2" charset="77"/>
                          <a:cs typeface="Century" panose="02040604050505020304" charset="0"/>
                        </a:rPr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dirty="0">
                          <a:effectLst/>
                          <a:latin typeface="MULISH REGULAR ROMAN" pitchFamily="2" charset="77"/>
                          <a:cs typeface="Century" panose="02040604050505020304" charset="0"/>
                        </a:rPr>
                        <a:t>0</a:t>
                      </a:r>
                      <a:r>
                        <a:rPr lang="en-US" sz="1100" dirty="0">
                          <a:latin typeface="MULISH REGULAR ROMAN" pitchFamily="2" charset="77"/>
                          <a:cs typeface="Century" panose="02040604050505020304" charset="0"/>
                        </a:rPr>
                        <a:t>%</a:t>
                      </a: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0" kern="1200" dirty="0">
                          <a:latin typeface="MULISH REGULAR ROMAN" pitchFamily="2" charset="77"/>
                        </a:rPr>
                        <a:t>Original​</a:t>
                      </a:r>
                      <a:endParaRPr lang="en-US" sz="1100" b="0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kern="1200" dirty="0"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100" kern="1200"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dirty="0">
                        <a:effectLst/>
                        <a:latin typeface="MULISH REGULAR ROMAN" pitchFamily="2" charset="77"/>
                        <a:cs typeface="Century" panose="02040604050505020304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100" b="1" kern="1200" dirty="0">
                          <a:latin typeface="MULISH REGULAR ROMAN" pitchFamily="2" charset="77"/>
                        </a:rPr>
                        <a:t>​Total</a:t>
                      </a: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auto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rtl="0" eaLnBrk="1" fontAlgn="base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4313" y="6491240"/>
            <a:ext cx="547687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6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sp>
        <p:nvSpPr>
          <p:cNvPr id="9" name="Title 9">
            <a:extLst>
              <a:ext uri="{FF2B5EF4-FFF2-40B4-BE49-F238E27FC236}">
                <a16:creationId xmlns:a16="http://schemas.microsoft.com/office/drawing/2014/main" id="{FB458F45-4DA8-A94D-8CED-F9D64AF83BD0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CIRCUIT SCORECARD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B70F8D5-0CCD-8D43-B264-3D7D2506C878}"/>
              </a:ext>
            </a:extLst>
          </p:cNvPr>
          <p:cNvSpPr txBox="1"/>
          <p:nvPr/>
        </p:nvSpPr>
        <p:spPr>
          <a:xfrm>
            <a:off x="261583" y="6201940"/>
            <a:ext cx="1138273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i="1" dirty="0">
                <a:latin typeface="MULISH ITALIC" pitchFamily="2" charset="77"/>
                <a:cs typeface="Calibri" panose="020F0502020204030204"/>
              </a:rPr>
              <a:t>For the circuit scorecard only, we treat consolidated cases that stemmed from different lower court decisions separately to most accurately reflect the Supreme Court’s treatment of the precedents below; we treat consolidated cases that stemmed from the same lower court as one case. We include as “affirmances” merits opinions that let stand the lower-court opinion, and as “reversals” opinions that only vacate the lower-court decision and remand for further consideration.</a:t>
            </a:r>
          </a:p>
        </p:txBody>
      </p:sp>
    </p:spTree>
    <p:extLst>
      <p:ext uri="{BB962C8B-B14F-4D97-AF65-F5344CB8AC3E}">
        <p14:creationId xmlns:p14="http://schemas.microsoft.com/office/powerpoint/2010/main" val="10335373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9448800" y="6483099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7</a:t>
            </a:fld>
            <a:endParaRPr lang="en-US" sz="800">
              <a:latin typeface="Century Schoolbook" panose="02040604050505020304" pitchFamily="18" charset="0"/>
            </a:endParaRPr>
          </a:p>
        </p:txBody>
      </p:sp>
      <p:sp>
        <p:nvSpPr>
          <p:cNvPr id="8" name="Title 9">
            <a:extLst>
              <a:ext uri="{FF2B5EF4-FFF2-40B4-BE49-F238E27FC236}">
                <a16:creationId xmlns:a16="http://schemas.microsoft.com/office/drawing/2014/main" id="{A5345AB6-7B44-E44F-983D-1098CCD088F2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00"/>
                </a:highlight>
                <a:latin typeface="MULISH BOLD ROMAN" pitchFamily="2" charset="77"/>
              </a:rPr>
              <a:t>MAKEUP OF THE MERITS DOCKET</a:t>
            </a:r>
          </a:p>
        </p:txBody>
      </p:sp>
    </p:spTree>
    <p:extLst>
      <p:ext uri="{BB962C8B-B14F-4D97-AF65-F5344CB8AC3E}">
        <p14:creationId xmlns:p14="http://schemas.microsoft.com/office/powerpoint/2010/main" val="25842101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83696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8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1462514"/>
              </p:ext>
            </p:extLst>
          </p:nvPr>
        </p:nvGraphicFramePr>
        <p:xfrm>
          <a:off x="290312" y="4048229"/>
          <a:ext cx="11141083" cy="2470929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904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49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22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91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34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22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81581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0014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Rank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Case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Days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Author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Vote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Argued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Decided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65">
                <a:tc rowSpan="5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Shortest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TikTok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8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01/10/2025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01/17/2025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Facebook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17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11/06/2024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11/22/2024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NVIDIA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29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PC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11/13/2024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12/11/2024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Waetzig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01/14/2025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02/26/2025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 err="1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Bourafa</a:t>
                      </a:r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57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9-0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10/15/2024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12/10/2024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8265">
                <a:tc rowSpan="6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</a:rPr>
                        <a:t>Longest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00FFFF"/>
                        </a:highlight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170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7-2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10/08/2024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03/26/2025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Medical Marijuana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170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5-4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10/15/2024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04/02/2025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Velazquez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162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6-3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11/12/2024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04/22/2025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Lackey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141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7-2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10/08/2024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02/25/2025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Bufkin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141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7-2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10/16/2024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03/05/2025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77B39914-3BE8-3842-B5A4-CA67D740F9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2099776"/>
              </p:ext>
            </p:extLst>
          </p:nvPr>
        </p:nvGraphicFramePr>
        <p:xfrm>
          <a:off x="441315" y="808786"/>
          <a:ext cx="2743200" cy="2932045"/>
        </p:xfrm>
        <a:graphic>
          <a:graphicData uri="http://schemas.openxmlformats.org/drawingml/2006/table">
            <a:tbl>
              <a:tblPr bandRow="1">
                <a:tableStyleId>{C083E6E3-FA7D-4D7B-A595-EF9225AFEA82}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fontAlgn="b"/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latin typeface="MULISH BOLD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3308354"/>
                  </a:ext>
                </a:extLst>
              </a:tr>
              <a:tr h="448584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3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BOLD ROMAN" pitchFamily="2" charset="77"/>
                        </a:rPr>
                        <a:t>Average Days by Justice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104d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136d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39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102d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102d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96.3d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166d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105d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170d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86d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Title 9">
            <a:extLst>
              <a:ext uri="{FF2B5EF4-FFF2-40B4-BE49-F238E27FC236}">
                <a16:creationId xmlns:a16="http://schemas.microsoft.com/office/drawing/2014/main" id="{1158FEDE-D390-394F-8BD0-9BEC52197111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DAYS BETWEEN ARGUMENT &amp; OPINION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C9617-2FF2-3240-A229-AA4D72AB9586}"/>
              </a:ext>
            </a:extLst>
          </p:cNvPr>
          <p:cNvSpPr txBox="1"/>
          <p:nvPr/>
        </p:nvSpPr>
        <p:spPr>
          <a:xfrm>
            <a:off x="3565405" y="1132113"/>
            <a:ext cx="355495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highlight>
                  <a:srgbClr val="00FFFF"/>
                </a:highlight>
                <a:latin typeface="MULISH BOLD ROMAN" pitchFamily="2" charset="77"/>
              </a:rPr>
              <a:t>Average Days by Term</a:t>
            </a:r>
          </a:p>
        </p:txBody>
      </p:sp>
      <p:pic>
        <p:nvPicPr>
          <p:cNvPr id="3" name="Picture 2" descr="A graph with lines and dots&#10;&#10;AI-generated content may be incorrect.">
            <a:extLst>
              <a:ext uri="{FF2B5EF4-FFF2-40B4-BE49-F238E27FC236}">
                <a16:creationId xmlns:a16="http://schemas.microsoft.com/office/drawing/2014/main" id="{B349F165-9591-E105-D77F-73ABEF1C7D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2880" y="808786"/>
            <a:ext cx="5452985" cy="3271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018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9448800" y="6476807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9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sp>
        <p:nvSpPr>
          <p:cNvPr id="7" name="Title 9">
            <a:extLst>
              <a:ext uri="{FF2B5EF4-FFF2-40B4-BE49-F238E27FC236}">
                <a16:creationId xmlns:a16="http://schemas.microsoft.com/office/drawing/2014/main" id="{FF46E068-D12F-7244-B43D-93F4C8891F00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TOTAL OPINIONS OVER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A47DF96-A0AE-8040-A329-EC7A6F459DE9}"/>
              </a:ext>
            </a:extLst>
          </p:cNvPr>
          <p:cNvSpPr txBox="1"/>
          <p:nvPr/>
        </p:nvSpPr>
        <p:spPr>
          <a:xfrm>
            <a:off x="359764" y="6521777"/>
            <a:ext cx="863433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MULISH ITALIC" pitchFamily="2" charset="77"/>
              </a:rPr>
              <a:t>Plurality opinions are counted as majority opinions throughout the stat pack.</a:t>
            </a:r>
          </a:p>
        </p:txBody>
      </p:sp>
      <p:pic>
        <p:nvPicPr>
          <p:cNvPr id="4" name="Picture 3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2CCF3395-8D97-B78B-F4F5-DAE8C46FD37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640" y="953642"/>
            <a:ext cx="914401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055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924AB8B-A04B-4852-9717-52B5E5852666}" type="slidenum">
              <a:rPr lang="en-US" sz="800" smtClean="0">
                <a:latin typeface="Century Schoolbook" panose="02040604050505020304" pitchFamily="18" charset="0"/>
              </a:rPr>
              <a:t>10</a:t>
            </a:fld>
            <a:endParaRPr lang="en-US" sz="800">
              <a:latin typeface="Century Schoolbook" panose="02040604050505020304" pitchFamily="18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FEE743B-3743-7B46-A02B-4C621618C4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456501"/>
              </p:ext>
            </p:extLst>
          </p:nvPr>
        </p:nvGraphicFramePr>
        <p:xfrm>
          <a:off x="224287" y="961859"/>
          <a:ext cx="11645661" cy="5545423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539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1651">
                  <a:extLst>
                    <a:ext uri="{9D8B030D-6E8A-4147-A177-3AD203B41FA5}">
                      <a16:colId xmlns:a16="http://schemas.microsoft.com/office/drawing/2014/main" val="1952344982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80468">
                  <a:extLst>
                    <a:ext uri="{9D8B030D-6E8A-4147-A177-3AD203B41FA5}">
                      <a16:colId xmlns:a16="http://schemas.microsoft.com/office/drawing/2014/main" val="3152721366"/>
                    </a:ext>
                  </a:extLst>
                </a:gridCol>
                <a:gridCol w="1148539">
                  <a:extLst>
                    <a:ext uri="{9D8B030D-6E8A-4147-A177-3AD203B41FA5}">
                      <a16:colId xmlns:a16="http://schemas.microsoft.com/office/drawing/2014/main" val="2599236381"/>
                    </a:ext>
                  </a:extLst>
                </a:gridCol>
                <a:gridCol w="657825">
                  <a:extLst>
                    <a:ext uri="{9D8B030D-6E8A-4147-A177-3AD203B41FA5}">
                      <a16:colId xmlns:a16="http://schemas.microsoft.com/office/drawing/2014/main" val="706058003"/>
                    </a:ext>
                  </a:extLst>
                </a:gridCol>
              </a:tblGrid>
              <a:tr h="349173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L="0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Total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8709">
                <a:tc rowSpan="5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Majority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Lackey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Bufkin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Waetzig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Hungary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Royal Canin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E.M.D. Sales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Medical Marijuana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dirty="0" err="1">
                          <a:effectLst/>
                        </a:rPr>
                        <a:t>Bouarafa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5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Thompson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Delligatti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SF v. EPA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Glossip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Wisconsin Bell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Velazquez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Williams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Miller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Wages &amp; White Lion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Cunningham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Dewberry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8709"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64347164"/>
                  </a:ext>
                </a:extLst>
              </a:tr>
              <a:tr h="238709">
                <a:tc rowSpan="7"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latin typeface="MULISH REGULAR ROMAN" pitchFamily="2" charset="77"/>
                        </a:rPr>
                        <a:t>Concurring</a:t>
                      </a:r>
                    </a:p>
                  </a:txBody>
                  <a:tcPr marL="3315" marR="3315" marT="3315" marB="0" anchor="ctr">
                    <a:lnT>
                      <a:noFill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Wisconsin Bell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Andrew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TikTok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E.M.D. Sales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Wisconsin Bell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Glossip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Thompson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7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Thompson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Dewberry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TikTok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SF v. EPA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Cunningham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Trump v. J.G.G.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Wages &amp; White Lion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6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26377539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9529959"/>
                  </a:ext>
                </a:extLst>
              </a:tr>
              <a:tr h="238709"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09626801"/>
                  </a:ext>
                </a:extLst>
              </a:tr>
              <a:tr h="238709">
                <a:tc rowSpan="5"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Dissenting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Andrew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Trump v. J.G.G.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DOE v. CA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Delligatti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Medical Marijuana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Velazquez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Lackey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rowSpan="5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56917612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Williams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Velazquez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Miller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Bufkin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96628581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Glossip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DOE v. CA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94379330"/>
                  </a:ext>
                </a:extLst>
              </a:tr>
              <a:tr h="238709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Vanderstok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5191570"/>
                  </a:ext>
                </a:extLst>
              </a:tr>
              <a:tr h="215036">
                <a:tc vMerge="1"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Medical Marijuana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vMerge="1"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66520741"/>
                  </a:ext>
                </a:extLst>
              </a:tr>
              <a:tr h="207034"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6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Velazquez</a:t>
                      </a: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4924686"/>
                  </a:ext>
                </a:extLst>
              </a:tr>
              <a:tr h="238709"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7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0884629"/>
                  </a:ext>
                </a:extLst>
              </a:tr>
              <a:tr h="238709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Total</a:t>
                      </a: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0498362"/>
                  </a:ext>
                </a:extLst>
              </a:tr>
            </a:tbl>
          </a:graphicData>
        </a:graphic>
      </p:graphicFrame>
      <p:sp>
        <p:nvSpPr>
          <p:cNvPr id="10" name="Title 9">
            <a:extLst>
              <a:ext uri="{FF2B5EF4-FFF2-40B4-BE49-F238E27FC236}">
                <a16:creationId xmlns:a16="http://schemas.microsoft.com/office/drawing/2014/main" id="{D366379E-E9D8-DB42-B1E2-38F621A2306F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OPINIONS AUTHORED BY EACH JUSTICE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11</a:t>
            </a:fld>
            <a:endParaRPr lang="en-US" sz="800">
              <a:latin typeface="Century Schoolbook" panose="02040604050505020304" pitchFamily="18" charset="0"/>
            </a:endParaRPr>
          </a:p>
        </p:txBody>
      </p:sp>
      <p:sp>
        <p:nvSpPr>
          <p:cNvPr id="7" name="Title 9">
            <a:extLst>
              <a:ext uri="{FF2B5EF4-FFF2-40B4-BE49-F238E27FC236}">
                <a16:creationId xmlns:a16="http://schemas.microsoft.com/office/drawing/2014/main" id="{86565480-92B6-5A4E-8946-30A6E964E5AD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OPINIONS AUTHORED BY EACH JUSTICE</a:t>
            </a:r>
          </a:p>
        </p:txBody>
      </p:sp>
      <p:pic>
        <p:nvPicPr>
          <p:cNvPr id="8" name="Picture 7" descr="A graph with multiple colored squares&#10;&#10;AI-generated content may be incorrect.">
            <a:extLst>
              <a:ext uri="{FF2B5EF4-FFF2-40B4-BE49-F238E27FC236}">
                <a16:creationId xmlns:a16="http://schemas.microsoft.com/office/drawing/2014/main" id="{0014D635-2592-39E4-F0E8-3400CF32EE0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9" y="961858"/>
            <a:ext cx="10972822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8591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12</a:t>
            </a:fld>
            <a:endParaRPr lang="en-US" sz="800">
              <a:latin typeface="Century Schoolbook" panose="02040604050505020304" pitchFamily="18" charset="0"/>
            </a:endParaRPr>
          </a:p>
        </p:txBody>
      </p:sp>
      <p:sp>
        <p:nvSpPr>
          <p:cNvPr id="7" name="Title 9">
            <a:extLst>
              <a:ext uri="{FF2B5EF4-FFF2-40B4-BE49-F238E27FC236}">
                <a16:creationId xmlns:a16="http://schemas.microsoft.com/office/drawing/2014/main" id="{20BA9BF7-B19D-8046-A716-301EFC5EBF4E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FREQUENCY IN THE MAJORITY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11E498-C84D-3542-AABE-CEE9AB4BD6EE}"/>
              </a:ext>
            </a:extLst>
          </p:cNvPr>
          <p:cNvSpPr txBox="1"/>
          <p:nvPr/>
        </p:nvSpPr>
        <p:spPr>
          <a:xfrm>
            <a:off x="329297" y="1045464"/>
            <a:ext cx="2979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MULISH REGULAR ROMAN" pitchFamily="2" charset="77"/>
              </a:rPr>
              <a:t>All cases</a:t>
            </a:r>
          </a:p>
        </p:txBody>
      </p:sp>
      <p:pic>
        <p:nvPicPr>
          <p:cNvPr id="10" name="Picture 9" descr="A brown and blue rectangular object with white text&#10;&#10;AI-generated content may be incorrect.">
            <a:extLst>
              <a:ext uri="{FF2B5EF4-FFF2-40B4-BE49-F238E27FC236}">
                <a16:creationId xmlns:a16="http://schemas.microsoft.com/office/drawing/2014/main" id="{3DFD22E0-6307-992F-F684-80204B5F82F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381" y="1045464"/>
            <a:ext cx="914401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196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557FA-BC6E-B449-8985-9E04B6433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13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A42EFDFD-5356-C64A-8AC1-9F4719D73C82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FREQUENCY IN THE MAJORITY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5BF4B9-183A-BA4C-9CE9-17C8C647F3F3}"/>
              </a:ext>
            </a:extLst>
          </p:cNvPr>
          <p:cNvSpPr txBox="1"/>
          <p:nvPr/>
        </p:nvSpPr>
        <p:spPr>
          <a:xfrm>
            <a:off x="313533" y="1045464"/>
            <a:ext cx="2979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MULISH REGULAR ROMAN" pitchFamily="2" charset="77"/>
              </a:rPr>
              <a:t>Divided cases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0AB59C-618B-AB44-BAF7-44FAC64C8A41}"/>
              </a:ext>
            </a:extLst>
          </p:cNvPr>
          <p:cNvSpPr txBox="1"/>
          <p:nvPr/>
        </p:nvSpPr>
        <p:spPr>
          <a:xfrm>
            <a:off x="360829" y="6462503"/>
            <a:ext cx="9650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MULISH ITALIC" pitchFamily="2" charset="77"/>
              </a:rPr>
              <a:t>All cases not decided by a unanimous (9-0 or 8-0) vote (Including Per Curiam)</a:t>
            </a:r>
          </a:p>
        </p:txBody>
      </p:sp>
      <p:pic>
        <p:nvPicPr>
          <p:cNvPr id="3" name="Picture 2" descr="A graph with blue and brown bars&#10;&#10;AI-generated content may be incorrect.">
            <a:extLst>
              <a:ext uri="{FF2B5EF4-FFF2-40B4-BE49-F238E27FC236}">
                <a16:creationId xmlns:a16="http://schemas.microsoft.com/office/drawing/2014/main" id="{935EA33C-F6E6-60BA-D5E2-1220AFE655A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9000" y="976092"/>
            <a:ext cx="914401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281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557FA-BC6E-B449-8985-9E04B6433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14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A42EFDFD-5356-C64A-8AC1-9F4719D73C82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00FFFF"/>
                </a:highlight>
                <a:latin typeface="MULISH BOLD ROMAN" pitchFamily="2" charset="77"/>
              </a:rPr>
              <a:t>FREQUENCY IN THE MAJORITY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5BF4B9-183A-BA4C-9CE9-17C8C647F3F3}"/>
              </a:ext>
            </a:extLst>
          </p:cNvPr>
          <p:cNvSpPr txBox="1"/>
          <p:nvPr/>
        </p:nvSpPr>
        <p:spPr>
          <a:xfrm>
            <a:off x="313533" y="1045464"/>
            <a:ext cx="2979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MULISH REGULAR ROMAN" pitchFamily="2" charset="77"/>
              </a:rPr>
              <a:t>Closely divided cases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0AB59C-618B-AB44-BAF7-44FAC64C8A41}"/>
              </a:ext>
            </a:extLst>
          </p:cNvPr>
          <p:cNvSpPr txBox="1"/>
          <p:nvPr/>
        </p:nvSpPr>
        <p:spPr>
          <a:xfrm>
            <a:off x="360829" y="6462503"/>
            <a:ext cx="96502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MULISH ITALIC" pitchFamily="2" charset="77"/>
              </a:rPr>
              <a:t>All cases decided by a 6-3 or 5-4 vote</a:t>
            </a:r>
          </a:p>
        </p:txBody>
      </p:sp>
      <p:pic>
        <p:nvPicPr>
          <p:cNvPr id="3" name="Picture 2" descr="A graph with blue and brown bars&#10;&#10;AI-generated content may be incorrect.">
            <a:extLst>
              <a:ext uri="{FF2B5EF4-FFF2-40B4-BE49-F238E27FC236}">
                <a16:creationId xmlns:a16="http://schemas.microsoft.com/office/drawing/2014/main" id="{130FB328-9EE4-475E-2320-12C947EA68D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390" y="1045464"/>
            <a:ext cx="9144019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6662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6718451"/>
              </p:ext>
            </p:extLst>
          </p:nvPr>
        </p:nvGraphicFramePr>
        <p:xfrm>
          <a:off x="429138" y="1100876"/>
          <a:ext cx="10733394" cy="2850675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313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4432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5402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93195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Total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9-0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8-1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7-2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6-3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5-4 </a:t>
                      </a:r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opinions</a:t>
                      </a: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</a:rPr>
                        <a:t>Average majority</a:t>
                      </a:r>
                      <a:endParaRPr lang="en-US" sz="12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00FFFF"/>
                        </a:highlight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kern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kern="120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5748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0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5748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Total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100" b="1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0" marR="9525" marT="9525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15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6647691"/>
              </p:ext>
            </p:extLst>
          </p:nvPr>
        </p:nvGraphicFramePr>
        <p:xfrm>
          <a:off x="401996" y="4168191"/>
          <a:ext cx="3756562" cy="2513061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878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8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5661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4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</a:rPr>
                        <a:t>% of Opinions Decided Unanimously</a:t>
                      </a:r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00FFFF"/>
                        </a:highlight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1" name="Title 9">
            <a:extLst>
              <a:ext uri="{FF2B5EF4-FFF2-40B4-BE49-F238E27FC236}">
                <a16:creationId xmlns:a16="http://schemas.microsoft.com/office/drawing/2014/main" id="{53B38A24-C2D1-2542-AF2D-D68A7476B6F0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STRENGTH OF THE MAJORITY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CC33FC22-44FB-C043-B5DB-9280A1B6EC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9774458"/>
              </p:ext>
            </p:extLst>
          </p:nvPr>
        </p:nvGraphicFramePr>
        <p:xfrm>
          <a:off x="4656537" y="4156187"/>
          <a:ext cx="6505995" cy="2513061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4369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37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5559">
                  <a:extLst>
                    <a:ext uri="{9D8B030D-6E8A-4147-A177-3AD203B41FA5}">
                      <a16:colId xmlns:a16="http://schemas.microsoft.com/office/drawing/2014/main" val="4268982242"/>
                    </a:ext>
                  </a:extLst>
                </a:gridCol>
                <a:gridCol w="1079745">
                  <a:extLst>
                    <a:ext uri="{9D8B030D-6E8A-4147-A177-3AD203B41FA5}">
                      <a16:colId xmlns:a16="http://schemas.microsoft.com/office/drawing/2014/main" val="914673701"/>
                    </a:ext>
                  </a:extLst>
                </a:gridCol>
              </a:tblGrid>
              <a:tr h="455661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</a:rPr>
                        <a:t>Solo Dissents</a:t>
                      </a:r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00FFFF"/>
                        </a:highlight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OT24</a:t>
                      </a:r>
                    </a:p>
                    <a:p>
                      <a:pPr algn="ctr" fontAlgn="b"/>
                      <a:endParaRPr lang="en-US" sz="2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Case(s)</a:t>
                      </a:r>
                    </a:p>
                    <a:p>
                      <a:pPr algn="l" fontAlgn="b"/>
                      <a:endParaRPr lang="en-US" sz="2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OT05-OT23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38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12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16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Miller, 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0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</a:p>
                  </a:txBody>
                  <a:tcPr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40160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84944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16</a:t>
            </a:fld>
            <a:endParaRPr lang="en-US" sz="800">
              <a:latin typeface="Century Schoolbook" panose="02040604050505020304" pitchFamily="18" charset="0"/>
            </a:endParaRPr>
          </a:p>
        </p:txBody>
      </p:sp>
      <p:pic>
        <p:nvPicPr>
          <p:cNvPr id="6" name="Picture 5" descr="A graph of a number of doctrification&#10;&#10;AI-generated content may be incorrect.">
            <a:extLst>
              <a:ext uri="{FF2B5EF4-FFF2-40B4-BE49-F238E27FC236}">
                <a16:creationId xmlns:a16="http://schemas.microsoft.com/office/drawing/2014/main" id="{97F499B5-DFC2-3068-53F2-28B08F67A9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7931"/>
            <a:ext cx="5473710" cy="6842138"/>
          </a:xfrm>
          <a:prstGeom prst="rect">
            <a:avLst/>
          </a:prstGeom>
        </p:spPr>
      </p:pic>
      <p:sp>
        <p:nvSpPr>
          <p:cNvPr id="12" name="Title 9">
            <a:extLst>
              <a:ext uri="{FF2B5EF4-FFF2-40B4-BE49-F238E27FC236}">
                <a16:creationId xmlns:a16="http://schemas.microsoft.com/office/drawing/2014/main" id="{B88B732C-F644-42AC-1E8E-622DED784E6F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Merits Decisions by Vote Split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46EC1C8-7E06-1178-B96A-312F2F5BC9F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654" y="961858"/>
            <a:ext cx="4651086" cy="58138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7" y="-90356"/>
            <a:ext cx="10515600" cy="574563"/>
          </a:xfrm>
        </p:spPr>
        <p:txBody>
          <a:bodyPr>
            <a:normAutofit/>
          </a:bodyPr>
          <a:lstStyle/>
          <a:p>
            <a:pPr algn="ctr"/>
            <a:r>
              <a:rPr lang="en-US" sz="2500" b="1" dirty="0">
                <a:highlight>
                  <a:srgbClr val="00FFFF"/>
                </a:highlight>
                <a:latin typeface="Century Schoolbook" panose="02040604050505020304" pitchFamily="18" charset="0"/>
              </a:rPr>
              <a:t>Closely divided cases: 5-4 Cases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327025" y="576580"/>
          <a:ext cx="11538585" cy="1810927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839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9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60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6294">
                <a:tc gridSpan="3">
                  <a:txBody>
                    <a:bodyPr/>
                    <a:lstStyle/>
                    <a:p>
                      <a:pPr algn="ctr" fontAlgn="b"/>
                      <a:r>
                        <a:rPr lang="en-US" sz="1600" b="1" u="none" strike="noStrike" dirty="0">
                          <a:effectLst/>
                          <a:latin typeface="Century Schoolbook" panose="02040604050505020304" pitchFamily="18" charset="0"/>
                        </a:rPr>
                        <a:t>Alignment of the Majority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5672"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5672" marR="5672" marT="5672" marB="0" anchor="b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5672" marR="5672" marT="5672" marB="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641"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effectLst/>
                          <a:latin typeface="Century Schoolbook" panose="02040604050505020304" pitchFamily="18" charset="0"/>
                        </a:rPr>
                        <a:t>Majority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R="5672" marT="5672" marB="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1" u="none" strike="noStrike" dirty="0">
                          <a:effectLst/>
                          <a:latin typeface="Century Schoolbook" panose="02040604050505020304" pitchFamily="18" charset="0"/>
                        </a:rPr>
                        <a:t>Cases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R="5672" marT="567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476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Roberts, Thomas, Alito, Gorsuch, Kavanaugh</a:t>
                      </a:r>
                    </a:p>
                  </a:txBody>
                  <a:tcPr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10</a:t>
                      </a:r>
                    </a:p>
                  </a:txBody>
                  <a:tcPr marR="5672" marT="5672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de-DE" sz="1200" b="0" i="1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Hernandez, Barton, Thole, McKinney, Garcia, RNC</a:t>
                      </a:r>
                      <a:r>
                        <a:rPr lang="en-US" altLang="de-DE" sz="1200" b="0" i="1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, Espinoza, Selia Law, </a:t>
                      </a:r>
                      <a:r>
                        <a:rPr lang="en-US" altLang="de-DE" sz="1200" b="0" i="1" u="none" strike="noStrike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Open Society, Lee</a:t>
                      </a:r>
                      <a:endParaRPr lang="en-US" altLang="de-DE" sz="1200" b="0" i="1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R="5672" marT="567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947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Roberts, Ginsburg, Breyer, Sotomayor, Kagan</a:t>
                      </a:r>
                    </a:p>
                  </a:txBody>
                  <a:tcPr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2</a:t>
                      </a:r>
                    </a:p>
                  </a:txBody>
                  <a:tcPr marR="5672" marT="5672" marB="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1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Regents, June Medical</a:t>
                      </a:r>
                    </a:p>
                  </a:txBody>
                  <a:tcPr marR="5672" marT="567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94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Ginsburg, Breyer, Sotomayor, Kagan, Gorsuch</a:t>
                      </a:r>
                    </a:p>
                  </a:txBody>
                  <a:tcPr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1</a:t>
                      </a:r>
                    </a:p>
                  </a:txBody>
                  <a:tcPr marR="5672" marT="5672" marB="0" anchor="ctr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0" i="1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McGirt</a:t>
                      </a:r>
                    </a:p>
                  </a:txBody>
                  <a:tcPr marR="5672" marT="567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662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Roberts, Sotomayor, Kagan, Gorsuch, Kavanaugh</a:t>
                      </a:r>
                    </a:p>
                  </a:txBody>
                  <a:tcPr marR="5672" marT="567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1</a:t>
                      </a:r>
                    </a:p>
                  </a:txBody>
                  <a:tcPr marR="5672" marT="5672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Public.Resource</a:t>
                      </a:r>
                      <a:endParaRPr lang="en-US" sz="1200" b="0" i="1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R="5672" marT="567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17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6221" y="2567968"/>
          <a:ext cx="11538281" cy="3697605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539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57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499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32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32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53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187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754472"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Term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Number of 5-4 Opinions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Percentage of </a:t>
                      </a:r>
                    </a:p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Total Opinions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Percentage of </a:t>
                      </a:r>
                    </a:p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5-4 Split Ideological *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Conservative Victory * (Percentage of Ideological)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Conservative Victory (Percentage of All 5-4)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 b="1">
                          <a:solidFill>
                            <a:schemeClr val="lt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400" b="1" u="none" strike="noStrike" dirty="0">
                          <a:effectLst/>
                          <a:latin typeface="Century Schoolbook" panose="02040604050505020304" pitchFamily="18" charset="0"/>
                        </a:rPr>
                        <a:t>Number of Different Alignments</a:t>
                      </a:r>
                      <a:endParaRPr lang="en-US" sz="14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165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OT05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12%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73%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53%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45%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370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OT06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79%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68%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54%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OT07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17%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67%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OT08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29%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69%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48%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OT09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19%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69%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73%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OT10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88%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71%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OT11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67%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OT12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23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29%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63%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OT13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10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14%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67%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OT14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19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26%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68%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38%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26%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7165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OT15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100%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25%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25%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OT16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86%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33%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29%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OT17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19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26%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>
                          <a:effectLst/>
                          <a:latin typeface="Century Schoolbook" panose="02040604050505020304" pitchFamily="18" charset="0"/>
                        </a:rPr>
                        <a:t>74%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100%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74%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OT18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20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28%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80%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10</a:t>
                      </a: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489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OT19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14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21%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92%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77%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71%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entury Schoolbook" panose="02040604050505020304" pitchFamily="18" charset="0"/>
                        </a:rPr>
                        <a:t>4</a:t>
                      </a: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54892"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1" u="none" strike="noStrike" dirty="0">
                          <a:effectLst/>
                          <a:latin typeface="Century Schoolbook" panose="02040604050505020304" pitchFamily="18" charset="0"/>
                        </a:rPr>
                        <a:t>Average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Schoolbook" panose="02040604050505020304" pitchFamily="18" charset="0"/>
                        </a:rPr>
                        <a:t>15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21%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76%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59%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u="none" strike="noStrike" dirty="0">
                          <a:effectLst/>
                          <a:latin typeface="Century Schoolbook" panose="02040604050505020304" pitchFamily="18" charset="0"/>
                        </a:rPr>
                        <a:t>45%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Century Schoolbook" panose="02040604050505020304" pitchFamily="18" charset="0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>
                      <a:defPPr>
                        <a:defRPr lang="en-US">
                          <a:solidFill>
                            <a:schemeClr val="dk1"/>
                          </a:solidFill>
                        </a:defRPr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Century Schoolbook" panose="02040604050505020304" pitchFamily="18" charset="0"/>
                        </a:rPr>
                        <a:t>6</a:t>
                      </a: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04D38DC-2BAB-E347-BB0D-92A64F59EA09}"/>
              </a:ext>
            </a:extLst>
          </p:cNvPr>
          <p:cNvSpPr txBox="1"/>
          <p:nvPr/>
        </p:nvSpPr>
        <p:spPr>
          <a:xfrm>
            <a:off x="485775" y="6265573"/>
            <a:ext cx="110585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Use alignment graphics instead of listing names in top table. Turn bottom table into: number 5-4, % of total, % nonpolarized, % liberal, % conservative (with asterisk about including 6-3 polarized this term)</a:t>
            </a:r>
          </a:p>
        </p:txBody>
      </p:sp>
    </p:spTree>
    <p:extLst>
      <p:ext uri="{BB962C8B-B14F-4D97-AF65-F5344CB8AC3E}">
        <p14:creationId xmlns:p14="http://schemas.microsoft.com/office/powerpoint/2010/main" val="2978318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197" y="-90356"/>
            <a:ext cx="10515600" cy="574563"/>
          </a:xfrm>
        </p:spPr>
        <p:txBody>
          <a:bodyPr>
            <a:normAutofit/>
          </a:bodyPr>
          <a:lstStyle/>
          <a:p>
            <a:pPr algn="ctr"/>
            <a:r>
              <a:rPr lang="en-US" sz="2500" b="1" dirty="0">
                <a:highlight>
                  <a:srgbClr val="00FFFF"/>
                </a:highlight>
                <a:latin typeface="Century Schoolbook" panose="02040604050505020304" pitchFamily="18" charset="0"/>
              </a:rPr>
              <a:t>Closely divided cases: polarized cases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18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7129CA-1655-864C-827F-F9F60548B64F}"/>
              </a:ext>
            </a:extLst>
          </p:cNvPr>
          <p:cNvSpPr txBox="1"/>
          <p:nvPr/>
        </p:nvSpPr>
        <p:spPr>
          <a:xfrm>
            <a:off x="2743200" y="2305878"/>
            <a:ext cx="62417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Haven’t quite figured out how this one will look. Open to suggestions.</a:t>
            </a:r>
          </a:p>
        </p:txBody>
      </p:sp>
    </p:spTree>
    <p:extLst>
      <p:ext uri="{BB962C8B-B14F-4D97-AF65-F5344CB8AC3E}">
        <p14:creationId xmlns:p14="http://schemas.microsoft.com/office/powerpoint/2010/main" val="4148355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444178" y="6471920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19</a:t>
            </a:fld>
            <a:endParaRPr lang="en-US" sz="800">
              <a:latin typeface="Century Schoolbook" panose="02040604050505020304" pitchFamily="18" charset="0"/>
            </a:endParaRP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7EB7E3A-4562-FCEF-EA81-6C370DCA8FD5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Justice Agreement – All Cases</a:t>
            </a:r>
          </a:p>
        </p:txBody>
      </p:sp>
      <p:pic>
        <p:nvPicPr>
          <p:cNvPr id="25" name="Picture 24" descr="A group of people in suits&#10;&#10;AI-generated content may be incorrect.">
            <a:extLst>
              <a:ext uri="{FF2B5EF4-FFF2-40B4-BE49-F238E27FC236}">
                <a16:creationId xmlns:a16="http://schemas.microsoft.com/office/drawing/2014/main" id="{4B425738-20CC-D4B5-325D-45C35097396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4067" y="963863"/>
            <a:ext cx="7072963" cy="5894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0458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496883" y="6492875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20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FB06EF0-3BC1-AAA1-171A-70E791B9A78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8315" y="894481"/>
            <a:ext cx="7075370" cy="5896142"/>
          </a:xfrm>
          <a:prstGeom prst="rect">
            <a:avLst/>
          </a:prstGeom>
        </p:spPr>
      </p:pic>
      <p:sp>
        <p:nvSpPr>
          <p:cNvPr id="14" name="Title 9">
            <a:extLst>
              <a:ext uri="{FF2B5EF4-FFF2-40B4-BE49-F238E27FC236}">
                <a16:creationId xmlns:a16="http://schemas.microsoft.com/office/drawing/2014/main" id="{6FDB2B55-07C2-8280-3304-33DFB7D8F638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Justice Agreement – Closely Divided Cases</a:t>
            </a:r>
          </a:p>
        </p:txBody>
      </p:sp>
    </p:spTree>
    <p:extLst>
      <p:ext uri="{BB962C8B-B14F-4D97-AF65-F5344CB8AC3E}">
        <p14:creationId xmlns:p14="http://schemas.microsoft.com/office/powerpoint/2010/main" val="257296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7E7D5-A21C-AD99-D448-C3B4EB6BE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86FFE-0CBD-2C4E-D04F-6C7EB7E58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83696"/>
            <a:ext cx="2743200" cy="365125"/>
          </a:xfrm>
        </p:spPr>
        <p:txBody>
          <a:bodyPr/>
          <a:lstStyle/>
          <a:p>
            <a:fld id="{5E212BD6-99D2-4430-8307-3DFF6CB1AF68}" type="slidenum">
              <a:rPr lang="en-US" sz="800" smtClean="0">
                <a:latin typeface="Century Schoolbook" panose="02040604050505020304" pitchFamily="18" charset="0"/>
              </a:rPr>
              <a:t>21</a:t>
            </a:fld>
            <a:endParaRPr lang="en-US" sz="800" dirty="0">
              <a:latin typeface="Century Schoolbook" panose="02040604050505020304" pitchFamily="18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AA70B56-E3A0-D69E-A404-3E0898FC0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7179081"/>
              </p:ext>
            </p:extLst>
          </p:nvPr>
        </p:nvGraphicFramePr>
        <p:xfrm>
          <a:off x="290312" y="4048229"/>
          <a:ext cx="11141083" cy="2470929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9048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49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22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91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349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22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81581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90014">
                <a:tc>
                  <a:txBody>
                    <a:bodyPr/>
                    <a:lstStyle/>
                    <a:p>
                      <a:pPr algn="l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Rank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Case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i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Opinion Type</a:t>
                      </a:r>
                    </a:p>
                  </a:txBody>
                  <a:tcPr marL="0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Author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Vote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Argued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Decided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65">
                <a:tc rowSpan="5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FFFF00"/>
                          </a:highlight>
                          <a:latin typeface="MULISH REGULAR ROMAN" pitchFamily="2" charset="77"/>
                        </a:rPr>
                        <a:t>Shortest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FFFF00"/>
                        </a:highlight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8265">
                <a:tc rowSpan="6">
                  <a:txBody>
                    <a:bodyPr/>
                    <a:lstStyle/>
                    <a:p>
                      <a:pPr algn="ctr" fontAlgn="b"/>
                      <a:r>
                        <a:rPr lang="en-US" sz="1100" b="1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REGULAR ROMAN" pitchFamily="2" charset="77"/>
                        </a:rPr>
                        <a:t>Longest</a:t>
                      </a:r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00FFFF"/>
                        </a:highlight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1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1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2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3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4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8265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3315" marR="3315" marT="331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chemeClr val="tx1"/>
                          </a:solidFill>
                          <a:effectLst/>
                          <a:latin typeface="MULISH REGULAR ROMAN" pitchFamily="2" charset="77"/>
                        </a:rPr>
                        <a:t>5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1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3315" marR="3315" marT="331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1EDA938-D0A1-3241-4F10-5243EF537D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113174"/>
              </p:ext>
            </p:extLst>
          </p:nvPr>
        </p:nvGraphicFramePr>
        <p:xfrm>
          <a:off x="441315" y="808786"/>
          <a:ext cx="2743200" cy="2932045"/>
        </p:xfrm>
        <a:graphic>
          <a:graphicData uri="http://schemas.openxmlformats.org/drawingml/2006/table">
            <a:tbl>
              <a:tblPr bandRow="1">
                <a:tableStyleId>{C083E6E3-FA7D-4D7B-A595-EF9225AFEA82}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pPr algn="ctr" fontAlgn="b"/>
                      <a:endParaRPr lang="en-US" sz="1400" b="1" i="0" u="none" strike="noStrike" dirty="0">
                        <a:solidFill>
                          <a:schemeClr val="tx1"/>
                        </a:solidFill>
                        <a:effectLst/>
                        <a:latin typeface="MULISH BOLD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3308354"/>
                  </a:ext>
                </a:extLst>
              </a:tr>
              <a:tr h="448584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1300" b="1" i="0" u="none" strike="noStrike" dirty="0">
                          <a:solidFill>
                            <a:schemeClr val="tx1"/>
                          </a:solidFill>
                          <a:effectLst/>
                          <a:highlight>
                            <a:srgbClr val="00FFFF"/>
                          </a:highlight>
                          <a:latin typeface="MULISH BOLD ROMAN" pitchFamily="2" charset="77"/>
                        </a:rPr>
                        <a:t>Average Opinion Length by Justice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Roberts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Thomas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4392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Alito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Sotomayor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Kagan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Gorsuch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Kavanaugh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Barrett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4523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REGULAR ROMAN" pitchFamily="2" charset="77"/>
                        </a:rPr>
                        <a:t>Jackson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MULISH REGULAR ROMAN" pitchFamily="2" charset="7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" name="Title 9">
            <a:extLst>
              <a:ext uri="{FF2B5EF4-FFF2-40B4-BE49-F238E27FC236}">
                <a16:creationId xmlns:a16="http://schemas.microsoft.com/office/drawing/2014/main" id="{1CC2D783-A1B5-FA39-F5AF-2F341C16BA42}"/>
              </a:ext>
            </a:extLst>
          </p:cNvPr>
          <p:cNvSpPr txBox="1">
            <a:spLocks/>
          </p:cNvSpPr>
          <p:nvPr/>
        </p:nvSpPr>
        <p:spPr>
          <a:xfrm>
            <a:off x="320850" y="128592"/>
            <a:ext cx="10515600" cy="83326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Opinion Lengths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CF5190-5402-F10C-8B9B-A5FAF0DF535D}"/>
              </a:ext>
            </a:extLst>
          </p:cNvPr>
          <p:cNvSpPr txBox="1"/>
          <p:nvPr/>
        </p:nvSpPr>
        <p:spPr>
          <a:xfrm>
            <a:off x="3565405" y="1132113"/>
            <a:ext cx="355495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b="1" dirty="0">
                <a:highlight>
                  <a:srgbClr val="00FFFF"/>
                </a:highlight>
                <a:latin typeface="MULISH BOLD ROMAN" pitchFamily="2" charset="77"/>
              </a:rPr>
              <a:t>Average Length by Term</a:t>
            </a:r>
          </a:p>
        </p:txBody>
      </p:sp>
      <p:pic>
        <p:nvPicPr>
          <p:cNvPr id="9" name="Picture 8" descr="A graph of different types of numbers&#10;&#10;AI-generated content may be incorrect.">
            <a:extLst>
              <a:ext uri="{FF2B5EF4-FFF2-40B4-BE49-F238E27FC236}">
                <a16:creationId xmlns:a16="http://schemas.microsoft.com/office/drawing/2014/main" id="{E2FC222E-7A3A-751E-5777-798D7AA5A6C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0074" y="128592"/>
            <a:ext cx="6270611" cy="3762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7992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59230-B96E-4F41-9BE2-217AB47BF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22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4AEB5166-104F-F844-BFBC-60336AA80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939" y="74723"/>
            <a:ext cx="10515600" cy="78844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VOTING ALIGNMENT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5BF0DDD8-DCD3-F44C-A42D-CBB308CF5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579435"/>
              </p:ext>
            </p:extLst>
          </p:nvPr>
        </p:nvGraphicFramePr>
        <p:xfrm>
          <a:off x="339318" y="1127293"/>
          <a:ext cx="11494360" cy="514807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697902">
                  <a:extLst>
                    <a:ext uri="{9D8B030D-6E8A-4147-A177-3AD203B41FA5}">
                      <a16:colId xmlns:a16="http://schemas.microsoft.com/office/drawing/2014/main" val="1855254515"/>
                    </a:ext>
                  </a:extLst>
                </a:gridCol>
                <a:gridCol w="1277471">
                  <a:extLst>
                    <a:ext uri="{9D8B030D-6E8A-4147-A177-3AD203B41FA5}">
                      <a16:colId xmlns:a16="http://schemas.microsoft.com/office/drawing/2014/main" val="2522142181"/>
                    </a:ext>
                  </a:extLst>
                </a:gridCol>
                <a:gridCol w="726141">
                  <a:extLst>
                    <a:ext uri="{9D8B030D-6E8A-4147-A177-3AD203B41FA5}">
                      <a16:colId xmlns:a16="http://schemas.microsoft.com/office/drawing/2014/main" val="3188583542"/>
                    </a:ext>
                  </a:extLst>
                </a:gridCol>
                <a:gridCol w="1209166">
                  <a:extLst>
                    <a:ext uri="{9D8B030D-6E8A-4147-A177-3AD203B41FA5}">
                      <a16:colId xmlns:a16="http://schemas.microsoft.com/office/drawing/2014/main" val="41029620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8635121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24745957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3852948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18829808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422833118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04421696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82380185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51614119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870732938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latin typeface="MULISH REGULAR ROMAN" pitchFamily="2" charset="77"/>
                        </a:rPr>
                        <a:t>Case 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Decided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Vote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Author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17228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Hamm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11/4/2024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9355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Facebook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11/22/2024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76862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Bouarfa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12/10/2024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Jackson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7512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NVIDIA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12/11/2024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41149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Royal Canin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1/15/2025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Kagan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20528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E.M.D. Sales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1/15/2025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Kavanaugh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8339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Tik Tok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1/17/2025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572124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Andrew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1/21/2025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49795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Hungary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Sotomayor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83425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Wisconsin Bell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Kagan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52479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Williams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(5-4)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Kavanaugh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990833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Lackey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2/25/2025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(7-2)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Roberts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16003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Glossip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2/25/2025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(6-2)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Sotomayor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wdUpDiag">
                      <a:fgClr>
                        <a:srgbClr val="4F478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907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Waetzig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2/26/2025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Alito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70735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Dewberry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2/26/2025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Kagan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545266"/>
                  </a:ext>
                </a:extLst>
              </a:tr>
            </a:tbl>
          </a:graphicData>
        </a:graphic>
      </p:graphicFrame>
      <p:pic>
        <p:nvPicPr>
          <p:cNvPr id="8" name="Picture 7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3729B541-7FD5-1E4B-B70B-5576A107D8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976" y="645655"/>
            <a:ext cx="1025212" cy="822960"/>
          </a:xfrm>
          <a:prstGeom prst="rect">
            <a:avLst/>
          </a:prstGeom>
        </p:spPr>
      </p:pic>
      <p:pic>
        <p:nvPicPr>
          <p:cNvPr id="10" name="Picture 9" descr="A person smiling for the camera&#10;&#10;Description automatically generated with medium confidence">
            <a:extLst>
              <a:ext uri="{FF2B5EF4-FFF2-40B4-BE49-F238E27FC236}">
                <a16:creationId xmlns:a16="http://schemas.microsoft.com/office/drawing/2014/main" id="{198360DB-F6AA-AF4D-9F57-D690DC68B6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574" y="646722"/>
            <a:ext cx="909589" cy="822960"/>
          </a:xfrm>
          <a:prstGeom prst="rect">
            <a:avLst/>
          </a:prstGeom>
        </p:spPr>
      </p:pic>
      <p:pic>
        <p:nvPicPr>
          <p:cNvPr id="12" name="Picture 11" descr="A person smiling for the picture&#10;&#10;Description automatically generated with medium confidence">
            <a:extLst>
              <a:ext uri="{FF2B5EF4-FFF2-40B4-BE49-F238E27FC236}">
                <a16:creationId xmlns:a16="http://schemas.microsoft.com/office/drawing/2014/main" id="{16ACDF34-C1E1-844D-A9E2-76296CF08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037" y="648630"/>
            <a:ext cx="851938" cy="822960"/>
          </a:xfrm>
          <a:prstGeom prst="rect">
            <a:avLst/>
          </a:prstGeom>
        </p:spPr>
      </p:pic>
      <p:pic>
        <p:nvPicPr>
          <p:cNvPr id="14" name="Picture 13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B22BDDB2-19EB-1248-A066-EA6A419F67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3691" y="646721"/>
            <a:ext cx="917918" cy="822960"/>
          </a:xfrm>
          <a:prstGeom prst="rect">
            <a:avLst/>
          </a:prstGeom>
        </p:spPr>
      </p:pic>
      <p:pic>
        <p:nvPicPr>
          <p:cNvPr id="18" name="Picture 17" descr="A person with long hair&#10;&#10;Description automatically generated with low confidence">
            <a:extLst>
              <a:ext uri="{FF2B5EF4-FFF2-40B4-BE49-F238E27FC236}">
                <a16:creationId xmlns:a16="http://schemas.microsoft.com/office/drawing/2014/main" id="{B3BB87FD-05D8-5943-B8C7-D13B35F2D6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422" y="651849"/>
            <a:ext cx="903400" cy="822960"/>
          </a:xfrm>
          <a:prstGeom prst="rect">
            <a:avLst/>
          </a:prstGeom>
        </p:spPr>
      </p:pic>
      <p:pic>
        <p:nvPicPr>
          <p:cNvPr id="20" name="Picture 19" descr="A person with curly hair&#10;&#10;Description automatically generated with low confidence">
            <a:extLst>
              <a:ext uri="{FF2B5EF4-FFF2-40B4-BE49-F238E27FC236}">
                <a16:creationId xmlns:a16="http://schemas.microsoft.com/office/drawing/2014/main" id="{21498AC9-69A7-424D-B7E4-7B17E3BB7D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172" y="659106"/>
            <a:ext cx="988879" cy="822960"/>
          </a:xfrm>
          <a:prstGeom prst="rect">
            <a:avLst/>
          </a:prstGeom>
        </p:spPr>
      </p:pic>
      <p:pic>
        <p:nvPicPr>
          <p:cNvPr id="22" name="Picture 21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E8320C50-E330-DB47-96AB-BED3E96F7B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7839" y="646409"/>
            <a:ext cx="896658" cy="822960"/>
          </a:xfrm>
          <a:prstGeom prst="rect">
            <a:avLst/>
          </a:prstGeom>
        </p:spPr>
      </p:pic>
      <p:pic>
        <p:nvPicPr>
          <p:cNvPr id="24" name="Picture 23" descr="A person in a suit&#10;&#10;Description automatically generated with low confidence">
            <a:extLst>
              <a:ext uri="{FF2B5EF4-FFF2-40B4-BE49-F238E27FC236}">
                <a16:creationId xmlns:a16="http://schemas.microsoft.com/office/drawing/2014/main" id="{0402D156-9271-A242-9A94-3BAFC782CBF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8427" y="651299"/>
            <a:ext cx="882595" cy="82296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D805A0D-62F6-C577-52D1-8ED9759B8AC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84" r="27105" b="26016"/>
          <a:stretch/>
        </p:blipFill>
        <p:spPr>
          <a:xfrm>
            <a:off x="6707731" y="721694"/>
            <a:ext cx="741760" cy="7541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C73922D-94E5-F6BA-4423-30961605A13B}"/>
              </a:ext>
            </a:extLst>
          </p:cNvPr>
          <p:cNvSpPr txBox="1"/>
          <p:nvPr/>
        </p:nvSpPr>
        <p:spPr>
          <a:xfrm>
            <a:off x="4350327" y="157018"/>
            <a:ext cx="76661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ULISH BLACK ROMAN"/>
              </a:rPr>
              <a:t>                    Joined Majority                    Joined Dissent                    Authored Special  (In Part)                             Did Not Participate                                  </a:t>
            </a:r>
            <a:br>
              <a:rPr lang="en-US" sz="1100" dirty="0">
                <a:latin typeface="MULISH BLACK ROMAN"/>
              </a:rPr>
            </a:br>
            <a:r>
              <a:rPr lang="en-US" sz="1100" dirty="0">
                <a:latin typeface="MULISH BLACK ROMAN"/>
              </a:rPr>
              <a:t>			                           Concurrence (or In Judgement)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50A1DB-1249-0374-AC7E-10ED1FECB73B}"/>
              </a:ext>
            </a:extLst>
          </p:cNvPr>
          <p:cNvSpPr/>
          <p:nvPr/>
        </p:nvSpPr>
        <p:spPr>
          <a:xfrm>
            <a:off x="4560342" y="174731"/>
            <a:ext cx="314037" cy="261610"/>
          </a:xfrm>
          <a:prstGeom prst="rect">
            <a:avLst/>
          </a:prstGeom>
          <a:solidFill>
            <a:srgbClr val="4F478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814F8B-E68E-57AD-2F4F-5DDD306F3568}"/>
              </a:ext>
            </a:extLst>
          </p:cNvPr>
          <p:cNvSpPr/>
          <p:nvPr/>
        </p:nvSpPr>
        <p:spPr>
          <a:xfrm>
            <a:off x="6131349" y="156994"/>
            <a:ext cx="314037" cy="2616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B9D35C-CEF8-E8B6-A04F-66CFACE5A916}"/>
              </a:ext>
            </a:extLst>
          </p:cNvPr>
          <p:cNvSpPr/>
          <p:nvPr/>
        </p:nvSpPr>
        <p:spPr>
          <a:xfrm>
            <a:off x="7633442" y="156073"/>
            <a:ext cx="314037" cy="2616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3E5228-A2A9-C3E4-2729-B852B2AD7CA1}"/>
              </a:ext>
            </a:extLst>
          </p:cNvPr>
          <p:cNvSpPr/>
          <p:nvPr/>
        </p:nvSpPr>
        <p:spPr>
          <a:xfrm>
            <a:off x="10004000" y="156073"/>
            <a:ext cx="314037" cy="261610"/>
          </a:xfrm>
          <a:prstGeom prst="rect">
            <a:avLst/>
          </a:prstGeom>
          <a:pattFill prst="wdUpDiag">
            <a:fgClr>
              <a:srgbClr val="4F4789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8849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59230-B96E-4F41-9BE2-217AB47BF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23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4AEB5166-104F-F844-BFBC-60336AA80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939" y="74723"/>
            <a:ext cx="10515600" cy="78844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VOTING ALIGNMENT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5BF0DDD8-DCD3-F44C-A42D-CBB308CF5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158378"/>
              </p:ext>
            </p:extLst>
          </p:nvPr>
        </p:nvGraphicFramePr>
        <p:xfrm>
          <a:off x="339318" y="1127293"/>
          <a:ext cx="11494360" cy="514807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697902">
                  <a:extLst>
                    <a:ext uri="{9D8B030D-6E8A-4147-A177-3AD203B41FA5}">
                      <a16:colId xmlns:a16="http://schemas.microsoft.com/office/drawing/2014/main" val="1855254515"/>
                    </a:ext>
                  </a:extLst>
                </a:gridCol>
                <a:gridCol w="1277471">
                  <a:extLst>
                    <a:ext uri="{9D8B030D-6E8A-4147-A177-3AD203B41FA5}">
                      <a16:colId xmlns:a16="http://schemas.microsoft.com/office/drawing/2014/main" val="2522142181"/>
                    </a:ext>
                  </a:extLst>
                </a:gridCol>
                <a:gridCol w="726141">
                  <a:extLst>
                    <a:ext uri="{9D8B030D-6E8A-4147-A177-3AD203B41FA5}">
                      <a16:colId xmlns:a16="http://schemas.microsoft.com/office/drawing/2014/main" val="3188583542"/>
                    </a:ext>
                  </a:extLst>
                </a:gridCol>
                <a:gridCol w="1209166">
                  <a:extLst>
                    <a:ext uri="{9D8B030D-6E8A-4147-A177-3AD203B41FA5}">
                      <a16:colId xmlns:a16="http://schemas.microsoft.com/office/drawing/2014/main" val="41029620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8635121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24745957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3852948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18829808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422833118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04421696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82380185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51614119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870732938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latin typeface="MULISH BLACK ROMAN"/>
                        </a:rPr>
                        <a:t>Case 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BLACK ROMAN"/>
                        </a:rPr>
                        <a:t>Decided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BLACK ROMAN"/>
                        </a:rPr>
                        <a:t>Vote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BLACK ROMAN"/>
                        </a:rPr>
                        <a:t>Author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17228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SF v. EPA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3/4/2025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Alito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9355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Bufkin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3/5/2025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(7-2)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Thomas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76862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Thompson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Roberts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7512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Delligatti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3/21/2025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(7-2)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Thomas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41149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Vanderstok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3/26/2025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(7-2)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Gorsuch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20528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Miller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3/26/2025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(8-1)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Jackson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8339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Wages &amp; White Lion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4/2/2025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Alito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572124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Medical Marijuana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4/2/2025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(5-4)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Barrett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49795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D.O.E. v. CA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4/4/2025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(5-4)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83425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Trump v. J.G.G.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4/7/2025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(5-4)*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Per Curiam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52479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Cunningham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4/17/2025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(9-0)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Sotomayor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990833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lang="en-US" sz="1100" dirty="0">
                          <a:latin typeface="MULISH BLACK ROMAN"/>
                        </a:rPr>
                        <a:t>Monsalvo Valazquez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4/22/2025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(6-3)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MULISH BLACK ROMAN"/>
                        </a:rPr>
                        <a:t>Gorsuch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16003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907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70735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BLACK ROMAN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BLACK ROMAN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545266"/>
                  </a:ext>
                </a:extLst>
              </a:tr>
            </a:tbl>
          </a:graphicData>
        </a:graphic>
      </p:graphicFrame>
      <p:pic>
        <p:nvPicPr>
          <p:cNvPr id="8" name="Picture 7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3729B541-7FD5-1E4B-B70B-5576A107D8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976" y="645655"/>
            <a:ext cx="1025212" cy="822960"/>
          </a:xfrm>
          <a:prstGeom prst="rect">
            <a:avLst/>
          </a:prstGeom>
        </p:spPr>
      </p:pic>
      <p:pic>
        <p:nvPicPr>
          <p:cNvPr id="10" name="Picture 9" descr="A person smiling for the camera&#10;&#10;Description automatically generated with medium confidence">
            <a:extLst>
              <a:ext uri="{FF2B5EF4-FFF2-40B4-BE49-F238E27FC236}">
                <a16:creationId xmlns:a16="http://schemas.microsoft.com/office/drawing/2014/main" id="{198360DB-F6AA-AF4D-9F57-D690DC68B6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574" y="646722"/>
            <a:ext cx="909589" cy="822960"/>
          </a:xfrm>
          <a:prstGeom prst="rect">
            <a:avLst/>
          </a:prstGeom>
        </p:spPr>
      </p:pic>
      <p:pic>
        <p:nvPicPr>
          <p:cNvPr id="12" name="Picture 11" descr="A person smiling for the picture&#10;&#10;Description automatically generated with medium confidence">
            <a:extLst>
              <a:ext uri="{FF2B5EF4-FFF2-40B4-BE49-F238E27FC236}">
                <a16:creationId xmlns:a16="http://schemas.microsoft.com/office/drawing/2014/main" id="{16ACDF34-C1E1-844D-A9E2-76296CF08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037" y="648630"/>
            <a:ext cx="851938" cy="822960"/>
          </a:xfrm>
          <a:prstGeom prst="rect">
            <a:avLst/>
          </a:prstGeom>
        </p:spPr>
      </p:pic>
      <p:pic>
        <p:nvPicPr>
          <p:cNvPr id="14" name="Picture 13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B22BDDB2-19EB-1248-A066-EA6A419F67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3691" y="646721"/>
            <a:ext cx="917918" cy="822960"/>
          </a:xfrm>
          <a:prstGeom prst="rect">
            <a:avLst/>
          </a:prstGeom>
        </p:spPr>
      </p:pic>
      <p:pic>
        <p:nvPicPr>
          <p:cNvPr id="18" name="Picture 17" descr="A person with long hair&#10;&#10;Description automatically generated with low confidence">
            <a:extLst>
              <a:ext uri="{FF2B5EF4-FFF2-40B4-BE49-F238E27FC236}">
                <a16:creationId xmlns:a16="http://schemas.microsoft.com/office/drawing/2014/main" id="{B3BB87FD-05D8-5943-B8C7-D13B35F2D6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422" y="651849"/>
            <a:ext cx="903400" cy="822960"/>
          </a:xfrm>
          <a:prstGeom prst="rect">
            <a:avLst/>
          </a:prstGeom>
        </p:spPr>
      </p:pic>
      <p:pic>
        <p:nvPicPr>
          <p:cNvPr id="20" name="Picture 19" descr="A person with curly hair&#10;&#10;Description automatically generated with low confidence">
            <a:extLst>
              <a:ext uri="{FF2B5EF4-FFF2-40B4-BE49-F238E27FC236}">
                <a16:creationId xmlns:a16="http://schemas.microsoft.com/office/drawing/2014/main" id="{21498AC9-69A7-424D-B7E4-7B17E3BB7D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172" y="659106"/>
            <a:ext cx="988879" cy="822960"/>
          </a:xfrm>
          <a:prstGeom prst="rect">
            <a:avLst/>
          </a:prstGeom>
        </p:spPr>
      </p:pic>
      <p:pic>
        <p:nvPicPr>
          <p:cNvPr id="22" name="Picture 21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E8320C50-E330-DB47-96AB-BED3E96F7B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7839" y="646409"/>
            <a:ext cx="896658" cy="822960"/>
          </a:xfrm>
          <a:prstGeom prst="rect">
            <a:avLst/>
          </a:prstGeom>
        </p:spPr>
      </p:pic>
      <p:pic>
        <p:nvPicPr>
          <p:cNvPr id="24" name="Picture 23" descr="A person in a suit&#10;&#10;Description automatically generated with low confidence">
            <a:extLst>
              <a:ext uri="{FF2B5EF4-FFF2-40B4-BE49-F238E27FC236}">
                <a16:creationId xmlns:a16="http://schemas.microsoft.com/office/drawing/2014/main" id="{0402D156-9271-A242-9A94-3BAFC782CBF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8427" y="651299"/>
            <a:ext cx="882595" cy="8229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2084ED3-F5F4-E2F3-556F-6FC7185D0008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84" r="27105" b="26016"/>
          <a:stretch/>
        </p:blipFill>
        <p:spPr>
          <a:xfrm>
            <a:off x="6707731" y="721694"/>
            <a:ext cx="741760" cy="7541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136A9F-9096-EF5E-8ABC-A0B9BFFB3CC7}"/>
              </a:ext>
            </a:extLst>
          </p:cNvPr>
          <p:cNvSpPr txBox="1"/>
          <p:nvPr/>
        </p:nvSpPr>
        <p:spPr>
          <a:xfrm>
            <a:off x="339318" y="6356350"/>
            <a:ext cx="100817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ULISH BLACK ROMAN"/>
              </a:rPr>
              <a:t>* Justice Barrett joined the dissent in Trump v. J.G.G. but only with respect to Parts II and III-B.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674AEA-6EF8-23E5-25D3-F61D20927C1C}"/>
              </a:ext>
            </a:extLst>
          </p:cNvPr>
          <p:cNvSpPr txBox="1"/>
          <p:nvPr/>
        </p:nvSpPr>
        <p:spPr>
          <a:xfrm>
            <a:off x="4350327" y="157018"/>
            <a:ext cx="76661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ULISH BLACK ROMAN"/>
              </a:rPr>
              <a:t>                    Joined Majority                    Joined Dissent                    Authored Special  (In Part)                             Did Not Participate                                  </a:t>
            </a:r>
            <a:br>
              <a:rPr lang="en-US" sz="1100" dirty="0">
                <a:latin typeface="MULISH BLACK ROMAN"/>
              </a:rPr>
            </a:br>
            <a:r>
              <a:rPr lang="en-US" sz="1100" dirty="0">
                <a:latin typeface="MULISH BLACK ROMAN"/>
              </a:rPr>
              <a:t>			                           Concurrence (or In Judgement)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448E0A-7D2B-DD64-5F57-EB737253F3E5}"/>
              </a:ext>
            </a:extLst>
          </p:cNvPr>
          <p:cNvSpPr/>
          <p:nvPr/>
        </p:nvSpPr>
        <p:spPr>
          <a:xfrm>
            <a:off x="4560342" y="174731"/>
            <a:ext cx="314037" cy="261610"/>
          </a:xfrm>
          <a:prstGeom prst="rect">
            <a:avLst/>
          </a:prstGeom>
          <a:solidFill>
            <a:srgbClr val="4F478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60245D2-C407-8C3A-0101-60EFACBBA6B8}"/>
              </a:ext>
            </a:extLst>
          </p:cNvPr>
          <p:cNvSpPr/>
          <p:nvPr/>
        </p:nvSpPr>
        <p:spPr>
          <a:xfrm>
            <a:off x="6131349" y="156994"/>
            <a:ext cx="314037" cy="2616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980300-89D7-3F53-7651-7AC31D290A59}"/>
              </a:ext>
            </a:extLst>
          </p:cNvPr>
          <p:cNvSpPr/>
          <p:nvPr/>
        </p:nvSpPr>
        <p:spPr>
          <a:xfrm>
            <a:off x="7633442" y="156073"/>
            <a:ext cx="314037" cy="2616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CABAFF5-918E-246C-8B00-CD44E65CC8F5}"/>
              </a:ext>
            </a:extLst>
          </p:cNvPr>
          <p:cNvSpPr/>
          <p:nvPr/>
        </p:nvSpPr>
        <p:spPr>
          <a:xfrm>
            <a:off x="10004000" y="156073"/>
            <a:ext cx="314037" cy="261610"/>
          </a:xfrm>
          <a:prstGeom prst="rect">
            <a:avLst/>
          </a:prstGeom>
          <a:pattFill prst="wdUpDiag">
            <a:fgClr>
              <a:srgbClr val="4F4789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2460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59230-B96E-4F41-9BE2-217AB47BF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24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4AEB5166-104F-F844-BFBC-60336AA80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939" y="74723"/>
            <a:ext cx="10515600" cy="78844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VOTING ALIGNMENT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5BF0DDD8-DCD3-F44C-A42D-CBB308CF5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9015768"/>
              </p:ext>
            </p:extLst>
          </p:nvPr>
        </p:nvGraphicFramePr>
        <p:xfrm>
          <a:off x="339318" y="1127293"/>
          <a:ext cx="11494360" cy="514807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697902">
                  <a:extLst>
                    <a:ext uri="{9D8B030D-6E8A-4147-A177-3AD203B41FA5}">
                      <a16:colId xmlns:a16="http://schemas.microsoft.com/office/drawing/2014/main" val="1855254515"/>
                    </a:ext>
                  </a:extLst>
                </a:gridCol>
                <a:gridCol w="1277471">
                  <a:extLst>
                    <a:ext uri="{9D8B030D-6E8A-4147-A177-3AD203B41FA5}">
                      <a16:colId xmlns:a16="http://schemas.microsoft.com/office/drawing/2014/main" val="2522142181"/>
                    </a:ext>
                  </a:extLst>
                </a:gridCol>
                <a:gridCol w="726141">
                  <a:extLst>
                    <a:ext uri="{9D8B030D-6E8A-4147-A177-3AD203B41FA5}">
                      <a16:colId xmlns:a16="http://schemas.microsoft.com/office/drawing/2014/main" val="3188583542"/>
                    </a:ext>
                  </a:extLst>
                </a:gridCol>
                <a:gridCol w="1209166">
                  <a:extLst>
                    <a:ext uri="{9D8B030D-6E8A-4147-A177-3AD203B41FA5}">
                      <a16:colId xmlns:a16="http://schemas.microsoft.com/office/drawing/2014/main" val="41029620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8635121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24745957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3852948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18829808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422833118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04421696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82380185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51614119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870732938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latin typeface="MULISH REGULAR ROMAN" pitchFamily="2" charset="77"/>
                        </a:rPr>
                        <a:t>Case 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Decided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Vote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Author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17228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9355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76862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7512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41149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20528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8339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572124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49795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83425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52479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990833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16003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907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70735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545266"/>
                  </a:ext>
                </a:extLst>
              </a:tr>
            </a:tbl>
          </a:graphicData>
        </a:graphic>
      </p:graphicFrame>
      <p:pic>
        <p:nvPicPr>
          <p:cNvPr id="8" name="Picture 7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3729B541-7FD5-1E4B-B70B-5576A107D8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976" y="645655"/>
            <a:ext cx="1025212" cy="822960"/>
          </a:xfrm>
          <a:prstGeom prst="rect">
            <a:avLst/>
          </a:prstGeom>
        </p:spPr>
      </p:pic>
      <p:pic>
        <p:nvPicPr>
          <p:cNvPr id="10" name="Picture 9" descr="A person smiling for the camera&#10;&#10;Description automatically generated with medium confidence">
            <a:extLst>
              <a:ext uri="{FF2B5EF4-FFF2-40B4-BE49-F238E27FC236}">
                <a16:creationId xmlns:a16="http://schemas.microsoft.com/office/drawing/2014/main" id="{198360DB-F6AA-AF4D-9F57-D690DC68B6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574" y="646722"/>
            <a:ext cx="909589" cy="822960"/>
          </a:xfrm>
          <a:prstGeom prst="rect">
            <a:avLst/>
          </a:prstGeom>
        </p:spPr>
      </p:pic>
      <p:pic>
        <p:nvPicPr>
          <p:cNvPr id="12" name="Picture 11" descr="A person smiling for the picture&#10;&#10;Description automatically generated with medium confidence">
            <a:extLst>
              <a:ext uri="{FF2B5EF4-FFF2-40B4-BE49-F238E27FC236}">
                <a16:creationId xmlns:a16="http://schemas.microsoft.com/office/drawing/2014/main" id="{16ACDF34-C1E1-844D-A9E2-76296CF08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037" y="648630"/>
            <a:ext cx="851938" cy="822960"/>
          </a:xfrm>
          <a:prstGeom prst="rect">
            <a:avLst/>
          </a:prstGeom>
        </p:spPr>
      </p:pic>
      <p:pic>
        <p:nvPicPr>
          <p:cNvPr id="14" name="Picture 13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B22BDDB2-19EB-1248-A066-EA6A419F67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3691" y="646721"/>
            <a:ext cx="917918" cy="822960"/>
          </a:xfrm>
          <a:prstGeom prst="rect">
            <a:avLst/>
          </a:prstGeom>
        </p:spPr>
      </p:pic>
      <p:pic>
        <p:nvPicPr>
          <p:cNvPr id="18" name="Picture 17" descr="A person with long hair&#10;&#10;Description automatically generated with low confidence">
            <a:extLst>
              <a:ext uri="{FF2B5EF4-FFF2-40B4-BE49-F238E27FC236}">
                <a16:creationId xmlns:a16="http://schemas.microsoft.com/office/drawing/2014/main" id="{B3BB87FD-05D8-5943-B8C7-D13B35F2D6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422" y="651849"/>
            <a:ext cx="903400" cy="822960"/>
          </a:xfrm>
          <a:prstGeom prst="rect">
            <a:avLst/>
          </a:prstGeom>
        </p:spPr>
      </p:pic>
      <p:pic>
        <p:nvPicPr>
          <p:cNvPr id="20" name="Picture 19" descr="A person with curly hair&#10;&#10;Description automatically generated with low confidence">
            <a:extLst>
              <a:ext uri="{FF2B5EF4-FFF2-40B4-BE49-F238E27FC236}">
                <a16:creationId xmlns:a16="http://schemas.microsoft.com/office/drawing/2014/main" id="{21498AC9-69A7-424D-B7E4-7B17E3BB7D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172" y="659106"/>
            <a:ext cx="988879" cy="822960"/>
          </a:xfrm>
          <a:prstGeom prst="rect">
            <a:avLst/>
          </a:prstGeom>
        </p:spPr>
      </p:pic>
      <p:pic>
        <p:nvPicPr>
          <p:cNvPr id="22" name="Picture 21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E8320C50-E330-DB47-96AB-BED3E96F7B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7839" y="646409"/>
            <a:ext cx="896658" cy="822960"/>
          </a:xfrm>
          <a:prstGeom prst="rect">
            <a:avLst/>
          </a:prstGeom>
        </p:spPr>
      </p:pic>
      <p:pic>
        <p:nvPicPr>
          <p:cNvPr id="24" name="Picture 23" descr="A person in a suit&#10;&#10;Description automatically generated with low confidence">
            <a:extLst>
              <a:ext uri="{FF2B5EF4-FFF2-40B4-BE49-F238E27FC236}">
                <a16:creationId xmlns:a16="http://schemas.microsoft.com/office/drawing/2014/main" id="{0402D156-9271-A242-9A94-3BAFC782CBF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8427" y="651299"/>
            <a:ext cx="882595" cy="8229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2F14CF9-D737-73D6-8160-E4F904BE1AD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84" r="27105" b="26016"/>
          <a:stretch/>
        </p:blipFill>
        <p:spPr>
          <a:xfrm>
            <a:off x="6707731" y="721694"/>
            <a:ext cx="741760" cy="7541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EEA914-153D-0D0D-D5A5-6314338829BA}"/>
              </a:ext>
            </a:extLst>
          </p:cNvPr>
          <p:cNvSpPr txBox="1"/>
          <p:nvPr/>
        </p:nvSpPr>
        <p:spPr>
          <a:xfrm>
            <a:off x="4350327" y="157018"/>
            <a:ext cx="76661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ULISH BLACK ROMAN"/>
              </a:rPr>
              <a:t>                    Joined Majority                    Joined Dissent                    Authored Special  (In Part)                             Did Not Participate                                  </a:t>
            </a:r>
            <a:br>
              <a:rPr lang="en-US" sz="1100" dirty="0">
                <a:latin typeface="MULISH BLACK ROMAN"/>
              </a:rPr>
            </a:br>
            <a:r>
              <a:rPr lang="en-US" sz="1100" dirty="0">
                <a:latin typeface="MULISH BLACK ROMAN"/>
              </a:rPr>
              <a:t>			                           Concurrence (or In Judgement)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CBED448-C108-5FEB-0D4D-DA7DE3432178}"/>
              </a:ext>
            </a:extLst>
          </p:cNvPr>
          <p:cNvSpPr/>
          <p:nvPr/>
        </p:nvSpPr>
        <p:spPr>
          <a:xfrm>
            <a:off x="4560342" y="174731"/>
            <a:ext cx="314037" cy="261610"/>
          </a:xfrm>
          <a:prstGeom prst="rect">
            <a:avLst/>
          </a:prstGeom>
          <a:solidFill>
            <a:srgbClr val="4F478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D3FFD6F-7C7B-E172-F155-4BD68295E755}"/>
              </a:ext>
            </a:extLst>
          </p:cNvPr>
          <p:cNvSpPr/>
          <p:nvPr/>
        </p:nvSpPr>
        <p:spPr>
          <a:xfrm>
            <a:off x="6131349" y="156994"/>
            <a:ext cx="314037" cy="2616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604588-5B6F-DBD0-B474-FBC12A273ACC}"/>
              </a:ext>
            </a:extLst>
          </p:cNvPr>
          <p:cNvSpPr/>
          <p:nvPr/>
        </p:nvSpPr>
        <p:spPr>
          <a:xfrm>
            <a:off x="7633442" y="156073"/>
            <a:ext cx="314037" cy="2616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1D75A14-CC75-B921-D836-5642B6C05F5D}"/>
              </a:ext>
            </a:extLst>
          </p:cNvPr>
          <p:cNvSpPr/>
          <p:nvPr/>
        </p:nvSpPr>
        <p:spPr>
          <a:xfrm>
            <a:off x="10004000" y="156073"/>
            <a:ext cx="314037" cy="261610"/>
          </a:xfrm>
          <a:prstGeom prst="rect">
            <a:avLst/>
          </a:prstGeom>
          <a:pattFill prst="wdUpDiag">
            <a:fgClr>
              <a:srgbClr val="4F4789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01980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59230-B96E-4F41-9BE2-217AB47BF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212BD6-99D2-4430-8307-3DFF6CB1AF68}" type="slidenum">
              <a:rPr lang="en-US" smtClean="0"/>
              <a:t>25</a:t>
            </a:fld>
            <a:endParaRPr lang="en-US"/>
          </a:p>
        </p:txBody>
      </p:sp>
      <p:sp>
        <p:nvSpPr>
          <p:cNvPr id="5" name="Title 9">
            <a:extLst>
              <a:ext uri="{FF2B5EF4-FFF2-40B4-BE49-F238E27FC236}">
                <a16:creationId xmlns:a16="http://schemas.microsoft.com/office/drawing/2014/main" id="{4AEB5166-104F-F844-BFBC-60336AA80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939" y="74723"/>
            <a:ext cx="10515600" cy="788442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rgbClr val="A90404"/>
                </a:solidFill>
                <a:highlight>
                  <a:srgbClr val="FFFF00"/>
                </a:highlight>
                <a:latin typeface="MULISH BOLD ROMAN" pitchFamily="2" charset="77"/>
              </a:rPr>
              <a:t>VOTING ALIGNMENT</a:t>
            </a:r>
          </a:p>
        </p:txBody>
      </p:sp>
      <p:graphicFrame>
        <p:nvGraphicFramePr>
          <p:cNvPr id="6" name="Table 6">
            <a:extLst>
              <a:ext uri="{FF2B5EF4-FFF2-40B4-BE49-F238E27FC236}">
                <a16:creationId xmlns:a16="http://schemas.microsoft.com/office/drawing/2014/main" id="{5BF0DDD8-DCD3-F44C-A42D-CBB308CF50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543034"/>
              </p:ext>
            </p:extLst>
          </p:nvPr>
        </p:nvGraphicFramePr>
        <p:xfrm>
          <a:off x="339318" y="1127293"/>
          <a:ext cx="11494360" cy="514807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1697902">
                  <a:extLst>
                    <a:ext uri="{9D8B030D-6E8A-4147-A177-3AD203B41FA5}">
                      <a16:colId xmlns:a16="http://schemas.microsoft.com/office/drawing/2014/main" val="1855254515"/>
                    </a:ext>
                  </a:extLst>
                </a:gridCol>
                <a:gridCol w="1277471">
                  <a:extLst>
                    <a:ext uri="{9D8B030D-6E8A-4147-A177-3AD203B41FA5}">
                      <a16:colId xmlns:a16="http://schemas.microsoft.com/office/drawing/2014/main" val="2522142181"/>
                    </a:ext>
                  </a:extLst>
                </a:gridCol>
                <a:gridCol w="726141">
                  <a:extLst>
                    <a:ext uri="{9D8B030D-6E8A-4147-A177-3AD203B41FA5}">
                      <a16:colId xmlns:a16="http://schemas.microsoft.com/office/drawing/2014/main" val="3188583542"/>
                    </a:ext>
                  </a:extLst>
                </a:gridCol>
                <a:gridCol w="1209166">
                  <a:extLst>
                    <a:ext uri="{9D8B030D-6E8A-4147-A177-3AD203B41FA5}">
                      <a16:colId xmlns:a16="http://schemas.microsoft.com/office/drawing/2014/main" val="410296203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863512104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24745957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3852948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188298085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422833118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04421696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823801858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551614119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3870732938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lang="en-US" sz="1300" dirty="0">
                          <a:latin typeface="MULISH REGULAR ROMAN" pitchFamily="2" charset="77"/>
                        </a:rPr>
                        <a:t>Case Name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Decided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Vote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300" dirty="0">
                          <a:latin typeface="MULISH REGULAR ROMAN" pitchFamily="2" charset="77"/>
                        </a:rPr>
                        <a:t>Author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>
                        <a:latin typeface="MULISH REGULAR ROMAN" pitchFamily="2" charset="7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2217228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mpd="sng"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99355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676862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175129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41149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720528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58339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572124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249795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83425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52479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990833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16003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907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70735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100" dirty="0">
                        <a:latin typeface="MULISH REGULAR ROMAN" pitchFamily="2" charset="77"/>
                      </a:endParaRPr>
                    </a:p>
                  </a:txBody>
                  <a:tcPr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 dirty="0">
                        <a:ln>
                          <a:noFill/>
                        </a:ln>
                        <a:solidFill>
                          <a:schemeClr val="tx1"/>
                        </a:solidFill>
                        <a:latin typeface="MULISH REGULAR ROMAN" pitchFamily="2" charset="7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4F478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545266"/>
                  </a:ext>
                </a:extLst>
              </a:tr>
            </a:tbl>
          </a:graphicData>
        </a:graphic>
      </p:graphicFrame>
      <p:pic>
        <p:nvPicPr>
          <p:cNvPr id="8" name="Picture 7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3729B541-7FD5-1E4B-B70B-5576A107D8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976" y="645655"/>
            <a:ext cx="1025212" cy="822960"/>
          </a:xfrm>
          <a:prstGeom prst="rect">
            <a:avLst/>
          </a:prstGeom>
        </p:spPr>
      </p:pic>
      <p:pic>
        <p:nvPicPr>
          <p:cNvPr id="10" name="Picture 9" descr="A person smiling for the camera&#10;&#10;Description automatically generated with medium confidence">
            <a:extLst>
              <a:ext uri="{FF2B5EF4-FFF2-40B4-BE49-F238E27FC236}">
                <a16:creationId xmlns:a16="http://schemas.microsoft.com/office/drawing/2014/main" id="{198360DB-F6AA-AF4D-9F57-D690DC68B6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3574" y="646722"/>
            <a:ext cx="909589" cy="822960"/>
          </a:xfrm>
          <a:prstGeom prst="rect">
            <a:avLst/>
          </a:prstGeom>
        </p:spPr>
      </p:pic>
      <p:pic>
        <p:nvPicPr>
          <p:cNvPr id="12" name="Picture 11" descr="A person smiling for the picture&#10;&#10;Description automatically generated with medium confidence">
            <a:extLst>
              <a:ext uri="{FF2B5EF4-FFF2-40B4-BE49-F238E27FC236}">
                <a16:creationId xmlns:a16="http://schemas.microsoft.com/office/drawing/2014/main" id="{16ACDF34-C1E1-844D-A9E2-76296CF08BB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8037" y="648630"/>
            <a:ext cx="851938" cy="822960"/>
          </a:xfrm>
          <a:prstGeom prst="rect">
            <a:avLst/>
          </a:prstGeom>
        </p:spPr>
      </p:pic>
      <p:pic>
        <p:nvPicPr>
          <p:cNvPr id="14" name="Picture 13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B22BDDB2-19EB-1248-A066-EA6A419F67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3691" y="646721"/>
            <a:ext cx="917918" cy="822960"/>
          </a:xfrm>
          <a:prstGeom prst="rect">
            <a:avLst/>
          </a:prstGeom>
        </p:spPr>
      </p:pic>
      <p:pic>
        <p:nvPicPr>
          <p:cNvPr id="18" name="Picture 17" descr="A person with long hair&#10;&#10;Description automatically generated with low confidence">
            <a:extLst>
              <a:ext uri="{FF2B5EF4-FFF2-40B4-BE49-F238E27FC236}">
                <a16:creationId xmlns:a16="http://schemas.microsoft.com/office/drawing/2014/main" id="{B3BB87FD-05D8-5943-B8C7-D13B35F2D60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9422" y="651849"/>
            <a:ext cx="903400" cy="822960"/>
          </a:xfrm>
          <a:prstGeom prst="rect">
            <a:avLst/>
          </a:prstGeom>
        </p:spPr>
      </p:pic>
      <p:pic>
        <p:nvPicPr>
          <p:cNvPr id="20" name="Picture 19" descr="A person with curly hair&#10;&#10;Description automatically generated with low confidence">
            <a:extLst>
              <a:ext uri="{FF2B5EF4-FFF2-40B4-BE49-F238E27FC236}">
                <a16:creationId xmlns:a16="http://schemas.microsoft.com/office/drawing/2014/main" id="{21498AC9-69A7-424D-B7E4-7B17E3BB7D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4172" y="659106"/>
            <a:ext cx="988879" cy="822960"/>
          </a:xfrm>
          <a:prstGeom prst="rect">
            <a:avLst/>
          </a:prstGeom>
        </p:spPr>
      </p:pic>
      <p:pic>
        <p:nvPicPr>
          <p:cNvPr id="22" name="Picture 21" descr="A picture containing person, person, indoor, suit&#10;&#10;Description automatically generated">
            <a:extLst>
              <a:ext uri="{FF2B5EF4-FFF2-40B4-BE49-F238E27FC236}">
                <a16:creationId xmlns:a16="http://schemas.microsoft.com/office/drawing/2014/main" id="{E8320C50-E330-DB47-96AB-BED3E96F7BC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7839" y="646409"/>
            <a:ext cx="896658" cy="822960"/>
          </a:xfrm>
          <a:prstGeom prst="rect">
            <a:avLst/>
          </a:prstGeom>
        </p:spPr>
      </p:pic>
      <p:pic>
        <p:nvPicPr>
          <p:cNvPr id="24" name="Picture 23" descr="A person in a suit&#10;&#10;Description automatically generated with low confidence">
            <a:extLst>
              <a:ext uri="{FF2B5EF4-FFF2-40B4-BE49-F238E27FC236}">
                <a16:creationId xmlns:a16="http://schemas.microsoft.com/office/drawing/2014/main" id="{0402D156-9271-A242-9A94-3BAFC782CBF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8427" y="651299"/>
            <a:ext cx="882595" cy="82296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8F339FC-7DFC-5541-CE2F-9744482F65B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84" r="27105" b="26016"/>
          <a:stretch/>
        </p:blipFill>
        <p:spPr>
          <a:xfrm>
            <a:off x="6707731" y="721694"/>
            <a:ext cx="741760" cy="75417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8A09F8-3C47-BE5D-4FA5-2E05284CD09E}"/>
              </a:ext>
            </a:extLst>
          </p:cNvPr>
          <p:cNvSpPr txBox="1"/>
          <p:nvPr/>
        </p:nvSpPr>
        <p:spPr>
          <a:xfrm>
            <a:off x="4350327" y="157018"/>
            <a:ext cx="766618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ULISH BLACK ROMAN"/>
              </a:rPr>
              <a:t>                    Joined Majority                    Joined Dissent                    Authored Special  (In Part)                             Did Not Participate                                  </a:t>
            </a:r>
            <a:br>
              <a:rPr lang="en-US" sz="1100" dirty="0">
                <a:latin typeface="MULISH BLACK ROMAN"/>
              </a:rPr>
            </a:br>
            <a:r>
              <a:rPr lang="en-US" sz="1100" dirty="0">
                <a:latin typeface="MULISH BLACK ROMAN"/>
              </a:rPr>
              <a:t>			                           Concurrence (or In Judgement)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6106B1-E65E-664E-339A-3A63665B89EE}"/>
              </a:ext>
            </a:extLst>
          </p:cNvPr>
          <p:cNvSpPr/>
          <p:nvPr/>
        </p:nvSpPr>
        <p:spPr>
          <a:xfrm>
            <a:off x="4560342" y="174731"/>
            <a:ext cx="314037" cy="261610"/>
          </a:xfrm>
          <a:prstGeom prst="rect">
            <a:avLst/>
          </a:prstGeom>
          <a:solidFill>
            <a:srgbClr val="4F478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16E49B-1B4A-5968-7F08-7D47FD0CFFE0}"/>
              </a:ext>
            </a:extLst>
          </p:cNvPr>
          <p:cNvSpPr/>
          <p:nvPr/>
        </p:nvSpPr>
        <p:spPr>
          <a:xfrm>
            <a:off x="6131349" y="156994"/>
            <a:ext cx="314037" cy="2616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948F93A-758D-3BC1-4A43-DD6834D498B0}"/>
              </a:ext>
            </a:extLst>
          </p:cNvPr>
          <p:cNvSpPr/>
          <p:nvPr/>
        </p:nvSpPr>
        <p:spPr>
          <a:xfrm>
            <a:off x="7633442" y="156073"/>
            <a:ext cx="314037" cy="26161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1A34A9-BE55-D741-FC68-AA580EA51CA5}"/>
              </a:ext>
            </a:extLst>
          </p:cNvPr>
          <p:cNvSpPr/>
          <p:nvPr/>
        </p:nvSpPr>
        <p:spPr>
          <a:xfrm>
            <a:off x="10004000" y="156073"/>
            <a:ext cx="314037" cy="261610"/>
          </a:xfrm>
          <a:prstGeom prst="rect">
            <a:avLst/>
          </a:prstGeom>
          <a:pattFill prst="wdUpDiag">
            <a:fgClr>
              <a:srgbClr val="4F4789"/>
            </a:fgClr>
            <a:bgClr>
              <a:schemeClr val="bg1"/>
            </a:bgClr>
          </a:patt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6569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15441</TotalTime>
  <Words>2177</Words>
  <Application>Microsoft Office PowerPoint</Application>
  <PresentationFormat>Widescreen</PresentationFormat>
  <Paragraphs>1051</Paragraphs>
  <Slides>25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6" baseType="lpstr">
      <vt:lpstr>Arial</vt:lpstr>
      <vt:lpstr>Calibri</vt:lpstr>
      <vt:lpstr>Calibri Light</vt:lpstr>
      <vt:lpstr>Century Schoolbook</vt:lpstr>
      <vt:lpstr>MULISH BLACK ROMAN</vt:lpstr>
      <vt:lpstr>MULISH BOLD ROMAN</vt:lpstr>
      <vt:lpstr>MULISH EXTRABOLD ROMAN</vt:lpstr>
      <vt:lpstr>MULISH ITALIC</vt:lpstr>
      <vt:lpstr>MULISH REGULAR ROMAN</vt:lpstr>
      <vt:lpstr>MULISH SEMIBOLD ROMAN</vt:lpstr>
      <vt:lpstr>Office Theme</vt:lpstr>
      <vt:lpstr>PowerPoint Presentation</vt:lpstr>
      <vt:lpstr>Final Stat Pack for the 2024-25 term  June __, 2024  UPDATED MAY 12, 2025</vt:lpstr>
      <vt:lpstr>TABLE OF CONTENTS</vt:lpstr>
      <vt:lpstr>INTRODUCTION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Closely divided cases: 5-4 Cases</vt:lpstr>
      <vt:lpstr>Closely divided cases: polarized cases</vt:lpstr>
      <vt:lpstr>PowerPoint Presentation</vt:lpstr>
      <vt:lpstr>PowerPoint Presentation</vt:lpstr>
      <vt:lpstr>PowerPoint Presentation</vt:lpstr>
      <vt:lpstr>VOTING ALIGNMENT</vt:lpstr>
      <vt:lpstr>VOTING ALIGNMENT</vt:lpstr>
      <vt:lpstr>VOTING ALIGNMENT</vt:lpstr>
      <vt:lpstr>VOTING ALIGNMENT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adam</dc:creator>
  <cp:lastModifiedBy>Truscott, Jake</cp:lastModifiedBy>
  <cp:revision>198</cp:revision>
  <cp:lastPrinted>2019-06-28T21:02:00Z</cp:lastPrinted>
  <dcterms:created xsi:type="dcterms:W3CDTF">2019-02-07T19:44:00Z</dcterms:created>
  <dcterms:modified xsi:type="dcterms:W3CDTF">2025-05-12T20:58:45Z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1033-11.2.0.9431</vt:lpwstr>
  </property>
</Properties>
</file>