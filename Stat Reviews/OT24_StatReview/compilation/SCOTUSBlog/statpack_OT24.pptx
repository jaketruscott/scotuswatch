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32"/>
  </p:handoutMasterIdLst>
  <p:sldIdLst>
    <p:sldId id="392" r:id="rId2"/>
    <p:sldId id="269" r:id="rId3"/>
    <p:sldId id="393" r:id="rId4"/>
    <p:sldId id="391" r:id="rId5"/>
    <p:sldId id="345" r:id="rId6"/>
    <p:sldId id="411" r:id="rId7"/>
    <p:sldId id="404" r:id="rId8"/>
    <p:sldId id="395" r:id="rId9"/>
    <p:sldId id="407" r:id="rId10"/>
    <p:sldId id="396" r:id="rId11"/>
    <p:sldId id="413" r:id="rId12"/>
    <p:sldId id="324" r:id="rId13"/>
    <p:sldId id="383" r:id="rId14"/>
    <p:sldId id="417" r:id="rId15"/>
    <p:sldId id="340" r:id="rId16"/>
    <p:sldId id="406" r:id="rId17"/>
    <p:sldId id="381" r:id="rId18"/>
    <p:sldId id="390" r:id="rId19"/>
    <p:sldId id="299" r:id="rId20"/>
    <p:sldId id="414" r:id="rId21"/>
    <p:sldId id="343" r:id="rId22"/>
    <p:sldId id="412" r:id="rId23"/>
    <p:sldId id="415" r:id="rId24"/>
    <p:sldId id="398" r:id="rId25"/>
    <p:sldId id="399" r:id="rId26"/>
    <p:sldId id="400" r:id="rId27"/>
    <p:sldId id="401" r:id="rId28"/>
    <p:sldId id="416" r:id="rId29"/>
    <p:sldId id="402" r:id="rId3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6D7032-D21C-4DDA-B0EB-E1D7D4282753}">
          <p14:sldIdLst>
            <p14:sldId id="392"/>
            <p14:sldId id="269"/>
            <p14:sldId id="393"/>
            <p14:sldId id="391"/>
            <p14:sldId id="345"/>
            <p14:sldId id="411"/>
            <p14:sldId id="404"/>
            <p14:sldId id="395"/>
            <p14:sldId id="407"/>
            <p14:sldId id="396"/>
            <p14:sldId id="413"/>
            <p14:sldId id="324"/>
            <p14:sldId id="383"/>
            <p14:sldId id="417"/>
            <p14:sldId id="340"/>
            <p14:sldId id="406"/>
            <p14:sldId id="381"/>
            <p14:sldId id="390"/>
            <p14:sldId id="299"/>
            <p14:sldId id="414"/>
            <p14:sldId id="343"/>
            <p14:sldId id="412"/>
            <p14:sldId id="415"/>
            <p14:sldId id="398"/>
            <p14:sldId id="399"/>
            <p14:sldId id="400"/>
            <p14:sldId id="401"/>
            <p14:sldId id="416"/>
            <p14:sldId id="402"/>
          </p14:sldIdLst>
        </p14:section>
      </p14:sectionLst>
    </p:ext>
    <p:ext uri="{EFAFB233-063F-42B5-8137-9DF3F51BA10A}">
      <p15:sldGuideLst xmlns:p15="http://schemas.microsoft.com/office/powerpoint/2012/main">
        <p15:guide id="1" orient="horz" pos="2156">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w Hamm" initials="AH" lastIdx="4" clrIdx="0"/>
  <p:cmAuthor id="2" name="adam" initials="a" lastIdx="3" clrIdx="1"/>
  <p:cmAuthor id="3" name="Kalvis Golde" initials="KG" lastIdx="94" clrIdx="2">
    <p:extLst>
      <p:ext uri="{19B8F6BF-5375-455C-9EA6-DF929625EA0E}">
        <p15:presenceInfo xmlns:p15="http://schemas.microsoft.com/office/powerpoint/2012/main" userId="d12450372feb748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EDEDED"/>
    <a:srgbClr val="4E478A"/>
    <a:srgbClr val="FFFFFF"/>
    <a:srgbClr val="5B9BD5"/>
    <a:srgbClr val="0F9147"/>
    <a:srgbClr val="FDD532"/>
    <a:srgbClr val="4F4789"/>
    <a:srgbClr val="0469A9"/>
    <a:srgbClr val="4F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4EF15D-42C9-844D-8A07-BC881FB6F23C}" v="468" dt="2021-06-22T21:45:02.225"/>
  </p1510:revLst>
</p1510:revInfo>
</file>

<file path=ppt/tableStyles.xml><?xml version="1.0" encoding="utf-8"?>
<a:tblStyleLst xmlns:a="http://schemas.openxmlformats.org/drawingml/2006/main" def="{7DF18680-E054-41AD-8BC1-D1AEF772440D}">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09" autoAdjust="0"/>
    <p:restoredTop sz="93220" autoAdjust="0"/>
  </p:normalViewPr>
  <p:slideViewPr>
    <p:cSldViewPr snapToGrid="0">
      <p:cViewPr varScale="1">
        <p:scale>
          <a:sx n="107" d="100"/>
          <a:sy n="107" d="100"/>
        </p:scale>
        <p:origin x="984" y="102"/>
      </p:cViewPr>
      <p:guideLst>
        <p:guide orient="horz" pos="2156"/>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vis Golde" userId="d12450372feb7484" providerId="LiveId" clId="{2B4EF15D-42C9-844D-8A07-BC881FB6F23C}"/>
    <pc:docChg chg="undo redo custSel addSld delSld modSld sldOrd modSection">
      <pc:chgData name="Kalvis Golde" userId="d12450372feb7484" providerId="LiveId" clId="{2B4EF15D-42C9-844D-8A07-BC881FB6F23C}" dt="2021-06-22T21:45:26.631" v="15652" actId="1076"/>
      <pc:docMkLst>
        <pc:docMk/>
      </pc:docMkLst>
      <pc:sldChg chg="modSp mod delCm">
        <pc:chgData name="Kalvis Golde" userId="d12450372feb7484" providerId="LiveId" clId="{2B4EF15D-42C9-844D-8A07-BC881FB6F23C}" dt="2021-06-22T20:08:24.048" v="14713" actId="14734"/>
        <pc:sldMkLst>
          <pc:docMk/>
          <pc:sldMk cId="0" sldId="269"/>
        </pc:sldMkLst>
        <pc:spChg chg="mod">
          <ac:chgData name="Kalvis Golde" userId="d12450372feb7484" providerId="LiveId" clId="{2B4EF15D-42C9-844D-8A07-BC881FB6F23C}" dt="2021-06-22T19:26:55.030" v="14128" actId="13926"/>
          <ac:spMkLst>
            <pc:docMk/>
            <pc:sldMk cId="0" sldId="269"/>
            <ac:spMk id="10" creationId="{41C3B68A-3143-8C40-9052-984CB81771DE}"/>
          </ac:spMkLst>
        </pc:spChg>
        <pc:graphicFrameChg chg="mod modGraphic">
          <ac:chgData name="Kalvis Golde" userId="d12450372feb7484" providerId="LiveId" clId="{2B4EF15D-42C9-844D-8A07-BC881FB6F23C}" dt="2021-06-22T20:08:24.048" v="14713" actId="14734"/>
          <ac:graphicFrameMkLst>
            <pc:docMk/>
            <pc:sldMk cId="0" sldId="269"/>
            <ac:graphicFrameMk id="13" creationId="{2816B8B4-2B75-4A4E-82B3-628AEF4C139E}"/>
          </ac:graphicFrameMkLst>
        </pc:graphicFrameChg>
      </pc:sldChg>
      <pc:sldChg chg="addSp delSp modSp mod addCm delCm modCm">
        <pc:chgData name="Kalvis Golde" userId="d12450372feb7484" providerId="LiveId" clId="{2B4EF15D-42C9-844D-8A07-BC881FB6F23C}" dt="2021-06-22T21:13:28.645" v="14732"/>
        <pc:sldMkLst>
          <pc:docMk/>
          <pc:sldMk cId="0" sldId="298"/>
        </pc:sldMkLst>
        <pc:spChg chg="del">
          <ac:chgData name="Kalvis Golde" userId="d12450372feb7484" providerId="LiveId" clId="{2B4EF15D-42C9-844D-8A07-BC881FB6F23C}" dt="2021-06-10T17:56:57.277" v="504" actId="478"/>
          <ac:spMkLst>
            <pc:docMk/>
            <pc:sldMk cId="0" sldId="298"/>
            <ac:spMk id="2" creationId="{00000000-0000-0000-0000-000000000000}"/>
          </ac:spMkLst>
        </pc:spChg>
        <pc:spChg chg="mod">
          <ac:chgData name="Kalvis Golde" userId="d12450372feb7484" providerId="LiveId" clId="{2B4EF15D-42C9-844D-8A07-BC881FB6F23C}" dt="2021-06-10T18:41:22.866" v="1689" actId="1036"/>
          <ac:spMkLst>
            <pc:docMk/>
            <pc:sldMk cId="0" sldId="298"/>
            <ac:spMk id="4" creationId="{00000000-0000-0000-0000-000000000000}"/>
          </ac:spMkLst>
        </pc:spChg>
        <pc:spChg chg="del mod">
          <ac:chgData name="Kalvis Golde" userId="d12450372feb7484" providerId="LiveId" clId="{2B4EF15D-42C9-844D-8A07-BC881FB6F23C}" dt="2021-06-10T18:11:54.475" v="928" actId="478"/>
          <ac:spMkLst>
            <pc:docMk/>
            <pc:sldMk cId="0" sldId="298"/>
            <ac:spMk id="5" creationId="{2CBC4E64-8FB4-2E4F-AE2A-FE9460394B32}"/>
          </ac:spMkLst>
        </pc:spChg>
        <pc:spChg chg="add del mod">
          <ac:chgData name="Kalvis Golde" userId="d12450372feb7484" providerId="LiveId" clId="{2B4EF15D-42C9-844D-8A07-BC881FB6F23C}" dt="2021-06-10T17:57:04.163" v="506" actId="478"/>
          <ac:spMkLst>
            <pc:docMk/>
            <pc:sldMk cId="0" sldId="298"/>
            <ac:spMk id="9" creationId="{3C9CF0BA-BC2E-1945-875F-30B34241A178}"/>
          </ac:spMkLst>
        </pc:spChg>
        <pc:spChg chg="add mod">
          <ac:chgData name="Kalvis Golde" userId="d12450372feb7484" providerId="LiveId" clId="{2B4EF15D-42C9-844D-8A07-BC881FB6F23C}" dt="2021-06-22T19:03:29.701" v="13685" actId="13926"/>
          <ac:spMkLst>
            <pc:docMk/>
            <pc:sldMk cId="0" sldId="298"/>
            <ac:spMk id="10" creationId="{68D6C34B-8497-B544-815A-2076A22DC17B}"/>
          </ac:spMkLst>
        </pc:spChg>
        <pc:graphicFrameChg chg="mod modGraphic">
          <ac:chgData name="Kalvis Golde" userId="d12450372feb7484" providerId="LiveId" clId="{2B4EF15D-42C9-844D-8A07-BC881FB6F23C}" dt="2021-06-22T19:05:42.048" v="13699" actId="13926"/>
          <ac:graphicFrameMkLst>
            <pc:docMk/>
            <pc:sldMk cId="0" sldId="298"/>
            <ac:graphicFrameMk id="7" creationId="{00000000-0000-0000-0000-000000000000}"/>
          </ac:graphicFrameMkLst>
        </pc:graphicFrameChg>
        <pc:graphicFrameChg chg="del modGraphic">
          <ac:chgData name="Kalvis Golde" userId="d12450372feb7484" providerId="LiveId" clId="{2B4EF15D-42C9-844D-8A07-BC881FB6F23C}" dt="2021-06-10T18:17:54.990" v="1000" actId="478"/>
          <ac:graphicFrameMkLst>
            <pc:docMk/>
            <pc:sldMk cId="0" sldId="298"/>
            <ac:graphicFrameMk id="8" creationId="{6B275725-D677-AE43-9CE5-096DF8400729}"/>
          </ac:graphicFrameMkLst>
        </pc:graphicFrameChg>
      </pc:sldChg>
      <pc:sldChg chg="addSp delSp modSp add del mod addCm delCm modCm">
        <pc:chgData name="Kalvis Golde" userId="d12450372feb7484" providerId="LiveId" clId="{2B4EF15D-42C9-844D-8A07-BC881FB6F23C}" dt="2021-06-22T21:21:28.146" v="15338"/>
        <pc:sldMkLst>
          <pc:docMk/>
          <pc:sldMk cId="0" sldId="299"/>
        </pc:sldMkLst>
        <pc:spChg chg="del">
          <ac:chgData name="Kalvis Golde" userId="d12450372feb7484" providerId="LiveId" clId="{2B4EF15D-42C9-844D-8A07-BC881FB6F23C}" dt="2021-06-22T16:15:15.372" v="11982" actId="478"/>
          <ac:spMkLst>
            <pc:docMk/>
            <pc:sldMk cId="0" sldId="299"/>
            <ac:spMk id="2" creationId="{00000000-0000-0000-0000-000000000000}"/>
          </ac:spMkLst>
        </pc:spChg>
        <pc:spChg chg="del">
          <ac:chgData name="Kalvis Golde" userId="d12450372feb7484" providerId="LiveId" clId="{2B4EF15D-42C9-844D-8A07-BC881FB6F23C}" dt="2021-06-10T19:44:10.673" v="6323" actId="478"/>
          <ac:spMkLst>
            <pc:docMk/>
            <pc:sldMk cId="0" sldId="299"/>
            <ac:spMk id="4" creationId="{00000000-0000-0000-0000-000000000000}"/>
          </ac:spMkLst>
        </pc:spChg>
        <pc:spChg chg="add del mod">
          <ac:chgData name="Kalvis Golde" userId="d12450372feb7484" providerId="LiveId" clId="{2B4EF15D-42C9-844D-8A07-BC881FB6F23C}" dt="2021-06-22T16:15:08.613" v="11980" actId="478"/>
          <ac:spMkLst>
            <pc:docMk/>
            <pc:sldMk cId="0" sldId="299"/>
            <ac:spMk id="5" creationId="{082B7746-FD95-0143-96B1-BFB512F69B9A}"/>
          </ac:spMkLst>
        </pc:spChg>
        <pc:spChg chg="add del mod">
          <ac:chgData name="Kalvis Golde" userId="d12450372feb7484" providerId="LiveId" clId="{2B4EF15D-42C9-844D-8A07-BC881FB6F23C}" dt="2021-06-22T16:15:16.864" v="11983" actId="478"/>
          <ac:spMkLst>
            <pc:docMk/>
            <pc:sldMk cId="0" sldId="299"/>
            <ac:spMk id="8" creationId="{C380418D-E24D-2143-9460-8687DBA7B618}"/>
          </ac:spMkLst>
        </pc:spChg>
        <pc:spChg chg="add mod">
          <ac:chgData name="Kalvis Golde" userId="d12450372feb7484" providerId="LiveId" clId="{2B4EF15D-42C9-844D-8A07-BC881FB6F23C}" dt="2021-06-22T19:08:37.600" v="13795" actId="13926"/>
          <ac:spMkLst>
            <pc:docMk/>
            <pc:sldMk cId="0" sldId="299"/>
            <ac:spMk id="10" creationId="{D366379E-E9D8-DB42-B1E2-38F621A2306F}"/>
          </ac:spMkLst>
        </pc:spChg>
        <pc:graphicFrameChg chg="add mod modGraphic">
          <ac:chgData name="Kalvis Golde" userId="d12450372feb7484" providerId="LiveId" clId="{2B4EF15D-42C9-844D-8A07-BC881FB6F23C}" dt="2021-06-22T19:32:07.263" v="14176"/>
          <ac:graphicFrameMkLst>
            <pc:docMk/>
            <pc:sldMk cId="0" sldId="299"/>
            <ac:graphicFrameMk id="7" creationId="{AFEE743B-3743-7B46-A02B-4C621618C449}"/>
          </ac:graphicFrameMkLst>
        </pc:graphicFrameChg>
        <pc:graphicFrameChg chg="del mod modGraphic">
          <ac:chgData name="Kalvis Golde" userId="d12450372feb7484" providerId="LiveId" clId="{2B4EF15D-42C9-844D-8A07-BC881FB6F23C}" dt="2021-06-22T16:15:06.621" v="11979" actId="478"/>
          <ac:graphicFrameMkLst>
            <pc:docMk/>
            <pc:sldMk cId="0" sldId="299"/>
            <ac:graphicFrameMk id="15" creationId="{00000000-0000-0000-0000-000000000000}"/>
          </ac:graphicFrameMkLst>
        </pc:graphicFrameChg>
      </pc:sldChg>
      <pc:sldChg chg="addSp modSp del mod">
        <pc:chgData name="Kalvis Golde" userId="d12450372feb7484" providerId="LiveId" clId="{2B4EF15D-42C9-844D-8A07-BC881FB6F23C}" dt="2021-06-10T20:14:05.850" v="8416" actId="2696"/>
        <pc:sldMkLst>
          <pc:docMk/>
          <pc:sldMk cId="3525443275" sldId="311"/>
        </pc:sldMkLst>
        <pc:spChg chg="add mod">
          <ac:chgData name="Kalvis Golde" userId="d12450372feb7484" providerId="LiveId" clId="{2B4EF15D-42C9-844D-8A07-BC881FB6F23C}" dt="2021-06-10T20:13:26.426" v="8415" actId="20577"/>
          <ac:spMkLst>
            <pc:docMk/>
            <pc:sldMk cId="3525443275" sldId="311"/>
            <ac:spMk id="5" creationId="{550F536A-B356-4645-A456-11B1879B464D}"/>
          </ac:spMkLst>
        </pc:spChg>
      </pc:sldChg>
      <pc:sldChg chg="addSp delSp modSp del mod">
        <pc:chgData name="Kalvis Golde" userId="d12450372feb7484" providerId="LiveId" clId="{2B4EF15D-42C9-844D-8A07-BC881FB6F23C}" dt="2021-06-10T20:41:36.773" v="8905" actId="2696"/>
        <pc:sldMkLst>
          <pc:docMk/>
          <pc:sldMk cId="4202496770" sldId="312"/>
        </pc:sldMkLst>
        <pc:spChg chg="add del mod">
          <ac:chgData name="Kalvis Golde" userId="d12450372feb7484" providerId="LiveId" clId="{2B4EF15D-42C9-844D-8A07-BC881FB6F23C}" dt="2021-06-10T20:36:33.989" v="8511" actId="478"/>
          <ac:spMkLst>
            <pc:docMk/>
            <pc:sldMk cId="4202496770" sldId="312"/>
            <ac:spMk id="3" creationId="{F7898CCD-F5AC-0642-B5FD-25A51C142840}"/>
          </ac:spMkLst>
        </pc:spChg>
        <pc:spChg chg="add mod">
          <ac:chgData name="Kalvis Golde" userId="d12450372feb7484" providerId="LiveId" clId="{2B4EF15D-42C9-844D-8A07-BC881FB6F23C}" dt="2021-06-10T20:39:27.653" v="8800" actId="20577"/>
          <ac:spMkLst>
            <pc:docMk/>
            <pc:sldMk cId="4202496770" sldId="312"/>
            <ac:spMk id="9" creationId="{46F2D4F4-13CF-7148-B38F-128E76F7F247}"/>
          </ac:spMkLst>
        </pc:spChg>
        <pc:graphicFrameChg chg="del">
          <ac:chgData name="Kalvis Golde" userId="d12450372feb7484" providerId="LiveId" clId="{2B4EF15D-42C9-844D-8A07-BC881FB6F23C}" dt="2021-06-10T20:36:32.271" v="8510" actId="478"/>
          <ac:graphicFrameMkLst>
            <pc:docMk/>
            <pc:sldMk cId="4202496770" sldId="312"/>
            <ac:graphicFrameMk id="8" creationId="{00000000-0000-0000-0000-000000000000}"/>
          </ac:graphicFrameMkLst>
        </pc:graphicFrameChg>
        <pc:picChg chg="add mod">
          <ac:chgData name="Kalvis Golde" userId="d12450372feb7484" providerId="LiveId" clId="{2B4EF15D-42C9-844D-8A07-BC881FB6F23C}" dt="2021-06-10T20:39:59.608" v="8813" actId="14100"/>
          <ac:picMkLst>
            <pc:docMk/>
            <pc:sldMk cId="4202496770" sldId="312"/>
            <ac:picMk id="7" creationId="{23F72518-6DC8-864C-8892-834A6AC85B3C}"/>
          </ac:picMkLst>
        </pc:picChg>
      </pc:sldChg>
      <pc:sldChg chg="addSp delSp modSp mod delCm">
        <pc:chgData name="Kalvis Golde" userId="d12450372feb7484" providerId="LiveId" clId="{2B4EF15D-42C9-844D-8A07-BC881FB6F23C}" dt="2021-06-22T19:12:47.350" v="13820" actId="13926"/>
        <pc:sldMkLst>
          <pc:docMk/>
          <pc:sldMk cId="25729686" sldId="324"/>
        </pc:sldMkLst>
        <pc:spChg chg="mod">
          <ac:chgData name="Kalvis Golde" userId="d12450372feb7484" providerId="LiveId" clId="{2B4EF15D-42C9-844D-8A07-BC881FB6F23C}" dt="2021-06-22T19:12:47.350" v="13820" actId="13926"/>
          <ac:spMkLst>
            <pc:docMk/>
            <pc:sldMk cId="25729686" sldId="324"/>
            <ac:spMk id="2" creationId="{00000000-0000-0000-0000-000000000000}"/>
          </ac:spMkLst>
        </pc:spChg>
        <pc:spChg chg="add del mod">
          <ac:chgData name="Kalvis Golde" userId="d12450372feb7484" providerId="LiveId" clId="{2B4EF15D-42C9-844D-8A07-BC881FB6F23C}" dt="2021-06-10T20:41:09.724" v="8901" actId="478"/>
          <ac:spMkLst>
            <pc:docMk/>
            <pc:sldMk cId="25729686" sldId="324"/>
            <ac:spMk id="5" creationId="{CCE820BC-FDA7-CB4B-8729-BCDB1EFEE735}"/>
          </ac:spMkLst>
        </pc:spChg>
        <pc:spChg chg="add mod">
          <ac:chgData name="Kalvis Golde" userId="d12450372feb7484" providerId="LiveId" clId="{2B4EF15D-42C9-844D-8A07-BC881FB6F23C}" dt="2021-06-17T18:20:14.554" v="11207" actId="207"/>
          <ac:spMkLst>
            <pc:docMk/>
            <pc:sldMk cId="25729686" sldId="324"/>
            <ac:spMk id="7" creationId="{CDBDE700-FBCA-6541-B954-86146E231962}"/>
          </ac:spMkLst>
        </pc:spChg>
        <pc:graphicFrameChg chg="mod modGraphic">
          <ac:chgData name="Kalvis Golde" userId="d12450372feb7484" providerId="LiveId" clId="{2B4EF15D-42C9-844D-8A07-BC881FB6F23C}" dt="2021-06-10T21:03:35.692" v="10259" actId="1076"/>
          <ac:graphicFrameMkLst>
            <pc:docMk/>
            <pc:sldMk cId="25729686" sldId="324"/>
            <ac:graphicFrameMk id="4" creationId="{00000000-0000-0000-0000-000000000000}"/>
          </ac:graphicFrameMkLst>
        </pc:graphicFrameChg>
        <pc:picChg chg="add mod">
          <ac:chgData name="Kalvis Golde" userId="d12450372feb7484" providerId="LiveId" clId="{2B4EF15D-42C9-844D-8A07-BC881FB6F23C}" dt="2021-06-10T20:40:38.608" v="8863"/>
          <ac:picMkLst>
            <pc:docMk/>
            <pc:sldMk cId="25729686" sldId="324"/>
            <ac:picMk id="6" creationId="{758F644C-B24F-2442-B084-057A22933CE9}"/>
          </ac:picMkLst>
        </pc:picChg>
      </pc:sldChg>
      <pc:sldChg chg="modSp mod delCm">
        <pc:chgData name="Kalvis Golde" userId="d12450372feb7484" providerId="LiveId" clId="{2B4EF15D-42C9-844D-8A07-BC881FB6F23C}" dt="2021-06-22T19:11:01.018" v="13808" actId="13926"/>
        <pc:sldMkLst>
          <pc:docMk/>
          <pc:sldMk cId="3618912480" sldId="328"/>
        </pc:sldMkLst>
        <pc:spChg chg="mod">
          <ac:chgData name="Kalvis Golde" userId="d12450372feb7484" providerId="LiveId" clId="{2B4EF15D-42C9-844D-8A07-BC881FB6F23C}" dt="2021-06-22T19:11:01.018" v="13808" actId="13926"/>
          <ac:spMkLst>
            <pc:docMk/>
            <pc:sldMk cId="3618912480" sldId="328"/>
            <ac:spMk id="2" creationId="{00000000-0000-0000-0000-000000000000}"/>
          </ac:spMkLst>
        </pc:spChg>
      </pc:sldChg>
      <pc:sldChg chg="addSp delSp modSp del mod delCm">
        <pc:chgData name="Kalvis Golde" userId="d12450372feb7484" providerId="LiveId" clId="{2B4EF15D-42C9-844D-8A07-BC881FB6F23C}" dt="2021-06-22T21:25:35.586" v="15344" actId="2696"/>
        <pc:sldMkLst>
          <pc:docMk/>
          <pc:sldMk cId="0" sldId="330"/>
        </pc:sldMkLst>
        <pc:spChg chg="add del mod">
          <ac:chgData name="Kalvis Golde" userId="d12450372feb7484" providerId="LiveId" clId="{2B4EF15D-42C9-844D-8A07-BC881FB6F23C}" dt="2021-06-22T19:25:56.114" v="14122" actId="478"/>
          <ac:spMkLst>
            <pc:docMk/>
            <pc:sldMk cId="0" sldId="330"/>
            <ac:spMk id="6" creationId="{D982773A-2492-7648-9BCB-EC44ADCD30F5}"/>
          </ac:spMkLst>
        </pc:spChg>
        <pc:spChg chg="add del mod">
          <ac:chgData name="Kalvis Golde" userId="d12450372feb7484" providerId="LiveId" clId="{2B4EF15D-42C9-844D-8A07-BC881FB6F23C}" dt="2021-06-22T19:25:34.772" v="14103" actId="478"/>
          <ac:spMkLst>
            <pc:docMk/>
            <pc:sldMk cId="0" sldId="330"/>
            <ac:spMk id="9" creationId="{0860544C-F92B-6A45-A080-951D06D6189E}"/>
          </ac:spMkLst>
        </pc:spChg>
        <pc:spChg chg="add mod">
          <ac:chgData name="Kalvis Golde" userId="d12450372feb7484" providerId="LiveId" clId="{2B4EF15D-42C9-844D-8A07-BC881FB6F23C}" dt="2021-06-22T19:25:44.245" v="14120" actId="20577"/>
          <ac:spMkLst>
            <pc:docMk/>
            <pc:sldMk cId="0" sldId="330"/>
            <ac:spMk id="31" creationId="{1700F6EB-E9DE-9C48-BA13-96401307D7F6}"/>
          </ac:spMkLst>
        </pc:spChg>
        <pc:spChg chg="del mod">
          <ac:chgData name="Kalvis Golde" userId="d12450372feb7484" providerId="LiveId" clId="{2B4EF15D-42C9-844D-8A07-BC881FB6F23C}" dt="2021-06-22T19:25:33.031" v="14102" actId="478"/>
          <ac:spMkLst>
            <pc:docMk/>
            <pc:sldMk cId="0" sldId="330"/>
            <ac:spMk id="1025" creationId="{00000000-0000-0000-0000-000000000000}"/>
          </ac:spMkLst>
        </pc:spChg>
        <pc:graphicFrameChg chg="modGraphic">
          <ac:chgData name="Kalvis Golde" userId="d12450372feb7484" providerId="LiveId" clId="{2B4EF15D-42C9-844D-8A07-BC881FB6F23C}" dt="2021-06-22T19:26:16.064" v="14123" actId="20577"/>
          <ac:graphicFrameMkLst>
            <pc:docMk/>
            <pc:sldMk cId="0" sldId="330"/>
            <ac:graphicFrameMk id="27" creationId="{00000000-0000-0000-0000-000000000000}"/>
          </ac:graphicFrameMkLst>
        </pc:graphicFrameChg>
      </pc:sldChg>
      <pc:sldChg chg="addSp delSp modSp mod addCm delCm modCm">
        <pc:chgData name="Kalvis Golde" userId="d12450372feb7484" providerId="LiveId" clId="{2B4EF15D-42C9-844D-8A07-BC881FB6F23C}" dt="2021-06-22T21:25:30.992" v="15343"/>
        <pc:sldMkLst>
          <pc:docMk/>
          <pc:sldMk cId="0" sldId="336"/>
        </pc:sldMkLst>
        <pc:spChg chg="del mod">
          <ac:chgData name="Kalvis Golde" userId="d12450372feb7484" providerId="LiveId" clId="{2B4EF15D-42C9-844D-8A07-BC881FB6F23C}" dt="2021-06-22T19:12:27.401" v="13816" actId="478"/>
          <ac:spMkLst>
            <pc:docMk/>
            <pc:sldMk cId="0" sldId="336"/>
            <ac:spMk id="2" creationId="{00000000-0000-0000-0000-000000000000}"/>
          </ac:spMkLst>
        </pc:spChg>
        <pc:spChg chg="add del mod">
          <ac:chgData name="Kalvis Golde" userId="d12450372feb7484" providerId="LiveId" clId="{2B4EF15D-42C9-844D-8A07-BC881FB6F23C}" dt="2021-06-22T19:13:16.556" v="13822" actId="478"/>
          <ac:spMkLst>
            <pc:docMk/>
            <pc:sldMk cId="0" sldId="336"/>
            <ac:spMk id="5" creationId="{6505EF0A-8AE4-1B48-A43C-9A2925D2ED14}"/>
          </ac:spMkLst>
        </pc:spChg>
        <pc:spChg chg="add mod">
          <ac:chgData name="Kalvis Golde" userId="d12450372feb7484" providerId="LiveId" clId="{2B4EF15D-42C9-844D-8A07-BC881FB6F23C}" dt="2021-06-22T19:14:00.652" v="13861" actId="13926"/>
          <ac:spMkLst>
            <pc:docMk/>
            <pc:sldMk cId="0" sldId="336"/>
            <ac:spMk id="8" creationId="{D4B9013C-C67A-AB48-AD8F-D43F29B11028}"/>
          </ac:spMkLst>
        </pc:spChg>
        <pc:graphicFrameChg chg="mod modGraphic">
          <ac:chgData name="Kalvis Golde" userId="d12450372feb7484" providerId="LiveId" clId="{2B4EF15D-42C9-844D-8A07-BC881FB6F23C}" dt="2021-06-22T19:24:56.463" v="14100" actId="20577"/>
          <ac:graphicFrameMkLst>
            <pc:docMk/>
            <pc:sldMk cId="0" sldId="336"/>
            <ac:graphicFrameMk id="7" creationId="{00000000-0000-0000-0000-000000000000}"/>
          </ac:graphicFrameMkLst>
        </pc:graphicFrameChg>
      </pc:sldChg>
      <pc:sldChg chg="addSp delSp modSp mod addCm delCm">
        <pc:chgData name="Kalvis Golde" userId="d12450372feb7484" providerId="LiveId" clId="{2B4EF15D-42C9-844D-8A07-BC881FB6F23C}" dt="2021-06-22T19:11:06.891" v="13809" actId="13926"/>
        <pc:sldMkLst>
          <pc:docMk/>
          <pc:sldMk cId="0" sldId="340"/>
        </pc:sldMkLst>
        <pc:spChg chg="mod">
          <ac:chgData name="Kalvis Golde" userId="d12450372feb7484" providerId="LiveId" clId="{2B4EF15D-42C9-844D-8A07-BC881FB6F23C}" dt="2021-06-22T19:11:06.891" v="13809" actId="13926"/>
          <ac:spMkLst>
            <pc:docMk/>
            <pc:sldMk cId="0" sldId="340"/>
            <ac:spMk id="2" creationId="{00000000-0000-0000-0000-000000000000}"/>
          </ac:spMkLst>
        </pc:spChg>
        <pc:spChg chg="del">
          <ac:chgData name="Kalvis Golde" userId="d12450372feb7484" providerId="LiveId" clId="{2B4EF15D-42C9-844D-8A07-BC881FB6F23C}" dt="2021-06-10T19:56:18.083" v="6758" actId="478"/>
          <ac:spMkLst>
            <pc:docMk/>
            <pc:sldMk cId="0" sldId="340"/>
            <ac:spMk id="3" creationId="{00000000-0000-0000-0000-000000000000}"/>
          </ac:spMkLst>
        </pc:spChg>
        <pc:spChg chg="add mod">
          <ac:chgData name="Kalvis Golde" userId="d12450372feb7484" providerId="LiveId" clId="{2B4EF15D-42C9-844D-8A07-BC881FB6F23C}" dt="2021-06-17T18:15:15.897" v="11075" actId="207"/>
          <ac:spMkLst>
            <pc:docMk/>
            <pc:sldMk cId="0" sldId="340"/>
            <ac:spMk id="9" creationId="{5998A571-73D0-D147-A688-45E2608B1237}"/>
          </ac:spMkLst>
        </pc:spChg>
        <pc:spChg chg="add mod">
          <ac:chgData name="Kalvis Golde" userId="d12450372feb7484" providerId="LiveId" clId="{2B4EF15D-42C9-844D-8A07-BC881FB6F23C}" dt="2021-06-17T18:15:15.897" v="11075" actId="207"/>
          <ac:spMkLst>
            <pc:docMk/>
            <pc:sldMk cId="0" sldId="340"/>
            <ac:spMk id="10" creationId="{5E15A7A7-B33C-AD49-86CC-AEC41D48DC42}"/>
          </ac:spMkLst>
        </pc:spChg>
        <pc:graphicFrameChg chg="mod">
          <ac:chgData name="Kalvis Golde" userId="d12450372feb7484" providerId="LiveId" clId="{2B4EF15D-42C9-844D-8A07-BC881FB6F23C}" dt="2021-06-10T19:56:09.482" v="6757" actId="1076"/>
          <ac:graphicFrameMkLst>
            <pc:docMk/>
            <pc:sldMk cId="0" sldId="340"/>
            <ac:graphicFrameMk id="5" creationId="{00000000-0000-0000-0000-000000000000}"/>
          </ac:graphicFrameMkLst>
        </pc:graphicFrameChg>
        <pc:graphicFrameChg chg="del">
          <ac:chgData name="Kalvis Golde" userId="d12450372feb7484" providerId="LiveId" clId="{2B4EF15D-42C9-844D-8A07-BC881FB6F23C}" dt="2021-06-10T19:55:26.777" v="6751" actId="478"/>
          <ac:graphicFrameMkLst>
            <pc:docMk/>
            <pc:sldMk cId="0" sldId="340"/>
            <ac:graphicFrameMk id="6" creationId="{00000000-0000-0000-0000-000000000000}"/>
          </ac:graphicFrameMkLst>
        </pc:graphicFrameChg>
        <pc:picChg chg="add mod">
          <ac:chgData name="Kalvis Golde" userId="d12450372feb7484" providerId="LiveId" clId="{2B4EF15D-42C9-844D-8A07-BC881FB6F23C}" dt="2021-06-10T19:55:53.383" v="6756" actId="1076"/>
          <ac:picMkLst>
            <pc:docMk/>
            <pc:sldMk cId="0" sldId="340"/>
            <ac:picMk id="8" creationId="{8B0D6A47-28ED-5E42-82EE-3858B691C735}"/>
          </ac:picMkLst>
        </pc:picChg>
      </pc:sldChg>
      <pc:sldChg chg="addSp delSp modSp mod delCm">
        <pc:chgData name="Kalvis Golde" userId="d12450372feb7484" providerId="LiveId" clId="{2B4EF15D-42C9-844D-8A07-BC881FB6F23C}" dt="2021-06-22T19:08:51.742" v="13796" actId="13926"/>
        <pc:sldMkLst>
          <pc:docMk/>
          <pc:sldMk cId="4162859104" sldId="343"/>
        </pc:sldMkLst>
        <pc:spChg chg="del">
          <ac:chgData name="Kalvis Golde" userId="d12450372feb7484" providerId="LiveId" clId="{2B4EF15D-42C9-844D-8A07-BC881FB6F23C}" dt="2021-06-10T18:58:13.943" v="3302" actId="478"/>
          <ac:spMkLst>
            <pc:docMk/>
            <pc:sldMk cId="4162859104" sldId="343"/>
            <ac:spMk id="2" creationId="{00000000-0000-0000-0000-000000000000}"/>
          </ac:spMkLst>
        </pc:spChg>
        <pc:spChg chg="del">
          <ac:chgData name="Kalvis Golde" userId="d12450372feb7484" providerId="LiveId" clId="{2B4EF15D-42C9-844D-8A07-BC881FB6F23C}" dt="2021-06-10T18:57:40.297" v="3298" actId="478"/>
          <ac:spMkLst>
            <pc:docMk/>
            <pc:sldMk cId="4162859104" sldId="343"/>
            <ac:spMk id="3" creationId="{00000000-0000-0000-0000-000000000000}"/>
          </ac:spMkLst>
        </pc:spChg>
        <pc:spChg chg="add del mod">
          <ac:chgData name="Kalvis Golde" userId="d12450372feb7484" providerId="LiveId" clId="{2B4EF15D-42C9-844D-8A07-BC881FB6F23C}" dt="2021-06-22T17:25:55.676" v="12303" actId="478"/>
          <ac:spMkLst>
            <pc:docMk/>
            <pc:sldMk cId="4162859104" sldId="343"/>
            <ac:spMk id="3" creationId="{EE8D0F3C-EAA3-9844-B0CC-DCF87CD1B496}"/>
          </ac:spMkLst>
        </pc:spChg>
        <pc:spChg chg="add del mod">
          <ac:chgData name="Kalvis Golde" userId="d12450372feb7484" providerId="LiveId" clId="{2B4EF15D-42C9-844D-8A07-BC881FB6F23C}" dt="2021-06-10T18:57:37.238" v="3296" actId="478"/>
          <ac:spMkLst>
            <pc:docMk/>
            <pc:sldMk cId="4162859104" sldId="343"/>
            <ac:spMk id="6" creationId="{744C2562-C29D-644D-BAE5-C71796875C99}"/>
          </ac:spMkLst>
        </pc:spChg>
        <pc:spChg chg="add mod">
          <ac:chgData name="Kalvis Golde" userId="d12450372feb7484" providerId="LiveId" clId="{2B4EF15D-42C9-844D-8A07-BC881FB6F23C}" dt="2021-06-22T19:08:51.742" v="13796" actId="13926"/>
          <ac:spMkLst>
            <pc:docMk/>
            <pc:sldMk cId="4162859104" sldId="343"/>
            <ac:spMk id="7" creationId="{86565480-92B6-5A4E-8946-30A6E964E5AD}"/>
          </ac:spMkLst>
        </pc:spChg>
        <pc:spChg chg="add del mod">
          <ac:chgData name="Kalvis Golde" userId="d12450372feb7484" providerId="LiveId" clId="{2B4EF15D-42C9-844D-8A07-BC881FB6F23C}" dt="2021-06-10T18:58:16.241" v="3303" actId="478"/>
          <ac:spMkLst>
            <pc:docMk/>
            <pc:sldMk cId="4162859104" sldId="343"/>
            <ac:spMk id="12" creationId="{68A9731A-2F8A-FB4C-B495-002DEB7BA672}"/>
          </ac:spMkLst>
        </pc:spChg>
        <pc:spChg chg="add del mod">
          <ac:chgData name="Kalvis Golde" userId="d12450372feb7484" providerId="LiveId" clId="{2B4EF15D-42C9-844D-8A07-BC881FB6F23C}" dt="2021-06-22T17:25:53.862" v="12302" actId="478"/>
          <ac:spMkLst>
            <pc:docMk/>
            <pc:sldMk cId="4162859104" sldId="343"/>
            <ac:spMk id="13" creationId="{48741A7A-2A35-9E46-9CC4-56FCD5405679}"/>
          </ac:spMkLst>
        </pc:spChg>
        <pc:graphicFrameChg chg="del">
          <ac:chgData name="Kalvis Golde" userId="d12450372feb7484" providerId="LiveId" clId="{2B4EF15D-42C9-844D-8A07-BC881FB6F23C}" dt="2021-06-10T18:57:38.115" v="3297" actId="478"/>
          <ac:graphicFrameMkLst>
            <pc:docMk/>
            <pc:sldMk cId="4162859104" sldId="343"/>
            <ac:graphicFrameMk id="7" creationId="{024D86C0-94F1-4D93-BC9A-BBEA3EAF4154}"/>
          </ac:graphicFrameMkLst>
        </pc:graphicFrameChg>
        <pc:graphicFrameChg chg="del">
          <ac:chgData name="Kalvis Golde" userId="d12450372feb7484" providerId="LiveId" clId="{2B4EF15D-42C9-844D-8A07-BC881FB6F23C}" dt="2021-06-10T18:57:29.648" v="3295" actId="478"/>
          <ac:graphicFrameMkLst>
            <pc:docMk/>
            <pc:sldMk cId="4162859104" sldId="343"/>
            <ac:graphicFrameMk id="8" creationId="{00000000-0000-0000-0000-000000000000}"/>
          </ac:graphicFrameMkLst>
        </pc:graphicFrameChg>
        <pc:picChg chg="add mod">
          <ac:chgData name="Kalvis Golde" userId="d12450372feb7484" providerId="LiveId" clId="{2B4EF15D-42C9-844D-8A07-BC881FB6F23C}" dt="2021-06-22T17:26:35.033" v="12313" actId="1076"/>
          <ac:picMkLst>
            <pc:docMk/>
            <pc:sldMk cId="4162859104" sldId="343"/>
            <ac:picMk id="6" creationId="{DA5A4708-E159-5046-B882-4EF2145E2C7F}"/>
          </ac:picMkLst>
        </pc:picChg>
        <pc:picChg chg="add del mod">
          <ac:chgData name="Kalvis Golde" userId="d12450372feb7484" providerId="LiveId" clId="{2B4EF15D-42C9-844D-8A07-BC881FB6F23C}" dt="2021-06-22T17:26:17.483" v="12307" actId="478"/>
          <ac:picMkLst>
            <pc:docMk/>
            <pc:sldMk cId="4162859104" sldId="343"/>
            <ac:picMk id="10" creationId="{48AC3804-9B8C-DF4D-94A1-E91D9895F978}"/>
          </ac:picMkLst>
        </pc:picChg>
      </pc:sldChg>
      <pc:sldChg chg="addSp delSp modSp mod delCm">
        <pc:chgData name="Kalvis Golde" userId="d12450372feb7484" providerId="LiveId" clId="{2B4EF15D-42C9-844D-8A07-BC881FB6F23C}" dt="2021-06-22T19:03:59.482" v="13689" actId="13926"/>
        <pc:sldMkLst>
          <pc:docMk/>
          <pc:sldMk cId="2584210198" sldId="345"/>
        </pc:sldMkLst>
        <pc:spChg chg="del">
          <ac:chgData name="Kalvis Golde" userId="d12450372feb7484" providerId="LiveId" clId="{2B4EF15D-42C9-844D-8A07-BC881FB6F23C}" dt="2021-06-22T14:53:50.066" v="11230" actId="478"/>
          <ac:spMkLst>
            <pc:docMk/>
            <pc:sldMk cId="2584210198" sldId="345"/>
            <ac:spMk id="2" creationId="{00000000-0000-0000-0000-000000000000}"/>
          </ac:spMkLst>
        </pc:spChg>
        <pc:spChg chg="del">
          <ac:chgData name="Kalvis Golde" userId="d12450372feb7484" providerId="LiveId" clId="{2B4EF15D-42C9-844D-8A07-BC881FB6F23C}" dt="2021-06-10T18:54:58.624" v="3115" actId="478"/>
          <ac:spMkLst>
            <pc:docMk/>
            <pc:sldMk cId="2584210198" sldId="345"/>
            <ac:spMk id="3" creationId="{00000000-0000-0000-0000-000000000000}"/>
          </ac:spMkLst>
        </pc:spChg>
        <pc:spChg chg="del">
          <ac:chgData name="Kalvis Golde" userId="d12450372feb7484" providerId="LiveId" clId="{2B4EF15D-42C9-844D-8A07-BC881FB6F23C}" dt="2021-06-10T18:55:04.378" v="3116" actId="478"/>
          <ac:spMkLst>
            <pc:docMk/>
            <pc:sldMk cId="2584210198" sldId="345"/>
            <ac:spMk id="4" creationId="{00000000-0000-0000-0000-000000000000}"/>
          </ac:spMkLst>
        </pc:spChg>
        <pc:spChg chg="add del mod">
          <ac:chgData name="Kalvis Golde" userId="d12450372feb7484" providerId="LiveId" clId="{2B4EF15D-42C9-844D-8A07-BC881FB6F23C}" dt="2021-06-22T14:53:51.865" v="11231" actId="478"/>
          <ac:spMkLst>
            <pc:docMk/>
            <pc:sldMk cId="2584210198" sldId="345"/>
            <ac:spMk id="4" creationId="{81BE7985-E363-8C47-BD95-3A5ABE7BB20E}"/>
          </ac:spMkLst>
        </pc:spChg>
        <pc:spChg chg="add del mod">
          <ac:chgData name="Kalvis Golde" userId="d12450372feb7484" providerId="LiveId" clId="{2B4EF15D-42C9-844D-8A07-BC881FB6F23C}" dt="2021-06-22T14:53:16.395" v="11228" actId="478"/>
          <ac:spMkLst>
            <pc:docMk/>
            <pc:sldMk cId="2584210198" sldId="345"/>
            <ac:spMk id="6" creationId="{42E3A18F-FDFD-D145-8536-80F8DDB0BB37}"/>
          </ac:spMkLst>
        </pc:spChg>
        <pc:spChg chg="add mod">
          <ac:chgData name="Kalvis Golde" userId="d12450372feb7484" providerId="LiveId" clId="{2B4EF15D-42C9-844D-8A07-BC881FB6F23C}" dt="2021-06-22T19:03:59.482" v="13689" actId="13926"/>
          <ac:spMkLst>
            <pc:docMk/>
            <pc:sldMk cId="2584210198" sldId="345"/>
            <ac:spMk id="8" creationId="{A5345AB6-7B44-E44F-983D-1098CCD088F2}"/>
          </ac:spMkLst>
        </pc:spChg>
        <pc:graphicFrameChg chg="del">
          <ac:chgData name="Kalvis Golde" userId="d12450372feb7484" providerId="LiveId" clId="{2B4EF15D-42C9-844D-8A07-BC881FB6F23C}" dt="2021-06-10T18:54:51.478" v="3111" actId="478"/>
          <ac:graphicFrameMkLst>
            <pc:docMk/>
            <pc:sldMk cId="2584210198" sldId="345"/>
            <ac:graphicFrameMk id="9" creationId="{00000000-0000-0000-0000-000000000000}"/>
          </ac:graphicFrameMkLst>
        </pc:graphicFrameChg>
        <pc:graphicFrameChg chg="del">
          <ac:chgData name="Kalvis Golde" userId="d12450372feb7484" providerId="LiveId" clId="{2B4EF15D-42C9-844D-8A07-BC881FB6F23C}" dt="2021-06-10T18:54:54.298" v="3113" actId="478"/>
          <ac:graphicFrameMkLst>
            <pc:docMk/>
            <pc:sldMk cId="2584210198" sldId="345"/>
            <ac:graphicFrameMk id="11" creationId="{00000000-0000-0000-0000-000000000000}"/>
          </ac:graphicFrameMkLst>
        </pc:graphicFrameChg>
        <pc:graphicFrameChg chg="del">
          <ac:chgData name="Kalvis Golde" userId="d12450372feb7484" providerId="LiveId" clId="{2B4EF15D-42C9-844D-8A07-BC881FB6F23C}" dt="2021-06-10T18:54:53.572" v="3112" actId="478"/>
          <ac:graphicFrameMkLst>
            <pc:docMk/>
            <pc:sldMk cId="2584210198" sldId="345"/>
            <ac:graphicFrameMk id="12" creationId="{00000000-0000-0000-0000-000000000000}"/>
          </ac:graphicFrameMkLst>
        </pc:graphicFrameChg>
        <pc:graphicFrameChg chg="del mod">
          <ac:chgData name="Kalvis Golde" userId="d12450372feb7484" providerId="LiveId" clId="{2B4EF15D-42C9-844D-8A07-BC881FB6F23C}" dt="2021-06-22T14:53:20.509" v="11229" actId="478"/>
          <ac:graphicFrameMkLst>
            <pc:docMk/>
            <pc:sldMk cId="2584210198" sldId="345"/>
            <ac:graphicFrameMk id="13" creationId="{00000000-0000-0000-0000-000000000000}"/>
          </ac:graphicFrameMkLst>
        </pc:graphicFrameChg>
      </pc:sldChg>
      <pc:sldChg chg="addSp delSp modSp mod delCm">
        <pc:chgData name="Kalvis Golde" userId="d12450372feb7484" providerId="LiveId" clId="{2B4EF15D-42C9-844D-8A07-BC881FB6F23C}" dt="2021-06-22T19:08:54.899" v="13797" actId="13926"/>
        <pc:sldMkLst>
          <pc:docMk/>
          <pc:sldMk cId="1171196212" sldId="346"/>
        </pc:sldMkLst>
        <pc:spChg chg="del mod">
          <ac:chgData name="Kalvis Golde" userId="d12450372feb7484" providerId="LiveId" clId="{2B4EF15D-42C9-844D-8A07-BC881FB6F23C}" dt="2021-06-10T18:59:06.678" v="3312" actId="478"/>
          <ac:spMkLst>
            <pc:docMk/>
            <pc:sldMk cId="1171196212" sldId="346"/>
            <ac:spMk id="2" creationId="{00000000-0000-0000-0000-000000000000}"/>
          </ac:spMkLst>
        </pc:spChg>
        <pc:spChg chg="del">
          <ac:chgData name="Kalvis Golde" userId="d12450372feb7484" providerId="LiveId" clId="{2B4EF15D-42C9-844D-8A07-BC881FB6F23C}" dt="2021-06-10T18:59:00.854" v="3309" actId="478"/>
          <ac:spMkLst>
            <pc:docMk/>
            <pc:sldMk cId="1171196212" sldId="346"/>
            <ac:spMk id="3" creationId="{00000000-0000-0000-0000-000000000000}"/>
          </ac:spMkLst>
        </pc:spChg>
        <pc:spChg chg="add del mod">
          <ac:chgData name="Kalvis Golde" userId="d12450372feb7484" providerId="LiveId" clId="{2B4EF15D-42C9-844D-8A07-BC881FB6F23C}" dt="2021-06-22T17:26:58.288" v="12317" actId="478"/>
          <ac:spMkLst>
            <pc:docMk/>
            <pc:sldMk cId="1171196212" sldId="346"/>
            <ac:spMk id="3" creationId="{7836D072-A336-4D48-8600-44871A061855}"/>
          </ac:spMkLst>
        </pc:spChg>
        <pc:spChg chg="add mod">
          <ac:chgData name="Kalvis Golde" userId="d12450372feb7484" providerId="LiveId" clId="{2B4EF15D-42C9-844D-8A07-BC881FB6F23C}" dt="2021-06-22T17:33:42.346" v="12624" actId="1037"/>
          <ac:spMkLst>
            <pc:docMk/>
            <pc:sldMk cId="1171196212" sldId="346"/>
            <ac:spMk id="5" creationId="{3B11E498-C84D-3542-AABE-CEE9AB4BD6EE}"/>
          </ac:spMkLst>
        </pc:spChg>
        <pc:spChg chg="add del mod">
          <ac:chgData name="Kalvis Golde" userId="d12450372feb7484" providerId="LiveId" clId="{2B4EF15D-42C9-844D-8A07-BC881FB6F23C}" dt="2021-06-10T18:59:08.909" v="3313" actId="478"/>
          <ac:spMkLst>
            <pc:docMk/>
            <pc:sldMk cId="1171196212" sldId="346"/>
            <ac:spMk id="6" creationId="{DCB32969-64FE-864B-967E-AD8213C3288F}"/>
          </ac:spMkLst>
        </pc:spChg>
        <pc:spChg chg="add mod">
          <ac:chgData name="Kalvis Golde" userId="d12450372feb7484" providerId="LiveId" clId="{2B4EF15D-42C9-844D-8A07-BC881FB6F23C}" dt="2021-06-22T19:08:54.899" v="13797" actId="13926"/>
          <ac:spMkLst>
            <pc:docMk/>
            <pc:sldMk cId="1171196212" sldId="346"/>
            <ac:spMk id="7" creationId="{20BA9BF7-B19D-8046-A716-301EFC5EBF4E}"/>
          </ac:spMkLst>
        </pc:spChg>
        <pc:spChg chg="add del mod">
          <ac:chgData name="Kalvis Golde" userId="d12450372feb7484" providerId="LiveId" clId="{2B4EF15D-42C9-844D-8A07-BC881FB6F23C}" dt="2021-06-10T18:59:11.514" v="3314" actId="478"/>
          <ac:spMkLst>
            <pc:docMk/>
            <pc:sldMk cId="1171196212" sldId="346"/>
            <ac:spMk id="9" creationId="{D95DBDBF-125A-C140-888B-FEDC877FE076}"/>
          </ac:spMkLst>
        </pc:spChg>
        <pc:spChg chg="add del mod">
          <ac:chgData name="Kalvis Golde" userId="d12450372feb7484" providerId="LiveId" clId="{2B4EF15D-42C9-844D-8A07-BC881FB6F23C}" dt="2021-06-22T17:26:53.603" v="12315" actId="478"/>
          <ac:spMkLst>
            <pc:docMk/>
            <pc:sldMk cId="1171196212" sldId="346"/>
            <ac:spMk id="12" creationId="{2A4741C6-071F-F343-9F40-92D5E5343558}"/>
          </ac:spMkLst>
        </pc:spChg>
        <pc:graphicFrameChg chg="del modGraphic">
          <ac:chgData name="Kalvis Golde" userId="d12450372feb7484" providerId="LiveId" clId="{2B4EF15D-42C9-844D-8A07-BC881FB6F23C}" dt="2021-06-10T18:59:03.958" v="3310" actId="478"/>
          <ac:graphicFrameMkLst>
            <pc:docMk/>
            <pc:sldMk cId="1171196212" sldId="346"/>
            <ac:graphicFrameMk id="7" creationId="{00000000-0000-0000-0000-000000000000}"/>
          </ac:graphicFrameMkLst>
        </pc:graphicFrameChg>
        <pc:picChg chg="add del mod">
          <ac:chgData name="Kalvis Golde" userId="d12450372feb7484" providerId="LiveId" clId="{2B4EF15D-42C9-844D-8A07-BC881FB6F23C}" dt="2021-06-10T20:56:19.705" v="9687" actId="478"/>
          <ac:picMkLst>
            <pc:docMk/>
            <pc:sldMk cId="1171196212" sldId="346"/>
            <ac:picMk id="11" creationId="{BFA1BDFF-033B-5D4A-8236-FC73573325AD}"/>
          </ac:picMkLst>
        </pc:picChg>
        <pc:picChg chg="add mod">
          <ac:chgData name="Kalvis Golde" userId="d12450372feb7484" providerId="LiveId" clId="{2B4EF15D-42C9-844D-8A07-BC881FB6F23C}" dt="2021-06-22T19:02:58.166" v="13684" actId="1076"/>
          <ac:picMkLst>
            <pc:docMk/>
            <pc:sldMk cId="1171196212" sldId="346"/>
            <ac:picMk id="14" creationId="{30DF6DD2-6D36-CF43-B40F-3BC5CF8D1A02}"/>
          </ac:picMkLst>
        </pc:picChg>
      </pc:sldChg>
      <pc:sldChg chg="addSp delSp modSp mod delCm">
        <pc:chgData name="Kalvis Golde" userId="d12450372feb7484" providerId="LiveId" clId="{2B4EF15D-42C9-844D-8A07-BC881FB6F23C}" dt="2021-06-22T19:12:35.094" v="13817" actId="13926"/>
        <pc:sldMkLst>
          <pc:docMk/>
          <pc:sldMk cId="2978318038" sldId="348"/>
        </pc:sldMkLst>
        <pc:spChg chg="mod">
          <ac:chgData name="Kalvis Golde" userId="d12450372feb7484" providerId="LiveId" clId="{2B4EF15D-42C9-844D-8A07-BC881FB6F23C}" dt="2021-06-22T19:12:35.094" v="13817" actId="13926"/>
          <ac:spMkLst>
            <pc:docMk/>
            <pc:sldMk cId="2978318038" sldId="348"/>
            <ac:spMk id="2" creationId="{00000000-0000-0000-0000-000000000000}"/>
          </ac:spMkLst>
        </pc:spChg>
        <pc:spChg chg="del">
          <ac:chgData name="Kalvis Golde" userId="d12450372feb7484" providerId="LiveId" clId="{2B4EF15D-42C9-844D-8A07-BC881FB6F23C}" dt="2021-06-10T20:08:17.043" v="7922" actId="478"/>
          <ac:spMkLst>
            <pc:docMk/>
            <pc:sldMk cId="2978318038" sldId="348"/>
            <ac:spMk id="3" creationId="{00000000-0000-0000-0000-000000000000}"/>
          </ac:spMkLst>
        </pc:spChg>
        <pc:spChg chg="add mod">
          <ac:chgData name="Kalvis Golde" userId="d12450372feb7484" providerId="LiveId" clId="{2B4EF15D-42C9-844D-8A07-BC881FB6F23C}" dt="2021-06-17T18:15:32.371" v="11076" actId="207"/>
          <ac:spMkLst>
            <pc:docMk/>
            <pc:sldMk cId="2978318038" sldId="348"/>
            <ac:spMk id="6" creationId="{604D38DC-2BAB-E347-BB0D-92A64F59EA09}"/>
          </ac:spMkLst>
        </pc:spChg>
      </pc:sldChg>
      <pc:sldChg chg="del">
        <pc:chgData name="Kalvis Golde" userId="d12450372feb7484" providerId="LiveId" clId="{2B4EF15D-42C9-844D-8A07-BC881FB6F23C}" dt="2021-06-10T20:58:25.743" v="9796" actId="2696"/>
        <pc:sldMkLst>
          <pc:docMk/>
          <pc:sldMk cId="870864457" sldId="349"/>
        </pc:sldMkLst>
      </pc:sldChg>
      <pc:sldChg chg="addSp modSp mod addCm delCm">
        <pc:chgData name="Kalvis Golde" userId="d12450372feb7484" providerId="LiveId" clId="{2B4EF15D-42C9-844D-8A07-BC881FB6F23C}" dt="2021-06-22T19:12:42.603" v="13819" actId="13926"/>
        <pc:sldMkLst>
          <pc:docMk/>
          <pc:sldMk cId="2490458516" sldId="350"/>
        </pc:sldMkLst>
        <pc:spChg chg="mod">
          <ac:chgData name="Kalvis Golde" userId="d12450372feb7484" providerId="LiveId" clId="{2B4EF15D-42C9-844D-8A07-BC881FB6F23C}" dt="2021-06-22T19:12:42.603" v="13819" actId="13926"/>
          <ac:spMkLst>
            <pc:docMk/>
            <pc:sldMk cId="2490458516" sldId="350"/>
            <ac:spMk id="2" creationId="{00000000-0000-0000-0000-000000000000}"/>
          </ac:spMkLst>
        </pc:spChg>
        <pc:spChg chg="add mod">
          <ac:chgData name="Kalvis Golde" userId="d12450372feb7484" providerId="LiveId" clId="{2B4EF15D-42C9-844D-8A07-BC881FB6F23C}" dt="2021-06-17T18:20:05.269" v="11205" actId="207"/>
          <ac:spMkLst>
            <pc:docMk/>
            <pc:sldMk cId="2490458516" sldId="350"/>
            <ac:spMk id="4" creationId="{EBB4B57C-D160-FF4E-A10F-420A073A4FF2}"/>
          </ac:spMkLst>
        </pc:spChg>
        <pc:picChg chg="add mod">
          <ac:chgData name="Kalvis Golde" userId="d12450372feb7484" providerId="LiveId" clId="{2B4EF15D-42C9-844D-8A07-BC881FB6F23C}" dt="2021-06-10T20:40:19.830" v="8818" actId="1076"/>
          <ac:picMkLst>
            <pc:docMk/>
            <pc:sldMk cId="2490458516" sldId="350"/>
            <ac:picMk id="6" creationId="{69EF4B9C-DA31-1043-88DB-484CDCD83CE3}"/>
          </ac:picMkLst>
        </pc:picChg>
        <pc:picChg chg="mod">
          <ac:chgData name="Kalvis Golde" userId="d12450372feb7484" providerId="LiveId" clId="{2B4EF15D-42C9-844D-8A07-BC881FB6F23C}" dt="2021-06-10T20:40:12.949" v="8816" actId="1076"/>
          <ac:picMkLst>
            <pc:docMk/>
            <pc:sldMk cId="2490458516" sldId="350"/>
            <ac:picMk id="12" creationId="{17AB583D-3F7D-F540-A125-62EEE7803317}"/>
          </ac:picMkLst>
        </pc:picChg>
      </pc:sldChg>
      <pc:sldChg chg="addSp delSp modSp mod delCm">
        <pc:chgData name="Kalvis Golde" userId="d12450372feb7484" providerId="LiveId" clId="{2B4EF15D-42C9-844D-8A07-BC881FB6F23C}" dt="2021-06-22T19:14:36.935" v="13866" actId="13926"/>
        <pc:sldMkLst>
          <pc:docMk/>
          <pc:sldMk cId="0" sldId="366"/>
        </pc:sldMkLst>
        <pc:spChg chg="del mod">
          <ac:chgData name="Kalvis Golde" userId="d12450372feb7484" providerId="LiveId" clId="{2B4EF15D-42C9-844D-8A07-BC881FB6F23C}" dt="2021-06-22T19:14:09.970" v="13862" actId="478"/>
          <ac:spMkLst>
            <pc:docMk/>
            <pc:sldMk cId="0" sldId="366"/>
            <ac:spMk id="2" creationId="{00000000-0000-0000-0000-000000000000}"/>
          </ac:spMkLst>
        </pc:spChg>
        <pc:spChg chg="add mod">
          <ac:chgData name="Kalvis Golde" userId="d12450372feb7484" providerId="LiveId" clId="{2B4EF15D-42C9-844D-8A07-BC881FB6F23C}" dt="2021-06-17T18:20:19.443" v="11208" actId="207"/>
          <ac:spMkLst>
            <pc:docMk/>
            <pc:sldMk cId="0" sldId="366"/>
            <ac:spMk id="5" creationId="{41E15243-F231-B943-B384-F39052C8FD56}"/>
          </ac:spMkLst>
        </pc:spChg>
        <pc:spChg chg="add del mod">
          <ac:chgData name="Kalvis Golde" userId="d12450372feb7484" providerId="LiveId" clId="{2B4EF15D-42C9-844D-8A07-BC881FB6F23C}" dt="2021-06-22T19:14:18.689" v="13863" actId="478"/>
          <ac:spMkLst>
            <pc:docMk/>
            <pc:sldMk cId="0" sldId="366"/>
            <ac:spMk id="7" creationId="{071FC67B-0F1A-F244-9348-2C609F6D3696}"/>
          </ac:spMkLst>
        </pc:spChg>
        <pc:spChg chg="add mod">
          <ac:chgData name="Kalvis Golde" userId="d12450372feb7484" providerId="LiveId" clId="{2B4EF15D-42C9-844D-8A07-BC881FB6F23C}" dt="2021-06-22T19:14:36.935" v="13866" actId="13926"/>
          <ac:spMkLst>
            <pc:docMk/>
            <pc:sldMk cId="0" sldId="366"/>
            <ac:spMk id="13" creationId="{21C79908-CC05-7E4A-9D1A-812B2A930E7D}"/>
          </ac:spMkLst>
        </pc:spChg>
        <pc:graphicFrameChg chg="mod">
          <ac:chgData name="Kalvis Golde" userId="d12450372feb7484" providerId="LiveId" clId="{2B4EF15D-42C9-844D-8A07-BC881FB6F23C}" dt="2021-06-22T19:14:31.398" v="13865" actId="1076"/>
          <ac:graphicFrameMkLst>
            <pc:docMk/>
            <pc:sldMk cId="0" sldId="366"/>
            <ac:graphicFrameMk id="8" creationId="{00000000-0000-0000-0000-000000000000}"/>
          </ac:graphicFrameMkLst>
        </pc:graphicFrameChg>
        <pc:graphicFrameChg chg="mod">
          <ac:chgData name="Kalvis Golde" userId="d12450372feb7484" providerId="LiveId" clId="{2B4EF15D-42C9-844D-8A07-BC881FB6F23C}" dt="2021-06-10T20:42:21.259" v="8912" actId="1076"/>
          <ac:graphicFrameMkLst>
            <pc:docMk/>
            <pc:sldMk cId="0" sldId="366"/>
            <ac:graphicFrameMk id="10" creationId="{00000000-0000-0000-0000-000000000000}"/>
          </ac:graphicFrameMkLst>
        </pc:graphicFrameChg>
        <pc:graphicFrameChg chg="mod">
          <ac:chgData name="Kalvis Golde" userId="d12450372feb7484" providerId="LiveId" clId="{2B4EF15D-42C9-844D-8A07-BC881FB6F23C}" dt="2021-06-10T20:42:12.728" v="8910" actId="1076"/>
          <ac:graphicFrameMkLst>
            <pc:docMk/>
            <pc:sldMk cId="0" sldId="366"/>
            <ac:graphicFrameMk id="11" creationId="{00000000-0000-0000-0000-000000000000}"/>
          </ac:graphicFrameMkLst>
        </pc:graphicFrameChg>
        <pc:graphicFrameChg chg="mod">
          <ac:chgData name="Kalvis Golde" userId="d12450372feb7484" providerId="LiveId" clId="{2B4EF15D-42C9-844D-8A07-BC881FB6F23C}" dt="2021-06-10T20:42:16.610" v="8911" actId="1076"/>
          <ac:graphicFrameMkLst>
            <pc:docMk/>
            <pc:sldMk cId="0" sldId="366"/>
            <ac:graphicFrameMk id="12" creationId="{00000000-0000-0000-0000-000000000000}"/>
          </ac:graphicFrameMkLst>
        </pc:graphicFrameChg>
      </pc:sldChg>
      <pc:sldChg chg="del">
        <pc:chgData name="Kalvis Golde" userId="d12450372feb7484" providerId="LiveId" clId="{2B4EF15D-42C9-844D-8A07-BC881FB6F23C}" dt="2021-06-10T21:00:09.336" v="9974" actId="2696"/>
        <pc:sldMkLst>
          <pc:docMk/>
          <pc:sldMk cId="0" sldId="367"/>
        </pc:sldMkLst>
      </pc:sldChg>
      <pc:sldChg chg="del">
        <pc:chgData name="Kalvis Golde" userId="d12450372feb7484" providerId="LiveId" clId="{2B4EF15D-42C9-844D-8A07-BC881FB6F23C}" dt="2021-06-10T21:00:10.196" v="9975" actId="2696"/>
        <pc:sldMkLst>
          <pc:docMk/>
          <pc:sldMk cId="0" sldId="368"/>
        </pc:sldMkLst>
      </pc:sldChg>
      <pc:sldChg chg="del">
        <pc:chgData name="Kalvis Golde" userId="d12450372feb7484" providerId="LiveId" clId="{2B4EF15D-42C9-844D-8A07-BC881FB6F23C}" dt="2021-06-10T21:00:11.055" v="9976" actId="2696"/>
        <pc:sldMkLst>
          <pc:docMk/>
          <pc:sldMk cId="0" sldId="369"/>
        </pc:sldMkLst>
      </pc:sldChg>
      <pc:sldChg chg="del">
        <pc:chgData name="Kalvis Golde" userId="d12450372feb7484" providerId="LiveId" clId="{2B4EF15D-42C9-844D-8A07-BC881FB6F23C}" dt="2021-06-10T21:00:11.752" v="9977" actId="2696"/>
        <pc:sldMkLst>
          <pc:docMk/>
          <pc:sldMk cId="0" sldId="370"/>
        </pc:sldMkLst>
      </pc:sldChg>
      <pc:sldChg chg="del">
        <pc:chgData name="Kalvis Golde" userId="d12450372feb7484" providerId="LiveId" clId="{2B4EF15D-42C9-844D-8A07-BC881FB6F23C}" dt="2021-06-10T21:00:12.651" v="9978" actId="2696"/>
        <pc:sldMkLst>
          <pc:docMk/>
          <pc:sldMk cId="0" sldId="371"/>
        </pc:sldMkLst>
      </pc:sldChg>
      <pc:sldChg chg="del">
        <pc:chgData name="Kalvis Golde" userId="d12450372feb7484" providerId="LiveId" clId="{2B4EF15D-42C9-844D-8A07-BC881FB6F23C}" dt="2021-06-10T21:00:13.524" v="9979" actId="2696"/>
        <pc:sldMkLst>
          <pc:docMk/>
          <pc:sldMk cId="0" sldId="372"/>
        </pc:sldMkLst>
      </pc:sldChg>
      <pc:sldChg chg="addSp delSp modSp mod delCm">
        <pc:chgData name="Kalvis Golde" userId="d12450372feb7484" providerId="LiveId" clId="{2B4EF15D-42C9-844D-8A07-BC881FB6F23C}" dt="2021-06-22T19:03:52.543" v="13688" actId="13926"/>
        <pc:sldMkLst>
          <pc:docMk/>
          <pc:sldMk cId="1033537365" sldId="381"/>
        </pc:sldMkLst>
        <pc:spChg chg="del">
          <ac:chgData name="Kalvis Golde" userId="d12450372feb7484" providerId="LiveId" clId="{2B4EF15D-42C9-844D-8A07-BC881FB6F23C}" dt="2021-06-10T18:33:23.220" v="1239" actId="478"/>
          <ac:spMkLst>
            <pc:docMk/>
            <pc:sldMk cId="1033537365" sldId="381"/>
            <ac:spMk id="2" creationId="{00000000-0000-0000-0000-000000000000}"/>
          </ac:spMkLst>
        </pc:spChg>
        <pc:spChg chg="add mod">
          <ac:chgData name="Kalvis Golde" userId="d12450372feb7484" providerId="LiveId" clId="{2B4EF15D-42C9-844D-8A07-BC881FB6F23C}" dt="2021-06-17T18:18:25.949" v="11203" actId="20577"/>
          <ac:spMkLst>
            <pc:docMk/>
            <pc:sldMk cId="1033537365" sldId="381"/>
            <ac:spMk id="2" creationId="{6B70F8D5-0CCD-8D43-B264-3D7D2506C878}"/>
          </ac:spMkLst>
        </pc:spChg>
        <pc:spChg chg="del mod">
          <ac:chgData name="Kalvis Golde" userId="d12450372feb7484" providerId="LiveId" clId="{2B4EF15D-42C9-844D-8A07-BC881FB6F23C}" dt="2021-06-10T18:45:24.814" v="2001" actId="478"/>
          <ac:spMkLst>
            <pc:docMk/>
            <pc:sldMk cId="1033537365" sldId="381"/>
            <ac:spMk id="3" creationId="{00000000-0000-0000-0000-000000000000}"/>
          </ac:spMkLst>
        </pc:spChg>
        <pc:spChg chg="mod">
          <ac:chgData name="Kalvis Golde" userId="d12450372feb7484" providerId="LiveId" clId="{2B4EF15D-42C9-844D-8A07-BC881FB6F23C}" dt="2021-06-10T18:41:01.231" v="1677" actId="1076"/>
          <ac:spMkLst>
            <pc:docMk/>
            <pc:sldMk cId="1033537365" sldId="381"/>
            <ac:spMk id="5" creationId="{00000000-0000-0000-0000-000000000000}"/>
          </ac:spMkLst>
        </pc:spChg>
        <pc:spChg chg="add del mod">
          <ac:chgData name="Kalvis Golde" userId="d12450372feb7484" providerId="LiveId" clId="{2B4EF15D-42C9-844D-8A07-BC881FB6F23C}" dt="2021-06-10T18:33:25.426" v="1240" actId="478"/>
          <ac:spMkLst>
            <pc:docMk/>
            <pc:sldMk cId="1033537365" sldId="381"/>
            <ac:spMk id="8" creationId="{7BAD2F67-4707-FE42-9C12-832C86EA8F93}"/>
          </ac:spMkLst>
        </pc:spChg>
        <pc:spChg chg="add mod">
          <ac:chgData name="Kalvis Golde" userId="d12450372feb7484" providerId="LiveId" clId="{2B4EF15D-42C9-844D-8A07-BC881FB6F23C}" dt="2021-06-22T19:03:52.543" v="13688" actId="13926"/>
          <ac:spMkLst>
            <pc:docMk/>
            <pc:sldMk cId="1033537365" sldId="381"/>
            <ac:spMk id="9" creationId="{FB458F45-4DA8-A94D-8CED-F9D64AF83BD0}"/>
          </ac:spMkLst>
        </pc:spChg>
        <pc:spChg chg="add del mod">
          <ac:chgData name="Kalvis Golde" userId="d12450372feb7484" providerId="LiveId" clId="{2B4EF15D-42C9-844D-8A07-BC881FB6F23C}" dt="2021-06-10T21:44:09.840" v="10583" actId="478"/>
          <ac:spMkLst>
            <pc:docMk/>
            <pc:sldMk cId="1033537365" sldId="381"/>
            <ac:spMk id="10" creationId="{2D0CEB1D-F982-BE40-988A-B55BBB026128}"/>
          </ac:spMkLst>
        </pc:spChg>
        <pc:graphicFrameChg chg="del">
          <ac:chgData name="Kalvis Golde" userId="d12450372feb7484" providerId="LiveId" clId="{2B4EF15D-42C9-844D-8A07-BC881FB6F23C}" dt="2021-06-10T18:33:54.831" v="1262" actId="478"/>
          <ac:graphicFrameMkLst>
            <pc:docMk/>
            <pc:sldMk cId="1033537365" sldId="381"/>
            <ac:graphicFrameMk id="4" creationId="{00000000-0000-0000-0000-000000000000}"/>
          </ac:graphicFrameMkLst>
        </pc:graphicFrameChg>
        <pc:graphicFrameChg chg="mod modGraphic">
          <ac:chgData name="Kalvis Golde" userId="d12450372feb7484" providerId="LiveId" clId="{2B4EF15D-42C9-844D-8A07-BC881FB6F23C}" dt="2021-06-17T18:16:21.211" v="11084" actId="1035"/>
          <ac:graphicFrameMkLst>
            <pc:docMk/>
            <pc:sldMk cId="1033537365" sldId="381"/>
            <ac:graphicFrameMk id="7" creationId="{00000000-0000-0000-0000-000000000000}"/>
          </ac:graphicFrameMkLst>
        </pc:graphicFrameChg>
      </pc:sldChg>
      <pc:sldChg chg="addSp delSp modSp mod ord addCm delCm modCm">
        <pc:chgData name="Kalvis Golde" userId="d12450372feb7484" providerId="LiveId" clId="{2B4EF15D-42C9-844D-8A07-BC881FB6F23C}" dt="2021-06-22T21:22:10.418" v="15340"/>
        <pc:sldMkLst>
          <pc:docMk/>
          <pc:sldMk cId="1104016091" sldId="383"/>
        </pc:sldMkLst>
        <pc:spChg chg="del mod">
          <ac:chgData name="Kalvis Golde" userId="d12450372feb7484" providerId="LiveId" clId="{2B4EF15D-42C9-844D-8A07-BC881FB6F23C}" dt="2021-06-22T17:34:33.099" v="12699" actId="478"/>
          <ac:spMkLst>
            <pc:docMk/>
            <pc:sldMk cId="1104016091" sldId="383"/>
            <ac:spMk id="2" creationId="{00000000-0000-0000-0000-000000000000}"/>
          </ac:spMkLst>
        </pc:spChg>
        <pc:spChg chg="add del mod">
          <ac:chgData name="Kalvis Golde" userId="d12450372feb7484" providerId="LiveId" clId="{2B4EF15D-42C9-844D-8A07-BC881FB6F23C}" dt="2021-06-22T18:30:04.339" v="13124" actId="478"/>
          <ac:spMkLst>
            <pc:docMk/>
            <pc:sldMk cId="1104016091" sldId="383"/>
            <ac:spMk id="3" creationId="{B5634BCE-99A1-644D-AC68-3A65F7B40DFE}"/>
          </ac:spMkLst>
        </pc:spChg>
        <pc:spChg chg="add del mod">
          <ac:chgData name="Kalvis Golde" userId="d12450372feb7484" providerId="LiveId" clId="{2B4EF15D-42C9-844D-8A07-BC881FB6F23C}" dt="2021-06-22T17:34:36.220" v="12701" actId="478"/>
          <ac:spMkLst>
            <pc:docMk/>
            <pc:sldMk cId="1104016091" sldId="383"/>
            <ac:spMk id="7" creationId="{260F01D1-D400-844B-832E-E94656415BF6}"/>
          </ac:spMkLst>
        </pc:spChg>
        <pc:spChg chg="add mod">
          <ac:chgData name="Kalvis Golde" userId="d12450372feb7484" providerId="LiveId" clId="{2B4EF15D-42C9-844D-8A07-BC881FB6F23C}" dt="2021-06-22T19:34:33.469" v="14239" actId="13926"/>
          <ac:spMkLst>
            <pc:docMk/>
            <pc:sldMk cId="1104016091" sldId="383"/>
            <ac:spMk id="11" creationId="{53B38A24-C2D1-2542-AF2D-D68A7476B6F0}"/>
          </ac:spMkLst>
        </pc:spChg>
        <pc:graphicFrameChg chg="mod modGraphic">
          <ac:chgData name="Kalvis Golde" userId="d12450372feb7484" providerId="LiveId" clId="{2B4EF15D-42C9-844D-8A07-BC881FB6F23C}" dt="2021-06-22T20:39:27.167" v="14721" actId="13926"/>
          <ac:graphicFrameMkLst>
            <pc:docMk/>
            <pc:sldMk cId="1104016091" sldId="383"/>
            <ac:graphicFrameMk id="5" creationId="{00000000-0000-0000-0000-000000000000}"/>
          </ac:graphicFrameMkLst>
        </pc:graphicFrameChg>
        <pc:graphicFrameChg chg="del">
          <ac:chgData name="Kalvis Golde" userId="d12450372feb7484" providerId="LiveId" clId="{2B4EF15D-42C9-844D-8A07-BC881FB6F23C}" dt="2021-06-10T17:51:40.747" v="276" actId="21"/>
          <ac:graphicFrameMkLst>
            <pc:docMk/>
            <pc:sldMk cId="1104016091" sldId="383"/>
            <ac:graphicFrameMk id="7" creationId="{00000000-0000-0000-0000-000000000000}"/>
          </ac:graphicFrameMkLst>
        </pc:graphicFrameChg>
        <pc:graphicFrameChg chg="del">
          <ac:chgData name="Kalvis Golde" userId="d12450372feb7484" providerId="LiveId" clId="{2B4EF15D-42C9-844D-8A07-BC881FB6F23C}" dt="2021-06-10T18:58:41" v="3305" actId="478"/>
          <ac:graphicFrameMkLst>
            <pc:docMk/>
            <pc:sldMk cId="1104016091" sldId="383"/>
            <ac:graphicFrameMk id="8" creationId="{00000000-0000-0000-0000-000000000000}"/>
          </ac:graphicFrameMkLst>
        </pc:graphicFrameChg>
        <pc:graphicFrameChg chg="mod modGraphic">
          <ac:chgData name="Kalvis Golde" userId="d12450372feb7484" providerId="LiveId" clId="{2B4EF15D-42C9-844D-8A07-BC881FB6F23C}" dt="2021-06-22T20:39:22.348" v="14720" actId="13926"/>
          <ac:graphicFrameMkLst>
            <pc:docMk/>
            <pc:sldMk cId="1104016091" sldId="383"/>
            <ac:graphicFrameMk id="9" creationId="{00000000-0000-0000-0000-000000000000}"/>
          </ac:graphicFrameMkLst>
        </pc:graphicFrameChg>
        <pc:graphicFrameChg chg="add del mod modGraphic">
          <ac:chgData name="Kalvis Golde" userId="d12450372feb7484" providerId="LiveId" clId="{2B4EF15D-42C9-844D-8A07-BC881FB6F23C}" dt="2021-06-22T19:01:21.805" v="13639" actId="478"/>
          <ac:graphicFrameMkLst>
            <pc:docMk/>
            <pc:sldMk cId="1104016091" sldId="383"/>
            <ac:graphicFrameMk id="10" creationId="{75C7D152-9D97-7546-B8CD-869ECA6A2A10}"/>
          </ac:graphicFrameMkLst>
        </pc:graphicFrameChg>
        <pc:graphicFrameChg chg="add mod modGraphic">
          <ac:chgData name="Kalvis Golde" userId="d12450372feb7484" providerId="LiveId" clId="{2B4EF15D-42C9-844D-8A07-BC881FB6F23C}" dt="2021-06-22T19:34:23.916" v="14238" actId="1035"/>
          <ac:graphicFrameMkLst>
            <pc:docMk/>
            <pc:sldMk cId="1104016091" sldId="383"/>
            <ac:graphicFrameMk id="12" creationId="{CC33FC22-44FB-C043-B5DB-9280A1B6ECB8}"/>
          </ac:graphicFrameMkLst>
        </pc:graphicFrameChg>
      </pc:sldChg>
      <pc:sldChg chg="addSp delSp modSp mod ord delCm">
        <pc:chgData name="Kalvis Golde" userId="d12450372feb7484" providerId="LiveId" clId="{2B4EF15D-42C9-844D-8A07-BC881FB6F23C}" dt="2021-06-22T19:12:01.723" v="13812" actId="13926"/>
        <pc:sldMkLst>
          <pc:docMk/>
          <pc:sldMk cId="1145471676" sldId="384"/>
        </pc:sldMkLst>
        <pc:spChg chg="mod">
          <ac:chgData name="Kalvis Golde" userId="d12450372feb7484" providerId="LiveId" clId="{2B4EF15D-42C9-844D-8A07-BC881FB6F23C}" dt="2021-06-22T19:12:01.723" v="13812" actId="13926"/>
          <ac:spMkLst>
            <pc:docMk/>
            <pc:sldMk cId="1145471676" sldId="384"/>
            <ac:spMk id="2" creationId="{00000000-0000-0000-0000-000000000000}"/>
          </ac:spMkLst>
        </pc:spChg>
        <pc:spChg chg="del">
          <ac:chgData name="Kalvis Golde" userId="d12450372feb7484" providerId="LiveId" clId="{2B4EF15D-42C9-844D-8A07-BC881FB6F23C}" dt="2021-06-10T19:01:35.567" v="3443" actId="478"/>
          <ac:spMkLst>
            <pc:docMk/>
            <pc:sldMk cId="1145471676" sldId="384"/>
            <ac:spMk id="3" creationId="{00000000-0000-0000-0000-000000000000}"/>
          </ac:spMkLst>
        </pc:spChg>
        <pc:spChg chg="add del mod">
          <ac:chgData name="Kalvis Golde" userId="d12450372feb7484" providerId="LiveId" clId="{2B4EF15D-42C9-844D-8A07-BC881FB6F23C}" dt="2021-06-10T17:52:41.849" v="293" actId="478"/>
          <ac:spMkLst>
            <pc:docMk/>
            <pc:sldMk cId="1145471676" sldId="384"/>
            <ac:spMk id="11" creationId="{51D78BFF-1C2D-6D4E-8D6A-20C793EA1E86}"/>
          </ac:spMkLst>
        </pc:spChg>
        <pc:spChg chg="add mod">
          <ac:chgData name="Kalvis Golde" userId="d12450372feb7484" providerId="LiveId" clId="{2B4EF15D-42C9-844D-8A07-BC881FB6F23C}" dt="2021-06-17T18:15:10.826" v="11074" actId="207"/>
          <ac:spMkLst>
            <pc:docMk/>
            <pc:sldMk cId="1145471676" sldId="384"/>
            <ac:spMk id="12" creationId="{3F010283-F523-E04C-BB15-5F240A81E675}"/>
          </ac:spMkLst>
        </pc:spChg>
        <pc:spChg chg="add del mod">
          <ac:chgData name="Kalvis Golde" userId="d12450372feb7484" providerId="LiveId" clId="{2B4EF15D-42C9-844D-8A07-BC881FB6F23C}" dt="2021-06-10T19:45:42.779" v="6408"/>
          <ac:spMkLst>
            <pc:docMk/>
            <pc:sldMk cId="1145471676" sldId="384"/>
            <ac:spMk id="13" creationId="{B2833B3D-0704-F348-A4C3-9014F005F623}"/>
          </ac:spMkLst>
        </pc:spChg>
        <pc:spChg chg="add del mod">
          <ac:chgData name="Kalvis Golde" userId="d12450372feb7484" providerId="LiveId" clId="{2B4EF15D-42C9-844D-8A07-BC881FB6F23C}" dt="2021-06-10T19:45:47.417" v="6410"/>
          <ac:spMkLst>
            <pc:docMk/>
            <pc:sldMk cId="1145471676" sldId="384"/>
            <ac:spMk id="14" creationId="{24D4B371-6B6D-BE4F-A7AC-8806B56D6FC1}"/>
          </ac:spMkLst>
        </pc:spChg>
        <pc:spChg chg="add del mod">
          <ac:chgData name="Kalvis Golde" userId="d12450372feb7484" providerId="LiveId" clId="{2B4EF15D-42C9-844D-8A07-BC881FB6F23C}" dt="2021-06-10T19:54:46.695" v="6726" actId="478"/>
          <ac:spMkLst>
            <pc:docMk/>
            <pc:sldMk cId="1145471676" sldId="384"/>
            <ac:spMk id="16" creationId="{1BED2A0A-A5B3-6A44-AFA8-DE467D07BB4E}"/>
          </ac:spMkLst>
        </pc:spChg>
        <pc:graphicFrameChg chg="del">
          <ac:chgData name="Kalvis Golde" userId="d12450372feb7484" providerId="LiveId" clId="{2B4EF15D-42C9-844D-8A07-BC881FB6F23C}" dt="2021-06-10T17:52:37.559" v="291" actId="478"/>
          <ac:graphicFrameMkLst>
            <pc:docMk/>
            <pc:sldMk cId="1145471676" sldId="384"/>
            <ac:graphicFrameMk id="5" creationId="{00000000-0000-0000-0000-000000000000}"/>
          </ac:graphicFrameMkLst>
        </pc:graphicFrameChg>
        <pc:graphicFrameChg chg="del">
          <ac:chgData name="Kalvis Golde" userId="d12450372feb7484" providerId="LiveId" clId="{2B4EF15D-42C9-844D-8A07-BC881FB6F23C}" dt="2021-06-10T17:52:38.712" v="292" actId="478"/>
          <ac:graphicFrameMkLst>
            <pc:docMk/>
            <pc:sldMk cId="1145471676" sldId="384"/>
            <ac:graphicFrameMk id="6" creationId="{00000000-0000-0000-0000-000000000000}"/>
          </ac:graphicFrameMkLst>
        </pc:graphicFrameChg>
        <pc:graphicFrameChg chg="mod">
          <ac:chgData name="Kalvis Golde" userId="d12450372feb7484" providerId="LiveId" clId="{2B4EF15D-42C9-844D-8A07-BC881FB6F23C}" dt="2021-06-10T18:59:41.238" v="3319" actId="1076"/>
          <ac:graphicFrameMkLst>
            <pc:docMk/>
            <pc:sldMk cId="1145471676" sldId="384"/>
            <ac:graphicFrameMk id="7" creationId="{00000000-0000-0000-0000-000000000000}"/>
          </ac:graphicFrameMkLst>
        </pc:graphicFrameChg>
        <pc:graphicFrameChg chg="del">
          <ac:chgData name="Kalvis Golde" userId="d12450372feb7484" providerId="LiveId" clId="{2B4EF15D-42C9-844D-8A07-BC881FB6F23C}" dt="2021-06-10T19:01:33.562" v="3442" actId="478"/>
          <ac:graphicFrameMkLst>
            <pc:docMk/>
            <pc:sldMk cId="1145471676" sldId="384"/>
            <ac:graphicFrameMk id="8" creationId="{00000000-0000-0000-0000-000000000000}"/>
          </ac:graphicFrameMkLst>
        </pc:graphicFrameChg>
        <pc:graphicFrameChg chg="del">
          <ac:chgData name="Kalvis Golde" userId="d12450372feb7484" providerId="LiveId" clId="{2B4EF15D-42C9-844D-8A07-BC881FB6F23C}" dt="2021-06-10T17:52:36.838" v="290" actId="478"/>
          <ac:graphicFrameMkLst>
            <pc:docMk/>
            <pc:sldMk cId="1145471676" sldId="384"/>
            <ac:graphicFrameMk id="9" creationId="{00000000-0000-0000-0000-000000000000}"/>
          </ac:graphicFrameMkLst>
        </pc:graphicFrameChg>
        <pc:graphicFrameChg chg="add del mod">
          <ac:chgData name="Kalvis Golde" userId="d12450372feb7484" providerId="LiveId" clId="{2B4EF15D-42C9-844D-8A07-BC881FB6F23C}" dt="2021-06-10T19:54:44.551" v="6725" actId="478"/>
          <ac:graphicFrameMkLst>
            <pc:docMk/>
            <pc:sldMk cId="1145471676" sldId="384"/>
            <ac:graphicFrameMk id="15" creationId="{03DEA91C-1C43-474D-A1F1-0C537074461B}"/>
          </ac:graphicFrameMkLst>
        </pc:graphicFrameChg>
      </pc:sldChg>
      <pc:sldChg chg="addSp delSp modSp mod addCm delCm">
        <pc:chgData name="Kalvis Golde" userId="d12450372feb7484" providerId="LiveId" clId="{2B4EF15D-42C9-844D-8A07-BC881FB6F23C}" dt="2021-06-22T19:25:21.550" v="14101" actId="13926"/>
        <pc:sldMkLst>
          <pc:docMk/>
          <pc:sldMk cId="1531195224" sldId="388"/>
        </pc:sldMkLst>
        <pc:spChg chg="del">
          <ac:chgData name="Kalvis Golde" userId="d12450372feb7484" providerId="LiveId" clId="{2B4EF15D-42C9-844D-8A07-BC881FB6F23C}" dt="2021-06-10T20:43:31.326" v="9020" actId="478"/>
          <ac:spMkLst>
            <pc:docMk/>
            <pc:sldMk cId="1531195224" sldId="388"/>
            <ac:spMk id="2" creationId="{00000000-0000-0000-0000-000000000000}"/>
          </ac:spMkLst>
        </pc:spChg>
        <pc:spChg chg="mod">
          <ac:chgData name="Kalvis Golde" userId="d12450372feb7484" providerId="LiveId" clId="{2B4EF15D-42C9-844D-8A07-BC881FB6F23C}" dt="2021-06-22T19:25:21.550" v="14101" actId="13926"/>
          <ac:spMkLst>
            <pc:docMk/>
            <pc:sldMk cId="1531195224" sldId="388"/>
            <ac:spMk id="5" creationId="{00000000-0000-0000-0000-000000000000}"/>
          </ac:spMkLst>
        </pc:spChg>
        <pc:spChg chg="add del mod">
          <ac:chgData name="Kalvis Golde" userId="d12450372feb7484" providerId="LiveId" clId="{2B4EF15D-42C9-844D-8A07-BC881FB6F23C}" dt="2021-06-10T20:43:26.765" v="9019" actId="478"/>
          <ac:spMkLst>
            <pc:docMk/>
            <pc:sldMk cId="1531195224" sldId="388"/>
            <ac:spMk id="7" creationId="{B68E1F4A-6BA5-514E-815E-7866602C5DF3}"/>
          </ac:spMkLst>
        </pc:spChg>
        <pc:spChg chg="add mod">
          <ac:chgData name="Kalvis Golde" userId="d12450372feb7484" providerId="LiveId" clId="{2B4EF15D-42C9-844D-8A07-BC881FB6F23C}" dt="2021-06-17T18:20:26.735" v="11209" actId="207"/>
          <ac:spMkLst>
            <pc:docMk/>
            <pc:sldMk cId="1531195224" sldId="388"/>
            <ac:spMk id="8" creationId="{8CEBAFC7-4882-B04E-B544-F5047A529DC3}"/>
          </ac:spMkLst>
        </pc:spChg>
        <pc:graphicFrameChg chg="del">
          <ac:chgData name="Kalvis Golde" userId="d12450372feb7484" providerId="LiveId" clId="{2B4EF15D-42C9-844D-8A07-BC881FB6F23C}" dt="2021-06-10T20:43:24.957" v="9018" actId="478"/>
          <ac:graphicFrameMkLst>
            <pc:docMk/>
            <pc:sldMk cId="1531195224" sldId="388"/>
            <ac:graphicFrameMk id="3" creationId="{00000000-0000-0000-0000-000000000000}"/>
          </ac:graphicFrameMkLst>
        </pc:graphicFrameChg>
        <pc:graphicFrameChg chg="mod">
          <ac:chgData name="Kalvis Golde" userId="d12450372feb7484" providerId="LiveId" clId="{2B4EF15D-42C9-844D-8A07-BC881FB6F23C}" dt="2021-06-10T20:43:52.612" v="9027" actId="1076"/>
          <ac:graphicFrameMkLst>
            <pc:docMk/>
            <pc:sldMk cId="1531195224" sldId="388"/>
            <ac:graphicFrameMk id="13" creationId="{00000000-0000-0000-0000-000000000000}"/>
          </ac:graphicFrameMkLst>
        </pc:graphicFrameChg>
      </pc:sldChg>
      <pc:sldChg chg="del">
        <pc:chgData name="Kalvis Golde" userId="d12450372feb7484" providerId="LiveId" clId="{2B4EF15D-42C9-844D-8A07-BC881FB6F23C}" dt="2021-06-10T21:00:17.983" v="9980" actId="2696"/>
        <pc:sldMkLst>
          <pc:docMk/>
          <pc:sldMk cId="3520280119" sldId="389"/>
        </pc:sldMkLst>
      </pc:sldChg>
      <pc:sldChg chg="addSp delSp modSp mod addCm delCm modCm">
        <pc:chgData name="Kalvis Golde" userId="d12450372feb7484" providerId="LiveId" clId="{2B4EF15D-42C9-844D-8A07-BC881FB6F23C}" dt="2021-06-22T21:16:50.898" v="14737"/>
        <pc:sldMkLst>
          <pc:docMk/>
          <pc:sldMk cId="605018774" sldId="390"/>
        </pc:sldMkLst>
        <pc:spChg chg="add del mod">
          <ac:chgData name="Kalvis Golde" userId="d12450372feb7484" providerId="LiveId" clId="{2B4EF15D-42C9-844D-8A07-BC881FB6F23C}" dt="2021-06-10T18:42:24.421" v="1701" actId="478"/>
          <ac:spMkLst>
            <pc:docMk/>
            <pc:sldMk cId="605018774" sldId="390"/>
            <ac:spMk id="3" creationId="{FAA4811B-2810-0743-815C-47E43BE91828}"/>
          </ac:spMkLst>
        </pc:spChg>
        <pc:spChg chg="del mod">
          <ac:chgData name="Kalvis Golde" userId="d12450372feb7484" providerId="LiveId" clId="{2B4EF15D-42C9-844D-8A07-BC881FB6F23C}" dt="2021-06-22T14:54:18.908" v="11278" actId="478"/>
          <ac:spMkLst>
            <pc:docMk/>
            <pc:sldMk cId="605018774" sldId="390"/>
            <ac:spMk id="5" creationId="{00000000-0000-0000-0000-000000000000}"/>
          </ac:spMkLst>
        </pc:spChg>
        <pc:spChg chg="add mod">
          <ac:chgData name="Kalvis Golde" userId="d12450372feb7484" providerId="LiveId" clId="{2B4EF15D-42C9-844D-8A07-BC881FB6F23C}" dt="2021-06-22T19:05:19.268" v="13697" actId="13926"/>
          <ac:spMkLst>
            <pc:docMk/>
            <pc:sldMk cId="605018774" sldId="390"/>
            <ac:spMk id="6" creationId="{9A4C9617-2FF2-3240-A229-AA4D72AB9586}"/>
          </ac:spMkLst>
        </pc:spChg>
        <pc:spChg chg="add mod">
          <ac:chgData name="Kalvis Golde" userId="d12450372feb7484" providerId="LiveId" clId="{2B4EF15D-42C9-844D-8A07-BC881FB6F23C}" dt="2021-06-22T19:34:41.892" v="14240" actId="13926"/>
          <ac:spMkLst>
            <pc:docMk/>
            <pc:sldMk cId="605018774" sldId="390"/>
            <ac:spMk id="8" creationId="{1158FEDE-D390-394F-8BD0-9BEC52197111}"/>
          </ac:spMkLst>
        </pc:spChg>
        <pc:spChg chg="add del mod">
          <ac:chgData name="Kalvis Golde" userId="d12450372feb7484" providerId="LiveId" clId="{2B4EF15D-42C9-844D-8A07-BC881FB6F23C}" dt="2021-06-22T15:11:49.074" v="11349" actId="478"/>
          <ac:spMkLst>
            <pc:docMk/>
            <pc:sldMk cId="605018774" sldId="390"/>
            <ac:spMk id="13" creationId="{30F82BB6-9B24-7B41-9C70-64A1833F0EEB}"/>
          </ac:spMkLst>
        </pc:spChg>
        <pc:graphicFrameChg chg="del">
          <ac:chgData name="Kalvis Golde" userId="d12450372feb7484" providerId="LiveId" clId="{2B4EF15D-42C9-844D-8A07-BC881FB6F23C}" dt="2021-06-10T18:42:22.400" v="1700" actId="478"/>
          <ac:graphicFrameMkLst>
            <pc:docMk/>
            <pc:sldMk cId="605018774" sldId="390"/>
            <ac:graphicFrameMk id="6" creationId="{00000000-0000-0000-0000-000000000000}"/>
          </ac:graphicFrameMkLst>
        </pc:graphicFrameChg>
        <pc:graphicFrameChg chg="del">
          <ac:chgData name="Kalvis Golde" userId="d12450372feb7484" providerId="LiveId" clId="{2B4EF15D-42C9-844D-8A07-BC881FB6F23C}" dt="2021-06-10T18:42:21.659" v="1699" actId="478"/>
          <ac:graphicFrameMkLst>
            <pc:docMk/>
            <pc:sldMk cId="605018774" sldId="390"/>
            <ac:graphicFrameMk id="7" creationId="{00000000-0000-0000-0000-000000000000}"/>
          </ac:graphicFrameMkLst>
        </pc:graphicFrameChg>
        <pc:graphicFrameChg chg="del">
          <ac:chgData name="Kalvis Golde" userId="d12450372feb7484" providerId="LiveId" clId="{2B4EF15D-42C9-844D-8A07-BC881FB6F23C}" dt="2021-06-10T18:42:25.676" v="1702" actId="478"/>
          <ac:graphicFrameMkLst>
            <pc:docMk/>
            <pc:sldMk cId="605018774" sldId="390"/>
            <ac:graphicFrameMk id="8" creationId="{00000000-0000-0000-0000-000000000000}"/>
          </ac:graphicFrameMkLst>
        </pc:graphicFrameChg>
        <pc:graphicFrameChg chg="del mod">
          <ac:chgData name="Kalvis Golde" userId="d12450372feb7484" providerId="LiveId" clId="{2B4EF15D-42C9-844D-8A07-BC881FB6F23C}" dt="2021-06-22T15:11:46.962" v="11348" actId="478"/>
          <ac:graphicFrameMkLst>
            <pc:docMk/>
            <pc:sldMk cId="605018774" sldId="390"/>
            <ac:graphicFrameMk id="9" creationId="{00000000-0000-0000-0000-000000000000}"/>
          </ac:graphicFrameMkLst>
        </pc:graphicFrameChg>
        <pc:graphicFrameChg chg="mod modGraphic">
          <ac:chgData name="Kalvis Golde" userId="d12450372feb7484" providerId="LiveId" clId="{2B4EF15D-42C9-844D-8A07-BC881FB6F23C}" dt="2021-06-22T20:30:21.876" v="14719" actId="13926"/>
          <ac:graphicFrameMkLst>
            <pc:docMk/>
            <pc:sldMk cId="605018774" sldId="390"/>
            <ac:graphicFrameMk id="10" creationId="{00000000-0000-0000-0000-000000000000}"/>
          </ac:graphicFrameMkLst>
        </pc:graphicFrameChg>
        <pc:graphicFrameChg chg="del">
          <ac:chgData name="Kalvis Golde" userId="d12450372feb7484" providerId="LiveId" clId="{2B4EF15D-42C9-844D-8A07-BC881FB6F23C}" dt="2021-06-10T18:42:20.076" v="1698" actId="478"/>
          <ac:graphicFrameMkLst>
            <pc:docMk/>
            <pc:sldMk cId="605018774" sldId="390"/>
            <ac:graphicFrameMk id="11" creationId="{00000000-0000-0000-0000-000000000000}"/>
          </ac:graphicFrameMkLst>
        </pc:graphicFrameChg>
        <pc:graphicFrameChg chg="add mod modGraphic">
          <ac:chgData name="Kalvis Golde" userId="d12450372feb7484" providerId="LiveId" clId="{2B4EF15D-42C9-844D-8A07-BC881FB6F23C}" dt="2021-06-22T20:30:03.480" v="14716" actId="13926"/>
          <ac:graphicFrameMkLst>
            <pc:docMk/>
            <pc:sldMk cId="605018774" sldId="390"/>
            <ac:graphicFrameMk id="12" creationId="{77B39914-3BE8-3842-B5A4-CA67D740F9D1}"/>
          </ac:graphicFrameMkLst>
        </pc:graphicFrameChg>
        <pc:picChg chg="add del mod">
          <ac:chgData name="Kalvis Golde" userId="d12450372feb7484" providerId="LiveId" clId="{2B4EF15D-42C9-844D-8A07-BC881FB6F23C}" dt="2021-06-22T15:22:19.467" v="11624" actId="478"/>
          <ac:picMkLst>
            <pc:docMk/>
            <pc:sldMk cId="605018774" sldId="390"/>
            <ac:picMk id="3" creationId="{8A3BADFF-7E5C-794F-883E-DBA8A3B8DDED}"/>
          </ac:picMkLst>
        </pc:picChg>
        <pc:picChg chg="add del mod">
          <ac:chgData name="Kalvis Golde" userId="d12450372feb7484" providerId="LiveId" clId="{2B4EF15D-42C9-844D-8A07-BC881FB6F23C}" dt="2021-06-22T15:22:51.479" v="11631" actId="478"/>
          <ac:picMkLst>
            <pc:docMk/>
            <pc:sldMk cId="605018774" sldId="390"/>
            <ac:picMk id="11" creationId="{00C066BC-47EA-6547-9016-D07AC80AFA31}"/>
          </ac:picMkLst>
        </pc:picChg>
        <pc:picChg chg="add del mod">
          <ac:chgData name="Kalvis Golde" userId="d12450372feb7484" providerId="LiveId" clId="{2B4EF15D-42C9-844D-8A07-BC881FB6F23C}" dt="2021-06-22T15:23:27.910" v="11635" actId="478"/>
          <ac:picMkLst>
            <pc:docMk/>
            <pc:sldMk cId="605018774" sldId="390"/>
            <ac:picMk id="15" creationId="{D10F22B7-D4DD-884B-AAFA-4D992F3C3554}"/>
          </ac:picMkLst>
        </pc:picChg>
        <pc:picChg chg="add del mod">
          <ac:chgData name="Kalvis Golde" userId="d12450372feb7484" providerId="LiveId" clId="{2B4EF15D-42C9-844D-8A07-BC881FB6F23C}" dt="2021-06-22T15:28:51.903" v="11692" actId="478"/>
          <ac:picMkLst>
            <pc:docMk/>
            <pc:sldMk cId="605018774" sldId="390"/>
            <ac:picMk id="17" creationId="{A4546E06-F14B-4F43-A587-BCA58D64C466}"/>
          </ac:picMkLst>
        </pc:picChg>
        <pc:picChg chg="add del mod">
          <ac:chgData name="Kalvis Golde" userId="d12450372feb7484" providerId="LiveId" clId="{2B4EF15D-42C9-844D-8A07-BC881FB6F23C}" dt="2021-06-22T15:33:13.795" v="11707" actId="478"/>
          <ac:picMkLst>
            <pc:docMk/>
            <pc:sldMk cId="605018774" sldId="390"/>
            <ac:picMk id="19" creationId="{43957D26-0BD3-9042-8B2E-689D9F464BA5}"/>
          </ac:picMkLst>
        </pc:picChg>
        <pc:picChg chg="add mod">
          <ac:chgData name="Kalvis Golde" userId="d12450372feb7484" providerId="LiveId" clId="{2B4EF15D-42C9-844D-8A07-BC881FB6F23C}" dt="2021-06-22T15:38:12.295" v="11801" actId="1076"/>
          <ac:picMkLst>
            <pc:docMk/>
            <pc:sldMk cId="605018774" sldId="390"/>
            <ac:picMk id="21" creationId="{ACFCF23C-3F78-F642-B6A1-1AF27AD94237}"/>
          </ac:picMkLst>
        </pc:picChg>
      </pc:sldChg>
      <pc:sldChg chg="addSp delSp modSp mod delCm">
        <pc:chgData name="Kalvis Golde" userId="d12450372feb7484" providerId="LiveId" clId="{2B4EF15D-42C9-844D-8A07-BC881FB6F23C}" dt="2021-06-22T19:06:12.050" v="13700" actId="13926"/>
        <pc:sldMkLst>
          <pc:docMk/>
          <pc:sldMk cId="2152055937" sldId="391"/>
        </pc:sldMkLst>
        <pc:spChg chg="add del mod">
          <ac:chgData name="Kalvis Golde" userId="d12450372feb7484" providerId="LiveId" clId="{2B4EF15D-42C9-844D-8A07-BC881FB6F23C}" dt="2021-06-22T15:52:10.338" v="11813" actId="478"/>
          <ac:spMkLst>
            <pc:docMk/>
            <pc:sldMk cId="2152055937" sldId="391"/>
            <ac:spMk id="3" creationId="{72ABA79E-75A5-F64A-84C8-9DBA4B218AA2}"/>
          </ac:spMkLst>
        </pc:spChg>
        <pc:spChg chg="del">
          <ac:chgData name="Kalvis Golde" userId="d12450372feb7484" providerId="LiveId" clId="{2B4EF15D-42C9-844D-8A07-BC881FB6F23C}" dt="2021-06-22T16:02:18.747" v="11919" actId="478"/>
          <ac:spMkLst>
            <pc:docMk/>
            <pc:sldMk cId="2152055937" sldId="391"/>
            <ac:spMk id="4" creationId="{00000000-0000-0000-0000-000000000000}"/>
          </ac:spMkLst>
        </pc:spChg>
        <pc:spChg chg="add mod">
          <ac:chgData name="Kalvis Golde" userId="d12450372feb7484" providerId="LiveId" clId="{2B4EF15D-42C9-844D-8A07-BC881FB6F23C}" dt="2021-06-22T19:06:12.050" v="13700" actId="13926"/>
          <ac:spMkLst>
            <pc:docMk/>
            <pc:sldMk cId="2152055937" sldId="391"/>
            <ac:spMk id="7" creationId="{FF46E068-D12F-7244-B43D-93F4C8891F00}"/>
          </ac:spMkLst>
        </pc:spChg>
        <pc:spChg chg="add mod">
          <ac:chgData name="Kalvis Golde" userId="d12450372feb7484" providerId="LiveId" clId="{2B4EF15D-42C9-844D-8A07-BC881FB6F23C}" dt="2021-06-22T17:37:53.756" v="12837" actId="20577"/>
          <ac:spMkLst>
            <pc:docMk/>
            <pc:sldMk cId="2152055937" sldId="391"/>
            <ac:spMk id="12" creationId="{BA47DF96-A0AE-8040-A329-EC7A6F459DE9}"/>
          </ac:spMkLst>
        </pc:spChg>
        <pc:graphicFrameChg chg="del modGraphic">
          <ac:chgData name="Kalvis Golde" userId="d12450372feb7484" providerId="LiveId" clId="{2B4EF15D-42C9-844D-8A07-BC881FB6F23C}" dt="2021-06-22T15:52:04.681" v="11811" actId="478"/>
          <ac:graphicFrameMkLst>
            <pc:docMk/>
            <pc:sldMk cId="2152055937" sldId="391"/>
            <ac:graphicFrameMk id="6" creationId="{00000000-0000-0000-0000-000000000000}"/>
          </ac:graphicFrameMkLst>
        </pc:graphicFrameChg>
        <pc:graphicFrameChg chg="del">
          <ac:chgData name="Kalvis Golde" userId="d12450372feb7484" providerId="LiveId" clId="{2B4EF15D-42C9-844D-8A07-BC881FB6F23C}" dt="2021-06-22T15:52:08.413" v="11812" actId="478"/>
          <ac:graphicFrameMkLst>
            <pc:docMk/>
            <pc:sldMk cId="2152055937" sldId="391"/>
            <ac:graphicFrameMk id="8" creationId="{7928BC67-CCB3-4657-BA9A-01E02FC4FA55}"/>
          </ac:graphicFrameMkLst>
        </pc:graphicFrameChg>
        <pc:picChg chg="add del mod">
          <ac:chgData name="Kalvis Golde" userId="d12450372feb7484" providerId="LiveId" clId="{2B4EF15D-42C9-844D-8A07-BC881FB6F23C}" dt="2021-06-22T17:00:51.596" v="11985" actId="478"/>
          <ac:picMkLst>
            <pc:docMk/>
            <pc:sldMk cId="2152055937" sldId="391"/>
            <ac:picMk id="9" creationId="{19FDD737-4FF5-E948-A17F-CF70CFCB83D5}"/>
          </ac:picMkLst>
        </pc:picChg>
        <pc:picChg chg="add mod">
          <ac:chgData name="Kalvis Golde" userId="d12450372feb7484" providerId="LiveId" clId="{2B4EF15D-42C9-844D-8A07-BC881FB6F23C}" dt="2021-06-22T17:37:48.190" v="12836" actId="1036"/>
          <ac:picMkLst>
            <pc:docMk/>
            <pc:sldMk cId="2152055937" sldId="391"/>
            <ac:picMk id="11" creationId="{7C763E95-3D18-0E4A-A856-B328C5924673}"/>
          </ac:picMkLst>
        </pc:picChg>
      </pc:sldChg>
      <pc:sldChg chg="addSp delSp modSp mod">
        <pc:chgData name="Kalvis Golde" userId="d12450372feb7484" providerId="LiveId" clId="{2B4EF15D-42C9-844D-8A07-BC881FB6F23C}" dt="2021-06-22T19:07:34.243" v="13793" actId="13926"/>
        <pc:sldMkLst>
          <pc:docMk/>
          <pc:sldMk cId="2956727627" sldId="392"/>
        </pc:sldMkLst>
        <pc:spChg chg="mod">
          <ac:chgData name="Kalvis Golde" userId="d12450372feb7484" providerId="LiveId" clId="{2B4EF15D-42C9-844D-8A07-BC881FB6F23C}" dt="2021-06-22T19:07:34.243" v="13793" actId="13926"/>
          <ac:spMkLst>
            <pc:docMk/>
            <pc:sldMk cId="2956727627" sldId="392"/>
            <ac:spMk id="6" creationId="{1700B16A-33BA-5646-9BCC-4491AD8D4FD4}"/>
          </ac:spMkLst>
        </pc:spChg>
        <pc:spChg chg="mod">
          <ac:chgData name="Kalvis Golde" userId="d12450372feb7484" providerId="LiveId" clId="{2B4EF15D-42C9-844D-8A07-BC881FB6F23C}" dt="2021-06-10T20:54:08.575" v="9650" actId="1037"/>
          <ac:spMkLst>
            <pc:docMk/>
            <pc:sldMk cId="2956727627" sldId="392"/>
            <ac:spMk id="7" creationId="{75488183-E097-304A-B953-194A9D986237}"/>
          </ac:spMkLst>
        </pc:spChg>
        <pc:spChg chg="mod">
          <ac:chgData name="Kalvis Golde" userId="d12450372feb7484" providerId="LiveId" clId="{2B4EF15D-42C9-844D-8A07-BC881FB6F23C}" dt="2021-06-10T20:54:01.086" v="9643" actId="1076"/>
          <ac:spMkLst>
            <pc:docMk/>
            <pc:sldMk cId="2956727627" sldId="392"/>
            <ac:spMk id="10" creationId="{C0E40825-6F35-DE44-8BCC-6208E8007D55}"/>
          </ac:spMkLst>
        </pc:spChg>
        <pc:picChg chg="add del mod">
          <ac:chgData name="Kalvis Golde" userId="d12450372feb7484" providerId="LiveId" clId="{2B4EF15D-42C9-844D-8A07-BC881FB6F23C}" dt="2021-06-10T20:52:13.560" v="9576" actId="478"/>
          <ac:picMkLst>
            <pc:docMk/>
            <pc:sldMk cId="2956727627" sldId="392"/>
            <ac:picMk id="3" creationId="{7CB9FAAB-B694-B849-8289-433F2AA3D418}"/>
          </ac:picMkLst>
        </pc:picChg>
        <pc:picChg chg="mod">
          <ac:chgData name="Kalvis Golde" userId="d12450372feb7484" providerId="LiveId" clId="{2B4EF15D-42C9-844D-8A07-BC881FB6F23C}" dt="2021-06-10T17:45:45.530" v="28" actId="1036"/>
          <ac:picMkLst>
            <pc:docMk/>
            <pc:sldMk cId="2956727627" sldId="392"/>
            <ac:picMk id="5" creationId="{E2A6483B-856F-1941-B717-FE03FA49C104}"/>
          </ac:picMkLst>
        </pc:picChg>
        <pc:picChg chg="mod">
          <ac:chgData name="Kalvis Golde" userId="d12450372feb7484" providerId="LiveId" clId="{2B4EF15D-42C9-844D-8A07-BC881FB6F23C}" dt="2021-06-22T14:52:35.832" v="11224" actId="1035"/>
          <ac:picMkLst>
            <pc:docMk/>
            <pc:sldMk cId="2956727627" sldId="392"/>
            <ac:picMk id="9" creationId="{CA56552D-6B5D-2140-856F-CB280A21060A}"/>
          </ac:picMkLst>
        </pc:picChg>
        <pc:picChg chg="add del mod">
          <ac:chgData name="Kalvis Golde" userId="d12450372feb7484" providerId="LiveId" clId="{2B4EF15D-42C9-844D-8A07-BC881FB6F23C}" dt="2021-06-10T20:52:51.962" v="9589" actId="478"/>
          <ac:picMkLst>
            <pc:docMk/>
            <pc:sldMk cId="2956727627" sldId="392"/>
            <ac:picMk id="11" creationId="{55D30BA5-2A4F-BE4E-BFC5-773D7A77B09A}"/>
          </ac:picMkLst>
        </pc:picChg>
        <pc:picChg chg="add del mod">
          <ac:chgData name="Kalvis Golde" userId="d12450372feb7484" providerId="LiveId" clId="{2B4EF15D-42C9-844D-8A07-BC881FB6F23C}" dt="2021-06-10T20:52:53.531" v="9590" actId="478"/>
          <ac:picMkLst>
            <pc:docMk/>
            <pc:sldMk cId="2956727627" sldId="392"/>
            <ac:picMk id="13" creationId="{07F479AC-2559-FA4E-B1F0-B84B2E331FC8}"/>
          </ac:picMkLst>
        </pc:picChg>
      </pc:sldChg>
      <pc:sldChg chg="addSp delSp modSp mod">
        <pc:chgData name="Kalvis Golde" userId="d12450372feb7484" providerId="LiveId" clId="{2B4EF15D-42C9-844D-8A07-BC881FB6F23C}" dt="2021-06-22T19:05:26.362" v="13698" actId="13926"/>
        <pc:sldMkLst>
          <pc:docMk/>
          <pc:sldMk cId="4151174089" sldId="393"/>
        </pc:sldMkLst>
        <pc:spChg chg="del mod">
          <ac:chgData name="Kalvis Golde" userId="d12450372feb7484" providerId="LiveId" clId="{2B4EF15D-42C9-844D-8A07-BC881FB6F23C}" dt="2021-06-10T17:47:16.274" v="34" actId="478"/>
          <ac:spMkLst>
            <pc:docMk/>
            <pc:sldMk cId="4151174089" sldId="393"/>
            <ac:spMk id="4" creationId="{EDAE49B8-B31C-5F4F-93D4-188B3D3BFF44}"/>
          </ac:spMkLst>
        </pc:spChg>
        <pc:spChg chg="del mod">
          <ac:chgData name="Kalvis Golde" userId="d12450372feb7484" providerId="LiveId" clId="{2B4EF15D-42C9-844D-8A07-BC881FB6F23C}" dt="2021-06-17T18:08:18.507" v="10847" actId="478"/>
          <ac:spMkLst>
            <pc:docMk/>
            <pc:sldMk cId="4151174089" sldId="393"/>
            <ac:spMk id="5" creationId="{6CD8426A-73E3-4646-B72E-A048A5994F9E}"/>
          </ac:spMkLst>
        </pc:spChg>
        <pc:spChg chg="mod">
          <ac:chgData name="Kalvis Golde" userId="d12450372feb7484" providerId="LiveId" clId="{2B4EF15D-42C9-844D-8A07-BC881FB6F23C}" dt="2021-06-22T19:05:26.362" v="13698" actId="13926"/>
          <ac:spMkLst>
            <pc:docMk/>
            <pc:sldMk cId="4151174089" sldId="393"/>
            <ac:spMk id="6" creationId="{4C22968F-54A5-2A45-A2FD-710584D7F4D0}"/>
          </ac:spMkLst>
        </pc:spChg>
        <pc:spChg chg="add mod">
          <ac:chgData name="Kalvis Golde" userId="d12450372feb7484" providerId="LiveId" clId="{2B4EF15D-42C9-844D-8A07-BC881FB6F23C}" dt="2021-06-10T17:47:25.489" v="35"/>
          <ac:spMkLst>
            <pc:docMk/>
            <pc:sldMk cId="4151174089" sldId="393"/>
            <ac:spMk id="7" creationId="{2A45BD41-D12E-F345-8BE8-A89CDA828240}"/>
          </ac:spMkLst>
        </pc:spChg>
        <pc:spChg chg="add del mod">
          <ac:chgData name="Kalvis Golde" userId="d12450372feb7484" providerId="LiveId" clId="{2B4EF15D-42C9-844D-8A07-BC881FB6F23C}" dt="2021-06-22T14:52:57.723" v="11227" actId="478"/>
          <ac:spMkLst>
            <pc:docMk/>
            <pc:sldMk cId="4151174089" sldId="393"/>
            <ac:spMk id="8" creationId="{7759AFD1-59A9-1B44-96C1-01DBA442D296}"/>
          </ac:spMkLst>
        </pc:spChg>
        <pc:spChg chg="add del mod">
          <ac:chgData name="Kalvis Golde" userId="d12450372feb7484" providerId="LiveId" clId="{2B4EF15D-42C9-844D-8A07-BC881FB6F23C}" dt="2021-06-22T14:52:51.066" v="11225" actId="478"/>
          <ac:spMkLst>
            <pc:docMk/>
            <pc:sldMk cId="4151174089" sldId="393"/>
            <ac:spMk id="9" creationId="{B2505207-8B77-BE42-981C-C1E5F088796F}"/>
          </ac:spMkLst>
        </pc:spChg>
      </pc:sldChg>
      <pc:sldChg chg="addSp delSp modSp add del mod">
        <pc:chgData name="Kalvis Golde" userId="d12450372feb7484" providerId="LiveId" clId="{2B4EF15D-42C9-844D-8A07-BC881FB6F23C}" dt="2021-06-10T19:48:19.587" v="6612" actId="2696"/>
        <pc:sldMkLst>
          <pc:docMk/>
          <pc:sldMk cId="633779602" sldId="394"/>
        </pc:sldMkLst>
        <pc:spChg chg="mod">
          <ac:chgData name="Kalvis Golde" userId="d12450372feb7484" providerId="LiveId" clId="{2B4EF15D-42C9-844D-8A07-BC881FB6F23C}" dt="2021-06-10T17:53:04.975" v="308" actId="20577"/>
          <ac:spMkLst>
            <pc:docMk/>
            <pc:sldMk cId="633779602" sldId="394"/>
            <ac:spMk id="2" creationId="{00000000-0000-0000-0000-000000000000}"/>
          </ac:spMkLst>
        </pc:spChg>
        <pc:spChg chg="del mod">
          <ac:chgData name="Kalvis Golde" userId="d12450372feb7484" providerId="LiveId" clId="{2B4EF15D-42C9-844D-8A07-BC881FB6F23C}" dt="2021-06-10T19:44:52.611" v="6325" actId="478"/>
          <ac:spMkLst>
            <pc:docMk/>
            <pc:sldMk cId="633779602" sldId="394"/>
            <ac:spMk id="3" creationId="{00000000-0000-0000-0000-000000000000}"/>
          </ac:spMkLst>
        </pc:spChg>
        <pc:spChg chg="add del mod">
          <ac:chgData name="Kalvis Golde" userId="d12450372feb7484" providerId="LiveId" clId="{2B4EF15D-42C9-844D-8A07-BC881FB6F23C}" dt="2021-06-10T19:45:05.060" v="6328"/>
          <ac:spMkLst>
            <pc:docMk/>
            <pc:sldMk cId="633779602" sldId="394"/>
            <ac:spMk id="5" creationId="{C8AABD9E-A56A-C04A-A927-8240FCEAA9BB}"/>
          </ac:spMkLst>
        </pc:spChg>
        <pc:spChg chg="add mod">
          <ac:chgData name="Kalvis Golde" userId="d12450372feb7484" providerId="LiveId" clId="{2B4EF15D-42C9-844D-8A07-BC881FB6F23C}" dt="2021-06-10T19:45:25.295" v="6392" actId="20577"/>
          <ac:spMkLst>
            <pc:docMk/>
            <pc:sldMk cId="633779602" sldId="394"/>
            <ac:spMk id="6" creationId="{AAB59CE2-3776-1E4C-9EBB-9839FB7AAA2C}"/>
          </ac:spMkLst>
        </pc:spChg>
        <pc:graphicFrameChg chg="del">
          <ac:chgData name="Kalvis Golde" userId="d12450372feb7484" providerId="LiveId" clId="{2B4EF15D-42C9-844D-8A07-BC881FB6F23C}" dt="2021-06-10T17:53:00.512" v="295" actId="478"/>
          <ac:graphicFrameMkLst>
            <pc:docMk/>
            <pc:sldMk cId="633779602" sldId="394"/>
            <ac:graphicFrameMk id="7" creationId="{00000000-0000-0000-0000-000000000000}"/>
          </ac:graphicFrameMkLst>
        </pc:graphicFrameChg>
        <pc:graphicFrameChg chg="mod">
          <ac:chgData name="Kalvis Golde" userId="d12450372feb7484" providerId="LiveId" clId="{2B4EF15D-42C9-844D-8A07-BC881FB6F23C}" dt="2021-06-10T19:01:51.631" v="3444" actId="1076"/>
          <ac:graphicFrameMkLst>
            <pc:docMk/>
            <pc:sldMk cId="633779602" sldId="394"/>
            <ac:graphicFrameMk id="8" creationId="{00000000-0000-0000-0000-000000000000}"/>
          </ac:graphicFrameMkLst>
        </pc:graphicFrameChg>
      </pc:sldChg>
      <pc:sldChg chg="addSp delSp modSp add mod">
        <pc:chgData name="Kalvis Golde" userId="d12450372feb7484" providerId="LiveId" clId="{2B4EF15D-42C9-844D-8A07-BC881FB6F23C}" dt="2021-06-22T19:12:38.334" v="13818" actId="13926"/>
        <pc:sldMkLst>
          <pc:docMk/>
          <pc:sldMk cId="4148355703" sldId="394"/>
        </pc:sldMkLst>
        <pc:spChg chg="mod">
          <ac:chgData name="Kalvis Golde" userId="d12450372feb7484" providerId="LiveId" clId="{2B4EF15D-42C9-844D-8A07-BC881FB6F23C}" dt="2021-06-22T19:12:38.334" v="13818" actId="13926"/>
          <ac:spMkLst>
            <pc:docMk/>
            <pc:sldMk cId="4148355703" sldId="394"/>
            <ac:spMk id="2" creationId="{00000000-0000-0000-0000-000000000000}"/>
          </ac:spMkLst>
        </pc:spChg>
        <pc:spChg chg="del mod">
          <ac:chgData name="Kalvis Golde" userId="d12450372feb7484" providerId="LiveId" clId="{2B4EF15D-42C9-844D-8A07-BC881FB6F23C}" dt="2021-06-10T21:02:21.324" v="10155" actId="478"/>
          <ac:spMkLst>
            <pc:docMk/>
            <pc:sldMk cId="4148355703" sldId="394"/>
            <ac:spMk id="6" creationId="{604D38DC-2BAB-E347-BB0D-92A64F59EA09}"/>
          </ac:spMkLst>
        </pc:spChg>
        <pc:spChg chg="add del mod">
          <ac:chgData name="Kalvis Golde" userId="d12450372feb7484" providerId="LiveId" clId="{2B4EF15D-42C9-844D-8A07-BC881FB6F23C}" dt="2021-06-10T21:02:29.373" v="10158" actId="478"/>
          <ac:spMkLst>
            <pc:docMk/>
            <pc:sldMk cId="4148355703" sldId="394"/>
            <ac:spMk id="8" creationId="{60DD8F58-9AFA-B142-9DA1-13C6168D8714}"/>
          </ac:spMkLst>
        </pc:spChg>
        <pc:spChg chg="add mod">
          <ac:chgData name="Kalvis Golde" userId="d12450372feb7484" providerId="LiveId" clId="{2B4EF15D-42C9-844D-8A07-BC881FB6F23C}" dt="2021-06-17T18:19:59.284" v="11204" actId="207"/>
          <ac:spMkLst>
            <pc:docMk/>
            <pc:sldMk cId="4148355703" sldId="394"/>
            <ac:spMk id="9" creationId="{F37129CA-1655-864C-827F-F9F60548B64F}"/>
          </ac:spMkLst>
        </pc:spChg>
        <pc:graphicFrameChg chg="del">
          <ac:chgData name="Kalvis Golde" userId="d12450372feb7484" providerId="LiveId" clId="{2B4EF15D-42C9-844D-8A07-BC881FB6F23C}" dt="2021-06-10T21:02:27.701" v="10157" actId="478"/>
          <ac:graphicFrameMkLst>
            <pc:docMk/>
            <pc:sldMk cId="4148355703" sldId="394"/>
            <ac:graphicFrameMk id="5" creationId="{00000000-0000-0000-0000-000000000000}"/>
          </ac:graphicFrameMkLst>
        </pc:graphicFrameChg>
        <pc:graphicFrameChg chg="del">
          <ac:chgData name="Kalvis Golde" userId="d12450372feb7484" providerId="LiveId" clId="{2B4EF15D-42C9-844D-8A07-BC881FB6F23C}" dt="2021-06-10T21:02:22.502" v="10156" actId="478"/>
          <ac:graphicFrameMkLst>
            <pc:docMk/>
            <pc:sldMk cId="4148355703" sldId="394"/>
            <ac:graphicFrameMk id="7" creationId="{00000000-0000-0000-0000-000000000000}"/>
          </ac:graphicFrameMkLst>
        </pc:graphicFrameChg>
      </pc:sldChg>
      <pc:sldChg chg="addSp delSp modSp new mod">
        <pc:chgData name="Kalvis Golde" userId="d12450372feb7484" providerId="LiveId" clId="{2B4EF15D-42C9-844D-8A07-BC881FB6F23C}" dt="2021-06-22T19:08:57.527" v="13798" actId="13926"/>
        <pc:sldMkLst>
          <pc:docMk/>
          <pc:sldMk cId="1407281575" sldId="395"/>
        </pc:sldMkLst>
        <pc:spChg chg="del">
          <ac:chgData name="Kalvis Golde" userId="d12450372feb7484" providerId="LiveId" clId="{2B4EF15D-42C9-844D-8A07-BC881FB6F23C}" dt="2021-06-22T17:28:22.792" v="12408" actId="478"/>
          <ac:spMkLst>
            <pc:docMk/>
            <pc:sldMk cId="1407281575" sldId="395"/>
            <ac:spMk id="2" creationId="{5AB9D273-416A-354C-AA28-F05D105AA98C}"/>
          </ac:spMkLst>
        </pc:spChg>
        <pc:spChg chg="del">
          <ac:chgData name="Kalvis Golde" userId="d12450372feb7484" providerId="LiveId" clId="{2B4EF15D-42C9-844D-8A07-BC881FB6F23C}" dt="2021-06-22T17:28:24.228" v="12409" actId="478"/>
          <ac:spMkLst>
            <pc:docMk/>
            <pc:sldMk cId="1407281575" sldId="395"/>
            <ac:spMk id="3" creationId="{A6ED7E95-00CB-AA46-AAAA-945BF9895F29}"/>
          </ac:spMkLst>
        </pc:spChg>
        <pc:spChg chg="add mod">
          <ac:chgData name="Kalvis Golde" userId="d12450372feb7484" providerId="LiveId" clId="{2B4EF15D-42C9-844D-8A07-BC881FB6F23C}" dt="2021-06-22T19:08:57.527" v="13798" actId="13926"/>
          <ac:spMkLst>
            <pc:docMk/>
            <pc:sldMk cId="1407281575" sldId="395"/>
            <ac:spMk id="5" creationId="{A42EFDFD-5356-C64A-8AC1-9F4719D73C82}"/>
          </ac:spMkLst>
        </pc:spChg>
        <pc:spChg chg="add mod">
          <ac:chgData name="Kalvis Golde" userId="d12450372feb7484" providerId="LiveId" clId="{2B4EF15D-42C9-844D-8A07-BC881FB6F23C}" dt="2021-06-22T17:33:53.185" v="12631" actId="1038"/>
          <ac:spMkLst>
            <pc:docMk/>
            <pc:sldMk cId="1407281575" sldId="395"/>
            <ac:spMk id="6" creationId="{EF5BF4B9-183A-BA4C-9CE9-17C8C647F3F3}"/>
          </ac:spMkLst>
        </pc:spChg>
        <pc:spChg chg="add del mod">
          <ac:chgData name="Kalvis Golde" userId="d12450372feb7484" providerId="LiveId" clId="{2B4EF15D-42C9-844D-8A07-BC881FB6F23C}" dt="2021-06-22T17:32:02.203" v="12504"/>
          <ac:spMkLst>
            <pc:docMk/>
            <pc:sldMk cId="1407281575" sldId="395"/>
            <ac:spMk id="7" creationId="{6F124A19-7957-344C-AE28-8AF8A0E70D0C}"/>
          </ac:spMkLst>
        </pc:spChg>
        <pc:spChg chg="add mod">
          <ac:chgData name="Kalvis Golde" userId="d12450372feb7484" providerId="LiveId" clId="{2B4EF15D-42C9-844D-8A07-BC881FB6F23C}" dt="2021-06-22T17:33:55.118" v="12634" actId="1037"/>
          <ac:spMkLst>
            <pc:docMk/>
            <pc:sldMk cId="1407281575" sldId="395"/>
            <ac:spMk id="8" creationId="{F60AB59C-618B-AB44-BAF7-44FAC64C8A41}"/>
          </ac:spMkLst>
        </pc:spChg>
      </pc:sldChg>
      <pc:sldChg chg="add del">
        <pc:chgData name="Kalvis Golde" userId="d12450372feb7484" providerId="LiveId" clId="{2B4EF15D-42C9-844D-8A07-BC881FB6F23C}" dt="2021-06-10T17:54:19.342" v="370"/>
        <pc:sldMkLst>
          <pc:docMk/>
          <pc:sldMk cId="2866900858" sldId="395"/>
        </pc:sldMkLst>
      </pc:sldChg>
      <pc:sldChg chg="modSp add del mod">
        <pc:chgData name="Kalvis Golde" userId="d12450372feb7484" providerId="LiveId" clId="{2B4EF15D-42C9-844D-8A07-BC881FB6F23C}" dt="2021-06-22T17:34:02.823" v="12636" actId="2696"/>
        <pc:sldMkLst>
          <pc:docMk/>
          <pc:sldMk cId="2185409598" sldId="396"/>
        </pc:sldMkLst>
        <pc:spChg chg="mod">
          <ac:chgData name="Kalvis Golde" userId="d12450372feb7484" providerId="LiveId" clId="{2B4EF15D-42C9-844D-8A07-BC881FB6F23C}" dt="2021-06-22T17:34:01.065" v="12635" actId="20577"/>
          <ac:spMkLst>
            <pc:docMk/>
            <pc:sldMk cId="2185409598" sldId="396"/>
            <ac:spMk id="6" creationId="{EF5BF4B9-183A-BA4C-9CE9-17C8C647F3F3}"/>
          </ac:spMkLst>
        </pc:spChg>
      </pc:sldChg>
      <pc:sldChg chg="modSp add mod">
        <pc:chgData name="Kalvis Golde" userId="d12450372feb7484" providerId="LiveId" clId="{2B4EF15D-42C9-844D-8A07-BC881FB6F23C}" dt="2021-06-22T19:09:21.002" v="13801" actId="13926"/>
        <pc:sldMkLst>
          <pc:docMk/>
          <pc:sldMk cId="4060666233" sldId="396"/>
        </pc:sldMkLst>
        <pc:spChg chg="mod">
          <ac:chgData name="Kalvis Golde" userId="d12450372feb7484" providerId="LiveId" clId="{2B4EF15D-42C9-844D-8A07-BC881FB6F23C}" dt="2021-06-22T19:09:21.002" v="13801" actId="13926"/>
          <ac:spMkLst>
            <pc:docMk/>
            <pc:sldMk cId="4060666233" sldId="396"/>
            <ac:spMk id="5" creationId="{A42EFDFD-5356-C64A-8AC1-9F4719D73C82}"/>
          </ac:spMkLst>
        </pc:spChg>
        <pc:spChg chg="mod">
          <ac:chgData name="Kalvis Golde" userId="d12450372feb7484" providerId="LiveId" clId="{2B4EF15D-42C9-844D-8A07-BC881FB6F23C}" dt="2021-06-22T17:34:11.591" v="12658" actId="20577"/>
          <ac:spMkLst>
            <pc:docMk/>
            <pc:sldMk cId="4060666233" sldId="396"/>
            <ac:spMk id="6" creationId="{EF5BF4B9-183A-BA4C-9CE9-17C8C647F3F3}"/>
          </ac:spMkLst>
        </pc:spChg>
        <pc:spChg chg="mod">
          <ac:chgData name="Kalvis Golde" userId="d12450372feb7484" providerId="LiveId" clId="{2B4EF15D-42C9-844D-8A07-BC881FB6F23C}" dt="2021-06-22T17:34:19.693" v="12698" actId="20577"/>
          <ac:spMkLst>
            <pc:docMk/>
            <pc:sldMk cId="4060666233" sldId="396"/>
            <ac:spMk id="8" creationId="{F60AB59C-618B-AB44-BAF7-44FAC64C8A41}"/>
          </ac:spMkLst>
        </pc:spChg>
      </pc:sldChg>
      <pc:sldChg chg="addSp delSp modSp new mod ord">
        <pc:chgData name="Kalvis Golde" userId="d12450372feb7484" providerId="LiveId" clId="{2B4EF15D-42C9-844D-8A07-BC881FB6F23C}" dt="2021-06-22T21:45:26.631" v="15652" actId="1076"/>
        <pc:sldMkLst>
          <pc:docMk/>
          <pc:sldMk cId="916534381" sldId="397"/>
        </pc:sldMkLst>
        <pc:spChg chg="del">
          <ac:chgData name="Kalvis Golde" userId="d12450372feb7484" providerId="LiveId" clId="{2B4EF15D-42C9-844D-8A07-BC881FB6F23C}" dt="2021-06-22T19:06:34.095" v="13703" actId="478"/>
          <ac:spMkLst>
            <pc:docMk/>
            <pc:sldMk cId="916534381" sldId="397"/>
            <ac:spMk id="2" creationId="{CCFA7651-D087-E843-A23B-C94914227594}"/>
          </ac:spMkLst>
        </pc:spChg>
        <pc:spChg chg="del">
          <ac:chgData name="Kalvis Golde" userId="d12450372feb7484" providerId="LiveId" clId="{2B4EF15D-42C9-844D-8A07-BC881FB6F23C}" dt="2021-06-22T19:06:35.592" v="13704" actId="478"/>
          <ac:spMkLst>
            <pc:docMk/>
            <pc:sldMk cId="916534381" sldId="397"/>
            <ac:spMk id="3" creationId="{65ED1A36-4D3D-B249-A2E7-D293BC307534}"/>
          </ac:spMkLst>
        </pc:spChg>
        <pc:spChg chg="add mod">
          <ac:chgData name="Kalvis Golde" userId="d12450372feb7484" providerId="LiveId" clId="{2B4EF15D-42C9-844D-8A07-BC881FB6F23C}" dt="2021-06-22T21:17:02.332" v="14739" actId="14100"/>
          <ac:spMkLst>
            <pc:docMk/>
            <pc:sldMk cId="916534381" sldId="397"/>
            <ac:spMk id="5" creationId="{AC24B3D7-BCD1-7942-BEAA-7549ACCB7487}"/>
          </ac:spMkLst>
        </pc:spChg>
        <pc:spChg chg="add mod">
          <ac:chgData name="Kalvis Golde" userId="d12450372feb7484" providerId="LiveId" clId="{2B4EF15D-42C9-844D-8A07-BC881FB6F23C}" dt="2021-06-22T21:45:26.631" v="15652" actId="1076"/>
          <ac:spMkLst>
            <pc:docMk/>
            <pc:sldMk cId="916534381" sldId="397"/>
            <ac:spMk id="6" creationId="{80B74A02-1D6A-F34B-AE1D-6ED137849539}"/>
          </ac:spMkLst>
        </pc:spChg>
      </pc:sldChg>
      <pc:sldChg chg="addSp delSp modSp new mod addCm modCm">
        <pc:chgData name="Kalvis Golde" userId="d12450372feb7484" providerId="LiveId" clId="{2B4EF15D-42C9-844D-8A07-BC881FB6F23C}" dt="2021-06-22T21:45:02.225" v="15620"/>
        <pc:sldMkLst>
          <pc:docMk/>
          <pc:sldMk cId="619884946" sldId="398"/>
        </pc:sldMkLst>
        <pc:spChg chg="del">
          <ac:chgData name="Kalvis Golde" userId="d12450372feb7484" providerId="LiveId" clId="{2B4EF15D-42C9-844D-8A07-BC881FB6F23C}" dt="2021-06-22T19:26:26.849" v="14125" actId="478"/>
          <ac:spMkLst>
            <pc:docMk/>
            <pc:sldMk cId="619884946" sldId="398"/>
            <ac:spMk id="2" creationId="{E00CFEC5-5173-9247-9A5B-FBAF170E8BF6}"/>
          </ac:spMkLst>
        </pc:spChg>
        <pc:spChg chg="del">
          <ac:chgData name="Kalvis Golde" userId="d12450372feb7484" providerId="LiveId" clId="{2B4EF15D-42C9-844D-8A07-BC881FB6F23C}" dt="2021-06-22T19:26:28.037" v="14126" actId="478"/>
          <ac:spMkLst>
            <pc:docMk/>
            <pc:sldMk cId="619884946" sldId="398"/>
            <ac:spMk id="3" creationId="{1914DAFD-BFF8-3E43-99E1-22E7255CA1F2}"/>
          </ac:spMkLst>
        </pc:spChg>
        <pc:spChg chg="add mod">
          <ac:chgData name="Kalvis Golde" userId="d12450372feb7484" providerId="LiveId" clId="{2B4EF15D-42C9-844D-8A07-BC881FB6F23C}" dt="2021-06-22T20:07:23.545" v="14711" actId="1038"/>
          <ac:spMkLst>
            <pc:docMk/>
            <pc:sldMk cId="619884946" sldId="398"/>
            <ac:spMk id="5" creationId="{4AEB5166-104F-F844-BFBC-60336AA803D3}"/>
          </ac:spMkLst>
        </pc:spChg>
        <pc:graphicFrameChg chg="add mod modGraphic">
          <ac:chgData name="Kalvis Golde" userId="d12450372feb7484" providerId="LiveId" clId="{2B4EF15D-42C9-844D-8A07-BC881FB6F23C}" dt="2021-06-22T21:44:49.826" v="15619" actId="207"/>
          <ac:graphicFrameMkLst>
            <pc:docMk/>
            <pc:sldMk cId="619884946" sldId="398"/>
            <ac:graphicFrameMk id="6" creationId="{5BF0DDD8-DCD3-F44C-A42D-CBB308CF5050}"/>
          </ac:graphicFrameMkLst>
        </pc:graphicFrameChg>
        <pc:graphicFrameChg chg="add del mod">
          <ac:chgData name="Kalvis Golde" userId="d12450372feb7484" providerId="LiveId" clId="{2B4EF15D-42C9-844D-8A07-BC881FB6F23C}" dt="2021-06-22T21:28:14.011" v="15366" actId="478"/>
          <ac:graphicFrameMkLst>
            <pc:docMk/>
            <pc:sldMk cId="619884946" sldId="398"/>
            <ac:graphicFrameMk id="25" creationId="{174D2BAB-1AF7-3E47-B2DD-8CED6DCD3161}"/>
          </ac:graphicFrameMkLst>
        </pc:graphicFrameChg>
        <pc:picChg chg="add mod">
          <ac:chgData name="Kalvis Golde" userId="d12450372feb7484" providerId="LiveId" clId="{2B4EF15D-42C9-844D-8A07-BC881FB6F23C}" dt="2021-06-22T21:34:33.453" v="15519" actId="1036"/>
          <ac:picMkLst>
            <pc:docMk/>
            <pc:sldMk cId="619884946" sldId="398"/>
            <ac:picMk id="8" creationId="{3729B541-7FD5-1E4B-B70B-5576A107D83E}"/>
          </ac:picMkLst>
        </pc:picChg>
        <pc:picChg chg="add mod">
          <ac:chgData name="Kalvis Golde" userId="d12450372feb7484" providerId="LiveId" clId="{2B4EF15D-42C9-844D-8A07-BC881FB6F23C}" dt="2021-06-22T21:34:33.453" v="15519" actId="1036"/>
          <ac:picMkLst>
            <pc:docMk/>
            <pc:sldMk cId="619884946" sldId="398"/>
            <ac:picMk id="10" creationId="{198360DB-F6AA-AF4D-9F57-D690DC68B6AA}"/>
          </ac:picMkLst>
        </pc:picChg>
        <pc:picChg chg="add mod">
          <ac:chgData name="Kalvis Golde" userId="d12450372feb7484" providerId="LiveId" clId="{2B4EF15D-42C9-844D-8A07-BC881FB6F23C}" dt="2021-06-22T21:34:33.453" v="15519" actId="1036"/>
          <ac:picMkLst>
            <pc:docMk/>
            <pc:sldMk cId="619884946" sldId="398"/>
            <ac:picMk id="12" creationId="{16ACDF34-C1E1-844D-A9E2-76296CF08BBB}"/>
          </ac:picMkLst>
        </pc:picChg>
        <pc:picChg chg="add mod">
          <ac:chgData name="Kalvis Golde" userId="d12450372feb7484" providerId="LiveId" clId="{2B4EF15D-42C9-844D-8A07-BC881FB6F23C}" dt="2021-06-22T21:34:33.453" v="15519" actId="1036"/>
          <ac:picMkLst>
            <pc:docMk/>
            <pc:sldMk cId="619884946" sldId="398"/>
            <ac:picMk id="14" creationId="{B22BDDB2-19EB-1248-A066-EA6A419F67A7}"/>
          </ac:picMkLst>
        </pc:picChg>
        <pc:picChg chg="add mod">
          <ac:chgData name="Kalvis Golde" userId="d12450372feb7484" providerId="LiveId" clId="{2B4EF15D-42C9-844D-8A07-BC881FB6F23C}" dt="2021-06-22T21:34:33.453" v="15519" actId="1036"/>
          <ac:picMkLst>
            <pc:docMk/>
            <pc:sldMk cId="619884946" sldId="398"/>
            <ac:picMk id="16" creationId="{0045E443-5EF8-7A4E-A335-DFC2160DB100}"/>
          </ac:picMkLst>
        </pc:picChg>
        <pc:picChg chg="add mod">
          <ac:chgData name="Kalvis Golde" userId="d12450372feb7484" providerId="LiveId" clId="{2B4EF15D-42C9-844D-8A07-BC881FB6F23C}" dt="2021-06-22T21:34:33.453" v="15519" actId="1036"/>
          <ac:picMkLst>
            <pc:docMk/>
            <pc:sldMk cId="619884946" sldId="398"/>
            <ac:picMk id="18" creationId="{B3BB87FD-05D8-5943-B8C7-D13B35F2D60B}"/>
          </ac:picMkLst>
        </pc:picChg>
        <pc:picChg chg="add mod">
          <ac:chgData name="Kalvis Golde" userId="d12450372feb7484" providerId="LiveId" clId="{2B4EF15D-42C9-844D-8A07-BC881FB6F23C}" dt="2021-06-22T21:34:33.453" v="15519" actId="1036"/>
          <ac:picMkLst>
            <pc:docMk/>
            <pc:sldMk cId="619884946" sldId="398"/>
            <ac:picMk id="20" creationId="{21498AC9-69A7-424D-B7E4-7B17E3BB7DF1}"/>
          </ac:picMkLst>
        </pc:picChg>
        <pc:picChg chg="add mod">
          <ac:chgData name="Kalvis Golde" userId="d12450372feb7484" providerId="LiveId" clId="{2B4EF15D-42C9-844D-8A07-BC881FB6F23C}" dt="2021-06-22T21:34:33.453" v="15519" actId="1036"/>
          <ac:picMkLst>
            <pc:docMk/>
            <pc:sldMk cId="619884946" sldId="398"/>
            <ac:picMk id="22" creationId="{E8320C50-E330-DB47-96AB-BED3E96F7BC9}"/>
          </ac:picMkLst>
        </pc:picChg>
        <pc:picChg chg="add mod">
          <ac:chgData name="Kalvis Golde" userId="d12450372feb7484" providerId="LiveId" clId="{2B4EF15D-42C9-844D-8A07-BC881FB6F23C}" dt="2021-06-22T21:34:33.453" v="15519" actId="1036"/>
          <ac:picMkLst>
            <pc:docMk/>
            <pc:sldMk cId="619884946" sldId="398"/>
            <ac:picMk id="24" creationId="{0402D156-9271-A242-9A94-3BAFC782CBF2}"/>
          </ac:picMkLst>
        </pc:picChg>
      </pc:sldChg>
      <pc:sldChg chg="modSp add del mod">
        <pc:chgData name="Kalvis Golde" userId="d12450372feb7484" providerId="LiveId" clId="{2B4EF15D-42C9-844D-8A07-BC881FB6F23C}" dt="2021-06-22T21:43:35.863" v="15611" actId="2696"/>
        <pc:sldMkLst>
          <pc:docMk/>
          <pc:sldMk cId="290846049" sldId="399"/>
        </pc:sldMkLst>
        <pc:graphicFrameChg chg="modGraphic">
          <ac:chgData name="Kalvis Golde" userId="d12450372feb7484" providerId="LiveId" clId="{2B4EF15D-42C9-844D-8A07-BC881FB6F23C}" dt="2021-06-22T21:35:09.202" v="15527" actId="255"/>
          <ac:graphicFrameMkLst>
            <pc:docMk/>
            <pc:sldMk cId="290846049" sldId="399"/>
            <ac:graphicFrameMk id="6" creationId="{5BF0DDD8-DCD3-F44C-A42D-CBB308CF5050}"/>
          </ac:graphicFrameMkLst>
        </pc:graphicFrameChg>
      </pc:sldChg>
      <pc:sldChg chg="add del">
        <pc:chgData name="Kalvis Golde" userId="d12450372feb7484" providerId="LiveId" clId="{2B4EF15D-42C9-844D-8A07-BC881FB6F23C}" dt="2021-06-22T21:33:18.606" v="15484" actId="2696"/>
        <pc:sldMkLst>
          <pc:docMk/>
          <pc:sldMk cId="2078947616" sldId="399"/>
        </pc:sldMkLst>
      </pc:sldChg>
      <pc:sldChg chg="add del">
        <pc:chgData name="Kalvis Golde" userId="d12450372feb7484" providerId="LiveId" clId="{2B4EF15D-42C9-844D-8A07-BC881FB6F23C}" dt="2021-06-22T21:34:43.687" v="15521" actId="2696"/>
        <pc:sldMkLst>
          <pc:docMk/>
          <pc:sldMk cId="3178402089" sldId="399"/>
        </pc:sldMkLst>
      </pc:sldChg>
      <pc:sldChg chg="add">
        <pc:chgData name="Kalvis Golde" userId="d12450372feb7484" providerId="LiveId" clId="{2B4EF15D-42C9-844D-8A07-BC881FB6F23C}" dt="2021-06-22T21:43:42.975" v="15614" actId="2890"/>
        <pc:sldMkLst>
          <pc:docMk/>
          <pc:sldMk cId="3374246032" sldId="399"/>
        </pc:sldMkLst>
      </pc:sldChg>
      <pc:sldChg chg="modSp add del mod">
        <pc:chgData name="Kalvis Golde" userId="d12450372feb7484" providerId="LiveId" clId="{2B4EF15D-42C9-844D-8A07-BC881FB6F23C}" dt="2021-06-22T21:43:38.117" v="15612" actId="2696"/>
        <pc:sldMkLst>
          <pc:docMk/>
          <pc:sldMk cId="515303802" sldId="400"/>
        </pc:sldMkLst>
        <pc:graphicFrameChg chg="modGraphic">
          <ac:chgData name="Kalvis Golde" userId="d12450372feb7484" providerId="LiveId" clId="{2B4EF15D-42C9-844D-8A07-BC881FB6F23C}" dt="2021-06-22T21:35:14.818" v="15528" actId="255"/>
          <ac:graphicFrameMkLst>
            <pc:docMk/>
            <pc:sldMk cId="515303802" sldId="400"/>
            <ac:graphicFrameMk id="6" creationId="{5BF0DDD8-DCD3-F44C-A42D-CBB308CF5050}"/>
          </ac:graphicFrameMkLst>
        </pc:graphicFrameChg>
      </pc:sldChg>
      <pc:sldChg chg="add">
        <pc:chgData name="Kalvis Golde" userId="d12450372feb7484" providerId="LiveId" clId="{2B4EF15D-42C9-844D-8A07-BC881FB6F23C}" dt="2021-06-22T21:43:45.582" v="15615" actId="2890"/>
        <pc:sldMkLst>
          <pc:docMk/>
          <pc:sldMk cId="1610198075" sldId="400"/>
        </pc:sldMkLst>
      </pc:sldChg>
      <pc:sldChg chg="add del">
        <pc:chgData name="Kalvis Golde" userId="d12450372feb7484" providerId="LiveId" clId="{2B4EF15D-42C9-844D-8A07-BC881FB6F23C}" dt="2021-06-22T21:34:42.692" v="15520" actId="2696"/>
        <pc:sldMkLst>
          <pc:docMk/>
          <pc:sldMk cId="2094742811" sldId="400"/>
        </pc:sldMkLst>
      </pc:sldChg>
      <pc:sldChg chg="add del">
        <pc:chgData name="Kalvis Golde" userId="d12450372feb7484" providerId="LiveId" clId="{2B4EF15D-42C9-844D-8A07-BC881FB6F23C}" dt="2021-06-22T21:34:45.595" v="15522" actId="2696"/>
        <pc:sldMkLst>
          <pc:docMk/>
          <pc:sldMk cId="1035249906" sldId="401"/>
        </pc:sldMkLst>
      </pc:sldChg>
      <pc:sldChg chg="add">
        <pc:chgData name="Kalvis Golde" userId="d12450372feb7484" providerId="LiveId" clId="{2B4EF15D-42C9-844D-8A07-BC881FB6F23C}" dt="2021-06-22T21:43:48.054" v="15616" actId="2890"/>
        <pc:sldMkLst>
          <pc:docMk/>
          <pc:sldMk cId="1855656958" sldId="401"/>
        </pc:sldMkLst>
      </pc:sldChg>
      <pc:sldChg chg="modSp add del mod">
        <pc:chgData name="Kalvis Golde" userId="d12450372feb7484" providerId="LiveId" clId="{2B4EF15D-42C9-844D-8A07-BC881FB6F23C}" dt="2021-06-22T21:43:39.968" v="15613" actId="2696"/>
        <pc:sldMkLst>
          <pc:docMk/>
          <pc:sldMk cId="2875960702" sldId="401"/>
        </pc:sldMkLst>
        <pc:graphicFrameChg chg="modGraphic">
          <ac:chgData name="Kalvis Golde" userId="d12450372feb7484" providerId="LiveId" clId="{2B4EF15D-42C9-844D-8A07-BC881FB6F23C}" dt="2021-06-22T21:35:20.247" v="15529" actId="255"/>
          <ac:graphicFrameMkLst>
            <pc:docMk/>
            <pc:sldMk cId="2875960702" sldId="401"/>
            <ac:graphicFrameMk id="6" creationId="{5BF0DDD8-DCD3-F44C-A42D-CBB308CF505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EF90E4-B67E-E6C2-821C-2B3D99B6443C}"/>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E41E648-44D8-05EC-AB50-428752A74AEB}"/>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DA8C85FA-D031-4789-9D90-3CFE7A983AA3}" type="datetimeFigureOut">
              <a:rPr lang="en-US" smtClean="0"/>
              <a:t>6/30/2025</a:t>
            </a:fld>
            <a:endParaRPr lang="en-US"/>
          </a:p>
        </p:txBody>
      </p:sp>
      <p:sp>
        <p:nvSpPr>
          <p:cNvPr id="4" name="Footer Placeholder 3">
            <a:extLst>
              <a:ext uri="{FF2B5EF4-FFF2-40B4-BE49-F238E27FC236}">
                <a16:creationId xmlns:a16="http://schemas.microsoft.com/office/drawing/2014/main" id="{4376C22F-18ED-21D2-EF37-AC43B323D82C}"/>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738A1A9-CBA2-3F1F-6C88-4C113933CA42}"/>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2F67EE93-2B30-4C28-813D-32068B5E3532}" type="slidenum">
              <a:rPr lang="en-US" smtClean="0"/>
              <a:t>‹#›</a:t>
            </a:fld>
            <a:endParaRPr lang="en-US"/>
          </a:p>
        </p:txBody>
      </p:sp>
    </p:spTree>
    <p:extLst>
      <p:ext uri="{BB962C8B-B14F-4D97-AF65-F5344CB8AC3E}">
        <p14:creationId xmlns:p14="http://schemas.microsoft.com/office/powerpoint/2010/main" val="3411984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3" tIns="46587" rIns="93173" bIns="46587"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3" tIns="46587" rIns="93173" bIns="46587" rtlCol="0"/>
          <a:lstStyle>
            <a:lvl1pPr algn="r">
              <a:defRPr sz="1200"/>
            </a:lvl1pPr>
          </a:lstStyle>
          <a:p>
            <a:fld id="{D62E4C22-F13C-469B-88DE-BEC26370719F}" type="datetimeFigureOut">
              <a:rPr lang="en-US" smtClean="0"/>
              <a:t>6/30/2025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3" tIns="46587" rIns="93173" bIns="46587"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3" tIns="46587" rIns="93173" bIns="4658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3"/>
          </a:xfrm>
          <a:prstGeom prst="rect">
            <a:avLst/>
          </a:prstGeom>
        </p:spPr>
        <p:txBody>
          <a:bodyPr vert="horz" lIns="93173" tIns="46587" rIns="93173" bIns="46587"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3"/>
          </a:xfrm>
          <a:prstGeom prst="rect">
            <a:avLst/>
          </a:prstGeom>
        </p:spPr>
        <p:txBody>
          <a:bodyPr vert="horz" lIns="93173" tIns="46587" rIns="93173" bIns="46587" rtlCol="0" anchor="b"/>
          <a:lstStyle>
            <a:lvl1pPr algn="r">
              <a:defRPr sz="1200"/>
            </a:lvl1pPr>
          </a:lstStyle>
          <a:p>
            <a:fld id="{B834DF19-3E08-411A-A452-BC015BCC027A}"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1</a:t>
            </a:fld>
            <a:endParaRPr lang="en-US" dirty="0"/>
          </a:p>
        </p:txBody>
      </p:sp>
    </p:spTree>
    <p:extLst>
      <p:ext uri="{BB962C8B-B14F-4D97-AF65-F5344CB8AC3E}">
        <p14:creationId xmlns:p14="http://schemas.microsoft.com/office/powerpoint/2010/main" val="6889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2</a:t>
            </a:fld>
            <a:endParaRPr lang="en-US" dirty="0"/>
          </a:p>
        </p:txBody>
      </p:sp>
    </p:spTree>
    <p:extLst>
      <p:ext uri="{BB962C8B-B14F-4D97-AF65-F5344CB8AC3E}">
        <p14:creationId xmlns:p14="http://schemas.microsoft.com/office/powerpoint/2010/main" val="1641407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4</a:t>
            </a:fld>
            <a:endParaRPr lang="en-US"/>
          </a:p>
        </p:txBody>
      </p:sp>
    </p:spTree>
    <p:extLst>
      <p:ext uri="{BB962C8B-B14F-4D97-AF65-F5344CB8AC3E}">
        <p14:creationId xmlns:p14="http://schemas.microsoft.com/office/powerpoint/2010/main" val="1520718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8</a:t>
            </a:fld>
            <a:endParaRPr lang="en-US"/>
          </a:p>
        </p:txBody>
      </p:sp>
    </p:spTree>
    <p:extLst>
      <p:ext uri="{BB962C8B-B14F-4D97-AF65-F5344CB8AC3E}">
        <p14:creationId xmlns:p14="http://schemas.microsoft.com/office/powerpoint/2010/main" val="1117492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5E8D4-9AA5-C3A5-26B3-0C8530D91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8517F-94F9-A77F-332E-C83435903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962BD-5EF3-9C9D-1402-F8A38E49FF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EB8675-6AE5-638E-8622-9F1A9C74C8C9}"/>
              </a:ext>
            </a:extLst>
          </p:cNvPr>
          <p:cNvSpPr>
            <a:spLocks noGrp="1"/>
          </p:cNvSpPr>
          <p:nvPr>
            <p:ph type="sldNum" sz="quarter" idx="5"/>
          </p:nvPr>
        </p:nvSpPr>
        <p:spPr/>
        <p:txBody>
          <a:bodyPr/>
          <a:lstStyle/>
          <a:p>
            <a:fld id="{B834DF19-3E08-411A-A452-BC015BCC027A}" type="slidenum">
              <a:rPr lang="en-US" smtClean="0"/>
              <a:t>9</a:t>
            </a:fld>
            <a:endParaRPr lang="en-US"/>
          </a:p>
        </p:txBody>
      </p:sp>
    </p:spTree>
    <p:extLst>
      <p:ext uri="{BB962C8B-B14F-4D97-AF65-F5344CB8AC3E}">
        <p14:creationId xmlns:p14="http://schemas.microsoft.com/office/powerpoint/2010/main" val="985690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10</a:t>
            </a:fld>
            <a:endParaRPr lang="en-US"/>
          </a:p>
        </p:txBody>
      </p:sp>
    </p:spTree>
    <p:extLst>
      <p:ext uri="{BB962C8B-B14F-4D97-AF65-F5344CB8AC3E}">
        <p14:creationId xmlns:p14="http://schemas.microsoft.com/office/powerpoint/2010/main" val="385438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19</a:t>
            </a:fld>
            <a:endParaRPr lang="en-US"/>
          </a:p>
        </p:txBody>
      </p:sp>
    </p:spTree>
    <p:extLst>
      <p:ext uri="{BB962C8B-B14F-4D97-AF65-F5344CB8AC3E}">
        <p14:creationId xmlns:p14="http://schemas.microsoft.com/office/powerpoint/2010/main" val="2828864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E230C-F700-77BC-D082-A7CA0D03C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F769-429F-196E-1CD6-C9DD1CE36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54690-196E-4BFA-8EEF-9D556E8826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7C1058-6CC5-5D4E-1AE7-0441E63EF21C}"/>
              </a:ext>
            </a:extLst>
          </p:cNvPr>
          <p:cNvSpPr>
            <a:spLocks noGrp="1"/>
          </p:cNvSpPr>
          <p:nvPr>
            <p:ph type="sldNum" sz="quarter" idx="5"/>
          </p:nvPr>
        </p:nvSpPr>
        <p:spPr/>
        <p:txBody>
          <a:bodyPr/>
          <a:lstStyle/>
          <a:p>
            <a:fld id="{B834DF19-3E08-411A-A452-BC015BCC027A}" type="slidenum">
              <a:rPr lang="en-US" smtClean="0"/>
              <a:t>20</a:t>
            </a:fld>
            <a:endParaRPr lang="en-US"/>
          </a:p>
        </p:txBody>
      </p:sp>
    </p:spTree>
    <p:extLst>
      <p:ext uri="{BB962C8B-B14F-4D97-AF65-F5344CB8AC3E}">
        <p14:creationId xmlns:p14="http://schemas.microsoft.com/office/powerpoint/2010/main" val="246338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34DF19-3E08-411A-A452-BC015BCC027A}" type="slidenum">
              <a:rPr lang="en-US" smtClean="0"/>
              <a:t>21</a:t>
            </a:fld>
            <a:endParaRPr lang="en-US"/>
          </a:p>
        </p:txBody>
      </p:sp>
    </p:spTree>
    <p:extLst>
      <p:ext uri="{BB962C8B-B14F-4D97-AF65-F5344CB8AC3E}">
        <p14:creationId xmlns:p14="http://schemas.microsoft.com/office/powerpoint/2010/main" val="2658002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24</a:t>
            </a:fld>
            <a:endParaRPr lang="en-US"/>
          </a:p>
        </p:txBody>
      </p:sp>
    </p:spTree>
    <p:extLst>
      <p:ext uri="{BB962C8B-B14F-4D97-AF65-F5344CB8AC3E}">
        <p14:creationId xmlns:p14="http://schemas.microsoft.com/office/powerpoint/2010/main" val="76990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25</a:t>
            </a:fld>
            <a:endParaRPr lang="en-US"/>
          </a:p>
        </p:txBody>
      </p:sp>
    </p:spTree>
    <p:extLst>
      <p:ext uri="{BB962C8B-B14F-4D97-AF65-F5344CB8AC3E}">
        <p14:creationId xmlns:p14="http://schemas.microsoft.com/office/powerpoint/2010/main" val="2118279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26</a:t>
            </a:fld>
            <a:endParaRPr lang="en-US"/>
          </a:p>
        </p:txBody>
      </p:sp>
    </p:spTree>
    <p:extLst>
      <p:ext uri="{BB962C8B-B14F-4D97-AF65-F5344CB8AC3E}">
        <p14:creationId xmlns:p14="http://schemas.microsoft.com/office/powerpoint/2010/main" val="1172323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4DF19-3E08-411A-A452-BC015BCC027A}" type="slidenum">
              <a:rPr lang="en-US" smtClean="0"/>
              <a:t>27</a:t>
            </a:fld>
            <a:endParaRPr lang="en-US"/>
          </a:p>
        </p:txBody>
      </p:sp>
    </p:spTree>
    <p:extLst>
      <p:ext uri="{BB962C8B-B14F-4D97-AF65-F5344CB8AC3E}">
        <p14:creationId xmlns:p14="http://schemas.microsoft.com/office/powerpoint/2010/main" val="2270274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626B0-9FA2-B25B-45C1-0643DDB99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8D297-41AF-8233-FB75-665F598D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ACE5C-C44E-FBA9-59AE-264455420B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59D40-C205-23B2-931A-4664C7D448F1}"/>
              </a:ext>
            </a:extLst>
          </p:cNvPr>
          <p:cNvSpPr>
            <a:spLocks noGrp="1"/>
          </p:cNvSpPr>
          <p:nvPr>
            <p:ph type="sldNum" sz="quarter" idx="5"/>
          </p:nvPr>
        </p:nvSpPr>
        <p:spPr/>
        <p:txBody>
          <a:bodyPr/>
          <a:lstStyle/>
          <a:p>
            <a:fld id="{B834DF19-3E08-411A-A452-BC015BCC027A}" type="slidenum">
              <a:rPr lang="en-US" smtClean="0"/>
              <a:t>28</a:t>
            </a:fld>
            <a:endParaRPr lang="en-US"/>
          </a:p>
        </p:txBody>
      </p:sp>
    </p:spTree>
    <p:extLst>
      <p:ext uri="{BB962C8B-B14F-4D97-AF65-F5344CB8AC3E}">
        <p14:creationId xmlns:p14="http://schemas.microsoft.com/office/powerpoint/2010/main" val="99575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886F95D-63DC-4E27-B831-3510D96A4B12}" type="datetime1">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8BF109-4488-4097-8E73-8D9D00B8E452}" type="datetime1">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0D5094-4A69-422F-A552-62E8ADDE57BE}" type="datetime1">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BC27A5-B7A4-4AC1-BD00-5E02EB72BBDF}" type="datetime1">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F909A7-1576-4363-864A-4A34D8853C5A}" type="datetime1">
              <a:rPr lang="en-US" smtClean="0"/>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EB5BDB-F390-41FC-9784-93F0006E4016}" type="datetime1">
              <a:rPr lang="en-US" smtClean="0"/>
              <a:t>6/30/2025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C60ECA-B0A9-4A16-92BC-607A4684D36B}" type="datetime1">
              <a:rPr lang="en-US" smtClean="0"/>
              <a:t>6/30/2025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5C07315-6A86-46E6-985F-F76E3FE085BD}" type="datetime1">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BE60E6-B3BB-411D-8F93-71BCDF2CB629}" type="datetime1">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00BF8D-729E-4B4F-84E3-41D9C126857F}" type="datetime1">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51EA33-5068-4368-A67C-916AAF54768D}" type="datetime1">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212BD6-99D2-4430-8307-3DFF6CB1AF6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17BDBF-2554-4278-9618-598D3C183D26}" type="datetime1">
              <a:rPr lang="en-US" smtClean="0"/>
              <a:t>6/30/2025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212BD6-99D2-4430-8307-3DFF6CB1AF6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8.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7.xml"/><Relationship Id="rId17" Type="http://schemas.openxmlformats.org/officeDocument/2006/relationships/slide" Target="slide29.xml"/><Relationship Id="rId2" Type="http://schemas.openxmlformats.org/officeDocument/2006/relationships/notesSlide" Target="../notesSlides/notesSlide2.xml"/><Relationship Id="rId16" Type="http://schemas.openxmlformats.org/officeDocument/2006/relationships/slide" Target="slide24.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5.xml"/><Relationship Id="rId5" Type="http://schemas.openxmlformats.org/officeDocument/2006/relationships/slide" Target="slide5.xml"/><Relationship Id="rId15" Type="http://schemas.openxmlformats.org/officeDocument/2006/relationships/slide" Target="slide22.xml"/><Relationship Id="rId10" Type="http://schemas.openxmlformats.org/officeDocument/2006/relationships/slide" Target="slide14.xml"/><Relationship Id="rId4" Type="http://schemas.openxmlformats.org/officeDocument/2006/relationships/slide" Target="slide4.xml"/><Relationship Id="rId9" Type="http://schemas.openxmlformats.org/officeDocument/2006/relationships/slide" Target="slide13.xml"/><Relationship Id="rId14" Type="http://schemas.openxmlformats.org/officeDocument/2006/relationships/slide" Target="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cdb.la.psu.edu/"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mqscores.wustl.edu/"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03BE7F-97AF-5148-899D-4AD76C06E41F}"/>
              </a:ext>
            </a:extLst>
          </p:cNvPr>
          <p:cNvSpPr>
            <a:spLocks noGrp="1"/>
          </p:cNvSpPr>
          <p:nvPr>
            <p:ph type="sldNum" sz="quarter" idx="12"/>
          </p:nvPr>
        </p:nvSpPr>
        <p:spPr/>
        <p:txBody>
          <a:bodyPr/>
          <a:lstStyle/>
          <a:p>
            <a:fld id="{5E212BD6-99D2-4430-8307-3DFF6CB1AF68}" type="slidenum">
              <a:rPr lang="en-US" smtClean="0">
                <a:latin typeface="MULISH REGULAR ROMAN" pitchFamily="2" charset="77"/>
              </a:rPr>
              <a:t>1</a:t>
            </a:fld>
            <a:endParaRPr lang="en-US" dirty="0">
              <a:latin typeface="MULISH REGULAR ROMAN" pitchFamily="2" charset="77"/>
            </a:endParaRPr>
          </a:p>
        </p:txBody>
      </p:sp>
      <p:sp>
        <p:nvSpPr>
          <p:cNvPr id="6" name="Title 1">
            <a:extLst>
              <a:ext uri="{FF2B5EF4-FFF2-40B4-BE49-F238E27FC236}">
                <a16:creationId xmlns:a16="http://schemas.microsoft.com/office/drawing/2014/main" id="{1700B16A-33BA-5646-9BCC-4491AD8D4FD4}"/>
              </a:ext>
            </a:extLst>
          </p:cNvPr>
          <p:cNvSpPr>
            <a:spLocks noGrp="1"/>
          </p:cNvSpPr>
          <p:nvPr>
            <p:ph type="title"/>
          </p:nvPr>
        </p:nvSpPr>
        <p:spPr>
          <a:xfrm>
            <a:off x="110033" y="2774320"/>
            <a:ext cx="4971156" cy="2827875"/>
          </a:xfrm>
          <a:noFill/>
        </p:spPr>
        <p:txBody>
          <a:bodyPr>
            <a:noAutofit/>
          </a:bodyPr>
          <a:lstStyle/>
          <a:p>
            <a:pPr algn="ctr">
              <a:lnSpc>
                <a:spcPct val="100000"/>
              </a:lnSpc>
            </a:pPr>
            <a:r>
              <a:rPr lang="en-US" sz="3600" b="1" dirty="0">
                <a:latin typeface="MULISH BLACK ROMAN" pitchFamily="2" charset="77"/>
              </a:rPr>
              <a:t>Final Stat Pack for the 2024-25 term</a:t>
            </a:r>
            <a:br>
              <a:rPr lang="en-US" sz="2800" b="1" dirty="0">
                <a:latin typeface="MULISH BLACK ROMAN" pitchFamily="2" charset="77"/>
              </a:rPr>
            </a:br>
            <a:br>
              <a:rPr lang="en-US" sz="2800" b="1" dirty="0">
                <a:latin typeface="MULISH EXTRABOLD ROMAN" pitchFamily="2" charset="77"/>
              </a:rPr>
            </a:br>
            <a:r>
              <a:rPr lang="en-US" sz="2000" b="1" dirty="0">
                <a:latin typeface="MULISH EXTRABOLD ROMAN" pitchFamily="2" charset="77"/>
              </a:rPr>
              <a:t>Updated </a:t>
            </a:r>
            <a:r>
              <a:rPr lang="en-US" sz="2000" b="1" dirty="0">
                <a:latin typeface="MULISH SEMIBOLD ROMAN" pitchFamily="2" charset="77"/>
              </a:rPr>
              <a:t>June 30, 2025</a:t>
            </a:r>
            <a:br>
              <a:rPr lang="en-US" sz="2800" b="1" dirty="0">
                <a:latin typeface="MULISH EXTRABOLD ROMAN" pitchFamily="2" charset="77"/>
              </a:rPr>
            </a:br>
            <a:br>
              <a:rPr lang="en-US" sz="2800" b="1" dirty="0">
                <a:latin typeface="MULISH EXTRABOLD ROMAN" pitchFamily="2" charset="77"/>
              </a:rPr>
            </a:br>
            <a:endParaRPr lang="en-US" sz="2800" b="1" dirty="0">
              <a:highlight>
                <a:srgbClr val="FF0000"/>
              </a:highlight>
              <a:latin typeface="MULISH EXTRABOLD ROMAN" pitchFamily="2" charset="77"/>
            </a:endParaRPr>
          </a:p>
        </p:txBody>
      </p:sp>
      <p:sp>
        <p:nvSpPr>
          <p:cNvPr id="7" name="Rectangle 6">
            <a:extLst>
              <a:ext uri="{FF2B5EF4-FFF2-40B4-BE49-F238E27FC236}">
                <a16:creationId xmlns:a16="http://schemas.microsoft.com/office/drawing/2014/main" id="{75488183-E097-304A-B953-194A9D986237}"/>
              </a:ext>
            </a:extLst>
          </p:cNvPr>
          <p:cNvSpPr/>
          <p:nvPr/>
        </p:nvSpPr>
        <p:spPr>
          <a:xfrm>
            <a:off x="-29113" y="6218491"/>
            <a:ext cx="12252960" cy="698190"/>
          </a:xfrm>
          <a:prstGeom prst="rect">
            <a:avLst/>
          </a:prstGeom>
          <a:solidFill>
            <a:srgbClr val="046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sky, outdoor, building, ruin&#10;&#10;Description automatically generated">
            <a:extLst>
              <a:ext uri="{FF2B5EF4-FFF2-40B4-BE49-F238E27FC236}">
                <a16:creationId xmlns:a16="http://schemas.microsoft.com/office/drawing/2014/main" id="{CA56552D-6B5D-2140-856F-CB280A2106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6951" y="640086"/>
            <a:ext cx="6377889" cy="4783015"/>
          </a:xfrm>
          <a:prstGeom prst="rect">
            <a:avLst/>
          </a:prstGeom>
        </p:spPr>
      </p:pic>
      <p:sp>
        <p:nvSpPr>
          <p:cNvPr id="10" name="TextBox 9">
            <a:extLst>
              <a:ext uri="{FF2B5EF4-FFF2-40B4-BE49-F238E27FC236}">
                <a16:creationId xmlns:a16="http://schemas.microsoft.com/office/drawing/2014/main" id="{C0E40825-6F35-DE44-8BCC-6208E8007D55}"/>
              </a:ext>
            </a:extLst>
          </p:cNvPr>
          <p:cNvSpPr txBox="1"/>
          <p:nvPr/>
        </p:nvSpPr>
        <p:spPr>
          <a:xfrm>
            <a:off x="555057" y="6413698"/>
            <a:ext cx="11807936" cy="307777"/>
          </a:xfrm>
          <a:prstGeom prst="rect">
            <a:avLst/>
          </a:prstGeom>
          <a:noFill/>
        </p:spPr>
        <p:txBody>
          <a:bodyPr wrap="square" rtlCol="0">
            <a:spAutoFit/>
          </a:bodyPr>
          <a:lstStyle/>
          <a:p>
            <a:r>
              <a:rPr lang="en-US" sz="1400" b="1" dirty="0">
                <a:solidFill>
                  <a:schemeClr val="bg1"/>
                </a:solidFill>
                <a:latin typeface="MULISH REGULAR ROMAN" pitchFamily="2" charset="77"/>
              </a:rPr>
              <a:t>Visit</a:t>
            </a:r>
            <a:r>
              <a:rPr lang="en-US" sz="1400" dirty="0">
                <a:solidFill>
                  <a:schemeClr val="bg1"/>
                </a:solidFill>
                <a:latin typeface="MULISH REGULAR ROMAN" pitchFamily="2" charset="77"/>
              </a:rPr>
              <a:t>: www.scotusblog.com			</a:t>
            </a:r>
            <a:r>
              <a:rPr lang="en-US" sz="1400" b="1" dirty="0">
                <a:solidFill>
                  <a:schemeClr val="bg1"/>
                </a:solidFill>
                <a:latin typeface="MULISH REGULAR ROMAN" pitchFamily="2" charset="77"/>
              </a:rPr>
              <a:t>Follow</a:t>
            </a:r>
            <a:r>
              <a:rPr lang="en-US" sz="1400" dirty="0">
                <a:solidFill>
                  <a:schemeClr val="bg1"/>
                </a:solidFill>
                <a:latin typeface="MULISH REGULAR ROMAN" pitchFamily="2" charset="77"/>
              </a:rPr>
              <a:t>: @scotusblog			</a:t>
            </a:r>
            <a:r>
              <a:rPr lang="en-US" sz="1400" b="1" dirty="0">
                <a:solidFill>
                  <a:schemeClr val="bg1"/>
                </a:solidFill>
                <a:latin typeface="MULISH REGULAR ROMAN" pitchFamily="2" charset="77"/>
              </a:rPr>
              <a:t> Email</a:t>
            </a:r>
            <a:r>
              <a:rPr lang="en-US" sz="1400" dirty="0">
                <a:solidFill>
                  <a:schemeClr val="bg1"/>
                </a:solidFill>
                <a:latin typeface="MULISH REGULAR ROMAN" pitchFamily="2" charset="77"/>
              </a:rPr>
              <a:t>: scotusblog@thedispatch.com </a:t>
            </a:r>
          </a:p>
        </p:txBody>
      </p:sp>
      <p:pic>
        <p:nvPicPr>
          <p:cNvPr id="1028" name="Picture 4">
            <a:extLst>
              <a:ext uri="{FF2B5EF4-FFF2-40B4-BE49-F238E27FC236}">
                <a16:creationId xmlns:a16="http://schemas.microsoft.com/office/drawing/2014/main" id="{D56D62E1-3E09-41AD-146D-3D67919091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307" y="640086"/>
            <a:ext cx="4420607" cy="15502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7432506-8FCC-113B-AB0D-35D5D049F063}"/>
              </a:ext>
            </a:extLst>
          </p:cNvPr>
          <p:cNvSpPr txBox="1"/>
          <p:nvPr/>
        </p:nvSpPr>
        <p:spPr>
          <a:xfrm>
            <a:off x="637631" y="5892480"/>
            <a:ext cx="3915957" cy="261610"/>
          </a:xfrm>
          <a:prstGeom prst="rect">
            <a:avLst/>
          </a:prstGeom>
          <a:noFill/>
        </p:spPr>
        <p:txBody>
          <a:bodyPr wrap="square" rtlCol="0">
            <a:spAutoFit/>
          </a:bodyPr>
          <a:lstStyle/>
          <a:p>
            <a:r>
              <a:rPr lang="en-US" sz="1100" i="1" dirty="0">
                <a:latin typeface="MULISH REGULAR ROMAN"/>
              </a:rPr>
              <a:t>Compiled by Jake S. Truscott (Ph.D.) &amp; Adam Feldman (J.D., Ph.D.)</a:t>
            </a:r>
          </a:p>
        </p:txBody>
      </p:sp>
    </p:spTree>
    <p:extLst>
      <p:ext uri="{BB962C8B-B14F-4D97-AF65-F5344CB8AC3E}">
        <p14:creationId xmlns:p14="http://schemas.microsoft.com/office/powerpoint/2010/main" val="2956727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1C3B68A-3143-8C40-9052-984CB81771DE}"/>
              </a:ext>
            </a:extLst>
          </p:cNvPr>
          <p:cNvSpPr>
            <a:spLocks noGrp="1"/>
          </p:cNvSpPr>
          <p:nvPr>
            <p:ph type="title"/>
          </p:nvPr>
        </p:nvSpPr>
        <p:spPr>
          <a:xfrm>
            <a:off x="304800" y="-71266"/>
            <a:ext cx="10515600" cy="1325563"/>
          </a:xfrm>
        </p:spPr>
        <p:txBody>
          <a:bodyPr>
            <a:normAutofit/>
          </a:bodyPr>
          <a:lstStyle/>
          <a:p>
            <a:r>
              <a:rPr lang="en-US" sz="3600" dirty="0">
                <a:solidFill>
                  <a:srgbClr val="A90404"/>
                </a:solidFill>
                <a:latin typeface="MULISH BOLD ROMAN" pitchFamily="2" charset="77"/>
              </a:rPr>
              <a:t>TABLE OF CONTENTS</a:t>
            </a:r>
          </a:p>
        </p:txBody>
      </p:sp>
      <p:graphicFrame>
        <p:nvGraphicFramePr>
          <p:cNvPr id="2" name="Table 1">
            <a:extLst>
              <a:ext uri="{FF2B5EF4-FFF2-40B4-BE49-F238E27FC236}">
                <a16:creationId xmlns:a16="http://schemas.microsoft.com/office/drawing/2014/main" id="{508DBF86-3555-2565-BA4A-AA93FAFF274F}"/>
              </a:ext>
            </a:extLst>
          </p:cNvPr>
          <p:cNvGraphicFramePr>
            <a:graphicFrameLocks noGrp="1"/>
          </p:cNvGraphicFramePr>
          <p:nvPr>
            <p:extLst>
              <p:ext uri="{D42A27DB-BD31-4B8C-83A1-F6EECF244321}">
                <p14:modId xmlns:p14="http://schemas.microsoft.com/office/powerpoint/2010/main" val="941442708"/>
              </p:ext>
            </p:extLst>
          </p:nvPr>
        </p:nvGraphicFramePr>
        <p:xfrm>
          <a:off x="304800" y="923675"/>
          <a:ext cx="11582400" cy="4914000"/>
        </p:xfrm>
        <a:graphic>
          <a:graphicData uri="http://schemas.openxmlformats.org/drawingml/2006/table">
            <a:tbl>
              <a:tblPr firstRow="1" bandRow="1">
                <a:tableStyleId>{7DF18680-E054-41AD-8BC1-D1AEF772440D}</a:tableStyleId>
              </a:tblPr>
              <a:tblGrid>
                <a:gridCol w="10538604">
                  <a:extLst>
                    <a:ext uri="{9D8B030D-6E8A-4147-A177-3AD203B41FA5}">
                      <a16:colId xmlns:a16="http://schemas.microsoft.com/office/drawing/2014/main" val="100073054"/>
                    </a:ext>
                  </a:extLst>
                </a:gridCol>
                <a:gridCol w="1043796">
                  <a:extLst>
                    <a:ext uri="{9D8B030D-6E8A-4147-A177-3AD203B41FA5}">
                      <a16:colId xmlns:a16="http://schemas.microsoft.com/office/drawing/2014/main" val="136331299"/>
                    </a:ext>
                  </a:extLst>
                </a:gridCol>
              </a:tblGrid>
              <a:tr h="327600">
                <a:tc>
                  <a:txBody>
                    <a:bodyPr/>
                    <a:lstStyle/>
                    <a:p>
                      <a:pPr algn="l">
                        <a:tabLst>
                          <a:tab pos="10058400" algn="l"/>
                          <a:tab pos="16459200" algn="l"/>
                        </a:tabLst>
                      </a:pPr>
                      <a:r>
                        <a:rPr lang="en-US" sz="1400" b="0" dirty="0">
                          <a:solidFill>
                            <a:schemeClr val="tx1"/>
                          </a:solidFill>
                          <a:latin typeface="MULISH BLACK ROMAN"/>
                        </a:rPr>
                        <a:t>Introduction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3" action="ppaction://hlinksldjump"/>
                        </a:rPr>
                        <a:t>3</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527602"/>
                  </a:ext>
                </a:extLst>
              </a:tr>
              <a:tr h="327600">
                <a:tc>
                  <a:txBody>
                    <a:bodyPr/>
                    <a:lstStyle/>
                    <a:p>
                      <a:r>
                        <a:rPr lang="en-US" sz="1400" dirty="0">
                          <a:latin typeface="MULISH BLACK ROMAN"/>
                        </a:rPr>
                        <a:t>Opinions Over Time </a:t>
                      </a:r>
                      <a:r>
                        <a:rPr lang="en-US" sz="1400" b="0" dirty="0">
                          <a:solidFill>
                            <a:schemeClr val="tx1"/>
                          </a:solidFill>
                          <a:latin typeface="MULISH BLACK ROMAN"/>
                        </a:rPr>
                        <a:t>……………………………………………………………………………………………………………………………………………………………………………………………….</a:t>
                      </a:r>
                      <a:endParaRPr lang="en-US" sz="1400" dirty="0">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4" action="ppaction://hlinksldjump"/>
                        </a:rPr>
                        <a:t>4</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8292251"/>
                  </a:ext>
                </a:extLst>
              </a:tr>
              <a:tr h="327600">
                <a:tc>
                  <a:txBody>
                    <a:bodyPr/>
                    <a:lstStyle/>
                    <a:p>
                      <a:r>
                        <a:rPr lang="en-US" sz="1400" dirty="0">
                          <a:latin typeface="MULISH BLACK ROMAN"/>
                        </a:rPr>
                        <a:t>Makeup of the Opinions of the Court ………….</a:t>
                      </a:r>
                      <a:r>
                        <a:rPr lang="en-US" sz="1400" b="0" dirty="0">
                          <a:solidFill>
                            <a:schemeClr val="tx1"/>
                          </a:solidFill>
                          <a:latin typeface="MULISH BLACK ROMAN"/>
                        </a:rPr>
                        <a:t>…………………………………………………………………………………………………………………………………………………………</a:t>
                      </a:r>
                      <a:endParaRPr lang="en-US" sz="1400" dirty="0">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5" action="ppaction://hlinksldjump"/>
                        </a:rPr>
                        <a:t>5-6</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6051254"/>
                  </a:ext>
                </a:extLst>
              </a:tr>
              <a:tr h="327600">
                <a:tc>
                  <a:txBody>
                    <a:bodyPr/>
                    <a:lstStyle/>
                    <a:p>
                      <a:r>
                        <a:rPr lang="en-US" sz="1400" dirty="0">
                          <a:latin typeface="MULISH BLACK ROMAN"/>
                        </a:rPr>
                        <a:t>Unanimity </a:t>
                      </a:r>
                      <a:r>
                        <a:rPr lang="en-US" sz="1400" b="0" dirty="0">
                          <a:solidFill>
                            <a:schemeClr val="tx1"/>
                          </a:solidFill>
                          <a:latin typeface="MULISH BLACK ROMAN"/>
                        </a:rPr>
                        <a:t>………………………………………………………………………………………………………………………………………………………………………………………………………………</a:t>
                      </a:r>
                      <a:endParaRPr lang="en-US" sz="1400" dirty="0">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6" action="ppaction://hlinksldjump"/>
                        </a:rPr>
                        <a:t>7</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5465042"/>
                  </a:ext>
                </a:extLst>
              </a:tr>
              <a:tr h="327600">
                <a:tc>
                  <a:txBody>
                    <a:bodyPr/>
                    <a:lstStyle/>
                    <a:p>
                      <a:r>
                        <a:rPr lang="en-US" sz="1400" dirty="0">
                          <a:latin typeface="MULISH BLACK ROMAN"/>
                        </a:rPr>
                        <a:t>Frequency in </a:t>
                      </a:r>
                      <a:r>
                        <a:rPr lang="en-US" sz="1400">
                          <a:latin typeface="MULISH BLACK ROMAN"/>
                        </a:rPr>
                        <a:t>the Majority </a:t>
                      </a:r>
                      <a:r>
                        <a:rPr lang="en-US" sz="1400" dirty="0">
                          <a:latin typeface="MULISH BLACK ROMAN"/>
                        </a:rPr>
                        <a:t>(All Cases, Non-Unanimous Cases, and Closely Divided Cases)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7" action="ppaction://hlinksldjump"/>
                        </a:rPr>
                        <a:t>8-10</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8595700"/>
                  </a:ext>
                </a:extLst>
              </a:tr>
              <a:tr h="327600">
                <a:tc>
                  <a:txBody>
                    <a:bodyPr/>
                    <a:lstStyle/>
                    <a:p>
                      <a:r>
                        <a:rPr lang="en-US" sz="1400" dirty="0">
                          <a:latin typeface="MULISH BLACK ROMAN"/>
                        </a:rPr>
                        <a:t>Justice Agreement (All Cases vs. Closely Divided Cases)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8" action="ppaction://hlinksldjump"/>
                        </a:rPr>
                        <a:t>11-12</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0923527"/>
                  </a:ext>
                </a:extLst>
              </a:tr>
              <a:tr h="327600">
                <a:tc>
                  <a:txBody>
                    <a:bodyPr/>
                    <a:lstStyle/>
                    <a:p>
                      <a:r>
                        <a:rPr lang="en-US" sz="1400" dirty="0">
                          <a:latin typeface="MULISH BLACK ROMAN"/>
                        </a:rPr>
                        <a:t>Strength of </a:t>
                      </a:r>
                      <a:r>
                        <a:rPr lang="en-US" sz="1400">
                          <a:latin typeface="MULISH BLACK ROMAN"/>
                        </a:rPr>
                        <a:t>the Majority </a:t>
                      </a:r>
                      <a:r>
                        <a:rPr lang="en-US" sz="1400" dirty="0">
                          <a:latin typeface="MULISH BLACK ROMAN"/>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9" action="ppaction://hlinksldjump"/>
                        </a:rPr>
                        <a:t>13</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2956966"/>
                  </a:ext>
                </a:extLst>
              </a:tr>
              <a:tr h="327600">
                <a:tc>
                  <a:txBody>
                    <a:bodyPr/>
                    <a:lstStyle/>
                    <a:p>
                      <a:r>
                        <a:rPr lang="en-US" sz="1400" dirty="0">
                          <a:latin typeface="MULISH BLACK ROMAN"/>
                        </a:rPr>
                        <a:t>Closely Divided Cases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0" action="ppaction://hlinksldjump"/>
                        </a:rPr>
                        <a:t>14</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41986428"/>
                  </a:ext>
                </a:extLst>
              </a:tr>
              <a:tr h="327600">
                <a:tc>
                  <a:txBody>
                    <a:bodyPr/>
                    <a:lstStyle/>
                    <a:p>
                      <a:r>
                        <a:rPr lang="en-US" sz="1400" dirty="0">
                          <a:latin typeface="MULISH BLACK ROMAN"/>
                        </a:rPr>
                        <a:t>Decisions by Vote Split (All Cases vs. Ideologically Split Cases)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1" action="ppaction://hlinksldjump"/>
                        </a:rPr>
                        <a:t>15-16</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512231"/>
                  </a:ext>
                </a:extLst>
              </a:tr>
              <a:tr h="327600">
                <a:tc>
                  <a:txBody>
                    <a:bodyPr/>
                    <a:lstStyle/>
                    <a:p>
                      <a:r>
                        <a:rPr lang="en-US" sz="1400" dirty="0">
                          <a:latin typeface="MULISH BLACK ROMAN"/>
                        </a:rPr>
                        <a:t>Circuits Scorecard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2" action="ppaction://hlinksldjump"/>
                        </a:rPr>
                        <a:t>17</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6407773"/>
                  </a:ext>
                </a:extLst>
              </a:tr>
              <a:tr h="327600">
                <a:tc>
                  <a:txBody>
                    <a:bodyPr/>
                    <a:lstStyle/>
                    <a:p>
                      <a:r>
                        <a:rPr lang="en-US" sz="1400" dirty="0">
                          <a:latin typeface="MULISH BLACK ROMAN"/>
                        </a:rPr>
                        <a:t>Days Between Oral Argument &amp; Opinion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3" action="ppaction://hlinksldjump"/>
                        </a:rPr>
                        <a:t>18</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5366490"/>
                  </a:ext>
                </a:extLst>
              </a:tr>
              <a:tr h="327600">
                <a:tc>
                  <a:txBody>
                    <a:bodyPr/>
                    <a:lstStyle/>
                    <a:p>
                      <a:r>
                        <a:rPr lang="en-US" sz="1400" dirty="0">
                          <a:latin typeface="MULISH BLACK ROMAN"/>
                        </a:rPr>
                        <a:t>Opinions Authored by Each Justice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4" action="ppaction://hlinksldjump"/>
                        </a:rPr>
                        <a:t>19-21</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921072"/>
                  </a:ext>
                </a:extLst>
              </a:tr>
              <a:tr h="327600">
                <a:tc>
                  <a:txBody>
                    <a:bodyPr/>
                    <a:lstStyle/>
                    <a:p>
                      <a:r>
                        <a:rPr lang="en-US" sz="1400" dirty="0">
                          <a:latin typeface="MULISH BLACK ROMAN"/>
                        </a:rPr>
                        <a:t>Opinion Lengths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5" action="ppaction://hlinksldjump"/>
                        </a:rPr>
                        <a:t>22</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2043704"/>
                  </a:ext>
                </a:extLst>
              </a:tr>
              <a:tr h="327600">
                <a:tc>
                  <a:txBody>
                    <a:bodyPr/>
                    <a:lstStyle/>
                    <a:p>
                      <a:r>
                        <a:rPr lang="en-US" sz="1400" dirty="0">
                          <a:latin typeface="MULISH BLACK ROMAN"/>
                        </a:rPr>
                        <a:t>Voting Alignments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6" action="ppaction://hlinksldjump"/>
                        </a:rPr>
                        <a:t>24-28</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5405493"/>
                  </a:ext>
                </a:extLst>
              </a:tr>
              <a:tr h="327600">
                <a:tc>
                  <a:txBody>
                    <a:bodyPr/>
                    <a:lstStyle/>
                    <a:p>
                      <a:r>
                        <a:rPr lang="en-US" sz="1400" dirty="0">
                          <a:latin typeface="MULISH BLACK ROMAN"/>
                        </a:rPr>
                        <a:t>Term Index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dirty="0">
                          <a:solidFill>
                            <a:schemeClr val="tx1"/>
                          </a:solidFill>
                          <a:latin typeface="MULISH BLACK ROMAN"/>
                          <a:hlinkClick r:id="rId17" action="ppaction://hlinksldjump"/>
                        </a:rPr>
                        <a:t>29</a:t>
                      </a:r>
                      <a:endParaRPr lang="en-US" sz="1400" b="0" dirty="0">
                        <a:solidFill>
                          <a:schemeClr val="tx1"/>
                        </a:solidFill>
                        <a:latin typeface="MULISH BLACK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110453"/>
                  </a:ext>
                </a:extLst>
              </a:tr>
            </a:tbl>
          </a:graphicData>
        </a:graphic>
      </p:graphicFrame>
      <p:sp>
        <p:nvSpPr>
          <p:cNvPr id="5" name="Slide Number Placeholder 4">
            <a:extLst>
              <a:ext uri="{FF2B5EF4-FFF2-40B4-BE49-F238E27FC236}">
                <a16:creationId xmlns:a16="http://schemas.microsoft.com/office/drawing/2014/main" id="{AA2B13AD-EC33-76C2-6FAD-6C719135AEB8}"/>
              </a:ext>
            </a:extLst>
          </p:cNvPr>
          <p:cNvSpPr>
            <a:spLocks noGrp="1"/>
          </p:cNvSpPr>
          <p:nvPr>
            <p:ph type="sldNum" sz="quarter" idx="12"/>
          </p:nvPr>
        </p:nvSpPr>
        <p:spPr/>
        <p:txBody>
          <a:bodyPr/>
          <a:lstStyle/>
          <a:p>
            <a:fld id="{5E212BD6-99D2-4430-8307-3DFF6CB1AF68}"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4C22968F-54A5-2A45-A2FD-710584D7F4D0}"/>
              </a:ext>
            </a:extLst>
          </p:cNvPr>
          <p:cNvSpPr>
            <a:spLocks noGrp="1"/>
          </p:cNvSpPr>
          <p:nvPr>
            <p:ph type="title"/>
          </p:nvPr>
        </p:nvSpPr>
        <p:spPr>
          <a:xfrm>
            <a:off x="304800" y="195512"/>
            <a:ext cx="10515600" cy="833266"/>
          </a:xfrm>
        </p:spPr>
        <p:txBody>
          <a:bodyPr>
            <a:normAutofit/>
          </a:bodyPr>
          <a:lstStyle/>
          <a:p>
            <a:r>
              <a:rPr lang="en-US" sz="3600" dirty="0">
                <a:solidFill>
                  <a:srgbClr val="A90404"/>
                </a:solidFill>
                <a:latin typeface="MULISH BOLD ROMAN" pitchFamily="2" charset="77"/>
              </a:rPr>
              <a:t>INTRODUCTION</a:t>
            </a:r>
          </a:p>
        </p:txBody>
      </p:sp>
      <p:sp>
        <p:nvSpPr>
          <p:cNvPr id="3" name="Slide Number Placeholder 2">
            <a:extLst>
              <a:ext uri="{FF2B5EF4-FFF2-40B4-BE49-F238E27FC236}">
                <a16:creationId xmlns:a16="http://schemas.microsoft.com/office/drawing/2014/main" id="{58E513BC-D699-CF38-8694-42DA22BDA39E}"/>
              </a:ext>
            </a:extLst>
          </p:cNvPr>
          <p:cNvSpPr>
            <a:spLocks noGrp="1"/>
          </p:cNvSpPr>
          <p:nvPr>
            <p:ph type="sldNum" sz="quarter" idx="12"/>
          </p:nvPr>
        </p:nvSpPr>
        <p:spPr>
          <a:xfrm>
            <a:off x="9448800" y="6479925"/>
            <a:ext cx="2743200" cy="365125"/>
          </a:xfrm>
        </p:spPr>
        <p:txBody>
          <a:bodyPr/>
          <a:lstStyle/>
          <a:p>
            <a:pPr algn="ctr"/>
            <a:fld id="{5E212BD6-99D2-4430-8307-3DFF6CB1AF68}" type="slidenum">
              <a:rPr lang="en-US" smtClean="0"/>
              <a:pPr algn="ctr"/>
              <a:t>3</a:t>
            </a:fld>
            <a:endParaRPr lang="en-US" dirty="0"/>
          </a:p>
        </p:txBody>
      </p:sp>
      <p:sp>
        <p:nvSpPr>
          <p:cNvPr id="4" name="TextBox 3">
            <a:extLst>
              <a:ext uri="{FF2B5EF4-FFF2-40B4-BE49-F238E27FC236}">
                <a16:creationId xmlns:a16="http://schemas.microsoft.com/office/drawing/2014/main" id="{3DB3C640-4B22-B841-13EF-22759FE76720}"/>
              </a:ext>
            </a:extLst>
          </p:cNvPr>
          <p:cNvSpPr txBox="1"/>
          <p:nvPr/>
        </p:nvSpPr>
        <p:spPr>
          <a:xfrm>
            <a:off x="672353" y="1769192"/>
            <a:ext cx="10972799" cy="4339650"/>
          </a:xfrm>
          <a:prstGeom prst="rect">
            <a:avLst/>
          </a:prstGeom>
          <a:noFill/>
        </p:spPr>
        <p:txBody>
          <a:bodyPr wrap="square">
            <a:spAutoFit/>
          </a:bodyPr>
          <a:lstStyle/>
          <a:p>
            <a:r>
              <a:rPr lang="en-US" sz="1400" b="1" dirty="0">
                <a:effectLst/>
                <a:latin typeface="MULISH REGULAR ROMAN"/>
                <a:ea typeface="Times New Roman" panose="02020603050405020304" pitchFamily="18" charset="0"/>
                <a:cs typeface="Aptos" panose="020B0004020202020204" pitchFamily="34" charset="0"/>
              </a:rPr>
              <a:t>Steady Decline of Unanimity</a:t>
            </a:r>
            <a:r>
              <a:rPr lang="en-US" sz="1400" b="1" dirty="0">
                <a:latin typeface="MULISH REGULAR ROMAN"/>
                <a:ea typeface="Times New Roman" panose="02020603050405020304" pitchFamily="18" charset="0"/>
                <a:cs typeface="Aptos" panose="020B0004020202020204" pitchFamily="34" charset="0"/>
              </a:rPr>
              <a:t>.</a:t>
            </a:r>
            <a:r>
              <a:rPr lang="en-US" sz="1400" dirty="0">
                <a:latin typeface="MULISH REGULAR ROMAN"/>
                <a:ea typeface="Times New Roman" panose="02020603050405020304" pitchFamily="18" charset="0"/>
                <a:cs typeface="Aptos" panose="020B0004020202020204" pitchFamily="34" charset="0"/>
              </a:rPr>
              <a:t> </a:t>
            </a:r>
            <a:r>
              <a:rPr lang="en-US" sz="1200" dirty="0">
                <a:effectLst/>
                <a:latin typeface="MULISH REGULAR ROMAN"/>
                <a:ea typeface="Times New Roman" panose="02020603050405020304" pitchFamily="18" charset="0"/>
                <a:cs typeface="Aptos" panose="020B0004020202020204" pitchFamily="34" charset="0"/>
              </a:rPr>
              <a:t>42% of cases were decided unanimously this term – compared to 44% in the previous term and 50% in the 2022-23 term. </a:t>
            </a:r>
            <a:br>
              <a:rPr lang="en-US" sz="1200" dirty="0">
                <a:effectLst/>
                <a:latin typeface="MULISH REGULAR ROMAN"/>
                <a:ea typeface="Times New Roman" panose="02020603050405020304" pitchFamily="18" charset="0"/>
                <a:cs typeface="Aptos" panose="020B0004020202020204" pitchFamily="34" charset="0"/>
              </a:rPr>
            </a:br>
            <a:br>
              <a:rPr lang="en-US" sz="1200" dirty="0">
                <a:effectLst/>
                <a:latin typeface="MULISH REGULAR ROMAN"/>
                <a:ea typeface="Times New Roman" panose="02020603050405020304" pitchFamily="18" charset="0"/>
                <a:cs typeface="Aptos" panose="020B0004020202020204" pitchFamily="34" charset="0"/>
              </a:rPr>
            </a:br>
            <a:r>
              <a:rPr lang="en-US" sz="1400" b="1" dirty="0">
                <a:effectLst/>
                <a:latin typeface="MULISH REGULAR ROMAN"/>
                <a:ea typeface="Times New Roman" panose="02020603050405020304" pitchFamily="18" charset="0"/>
                <a:cs typeface="Aptos" panose="020B0004020202020204" pitchFamily="34" charset="0"/>
              </a:rPr>
              <a:t>6-3 Decisions</a:t>
            </a:r>
            <a:r>
              <a:rPr lang="en-US" sz="1400" b="1" dirty="0">
                <a:latin typeface="MULISH REGULAR ROMAN"/>
                <a:ea typeface="Times New Roman" panose="02020603050405020304" pitchFamily="18" charset="0"/>
                <a:cs typeface="Aptos" panose="020B0004020202020204" pitchFamily="34" charset="0"/>
              </a:rPr>
              <a:t>.</a:t>
            </a:r>
            <a:r>
              <a:rPr lang="en-US" sz="1400" dirty="0">
                <a:effectLst/>
                <a:latin typeface="MULISH REGULAR ROMAN"/>
                <a:ea typeface="Times New Roman" panose="02020603050405020304" pitchFamily="18" charset="0"/>
                <a:cs typeface="Aptos" panose="020B0004020202020204" pitchFamily="34" charset="0"/>
              </a:rPr>
              <a:t> </a:t>
            </a:r>
            <a:r>
              <a:rPr lang="en-US" sz="1200" dirty="0">
                <a:latin typeface="MULISH REGULAR ROMAN"/>
                <a:ea typeface="Times New Roman" panose="02020603050405020304" pitchFamily="18" charset="0"/>
                <a:cs typeface="Aptos" panose="020B0004020202020204" pitchFamily="34" charset="0"/>
              </a:rPr>
              <a:t>Ten </a:t>
            </a:r>
            <a:r>
              <a:rPr lang="en-US" sz="1200" dirty="0">
                <a:effectLst/>
                <a:latin typeface="MULISH REGULAR ROMAN"/>
                <a:ea typeface="Times New Roman" panose="02020603050405020304" pitchFamily="18" charset="0"/>
                <a:cs typeface="Aptos" panose="020B0004020202020204" pitchFamily="34" charset="0"/>
              </a:rPr>
              <a:t>decisions or 15% of decided cases were by 6-3 split votes. </a:t>
            </a:r>
          </a:p>
          <a:p>
            <a:endParaRPr lang="en-US" sz="1200" dirty="0">
              <a:latin typeface="MULISH REGULAR ROMAN"/>
              <a:ea typeface="Times New Roman" panose="02020603050405020304" pitchFamily="18" charset="0"/>
              <a:cs typeface="Aptos" panose="020B0004020202020204" pitchFamily="34" charset="0"/>
            </a:endParaRPr>
          </a:p>
          <a:p>
            <a:r>
              <a:rPr lang="en-US" sz="1400" b="1" dirty="0">
                <a:latin typeface="MULISH REGULAR ROMAN"/>
                <a:ea typeface="Times New Roman" panose="02020603050405020304" pitchFamily="18" charset="0"/>
                <a:cs typeface="Aptos" panose="020B0004020202020204" pitchFamily="34" charset="0"/>
              </a:rPr>
              <a:t>Ideological Splits in Closely Divided Cases</a:t>
            </a:r>
            <a:r>
              <a:rPr lang="en-US" sz="1200" b="1" dirty="0">
                <a:latin typeface="MULISH REGULAR ROMAN"/>
                <a:ea typeface="Times New Roman" panose="02020603050405020304" pitchFamily="18" charset="0"/>
                <a:cs typeface="Aptos" panose="020B0004020202020204" pitchFamily="34" charset="0"/>
              </a:rPr>
              <a:t>. </a:t>
            </a:r>
            <a:r>
              <a:rPr lang="en-US" sz="1200" dirty="0">
                <a:latin typeface="MULISH REGULAR ROMAN"/>
                <a:ea typeface="Times New Roman" panose="02020603050405020304" pitchFamily="18" charset="0"/>
                <a:cs typeface="Aptos" panose="020B0004020202020204" pitchFamily="34" charset="0"/>
              </a:rPr>
              <a:t>The Court divided 6-3 with Justices Sotomayor, Kagan, and Jackson dissenting in 9% of the opinions and with Justices Thomas, Alito, Gorsuch dissenting in 6% of the opinions. Including 5-4 opinions, all three of the Court's liberal justices were together in dissent in 15% of the cases. Decisions with three or more conservative justices in dissent made up 15% of cases as well and decisions with only conservative justices in the dissent made up 28% of the cases. </a:t>
            </a:r>
            <a:br>
              <a:rPr lang="en-US" sz="1200" dirty="0">
                <a:effectLst/>
                <a:latin typeface="MULISH REGULAR ROMAN"/>
                <a:ea typeface="Times New Roman" panose="02020603050405020304" pitchFamily="18" charset="0"/>
                <a:cs typeface="Aptos" panose="020B0004020202020204" pitchFamily="34" charset="0"/>
              </a:rPr>
            </a:br>
            <a:br>
              <a:rPr lang="en-US" sz="1200" dirty="0">
                <a:effectLst/>
                <a:latin typeface="MULISH REGULAR ROMAN"/>
                <a:ea typeface="Times New Roman" panose="02020603050405020304" pitchFamily="18" charset="0"/>
                <a:cs typeface="Aptos" panose="020B0004020202020204" pitchFamily="34" charset="0"/>
              </a:rPr>
            </a:br>
            <a:r>
              <a:rPr lang="en-US" sz="1400" b="1" dirty="0">
                <a:effectLst/>
                <a:latin typeface="MULISH REGULAR ROMAN"/>
                <a:ea typeface="Times New Roman" panose="02020603050405020304" pitchFamily="18" charset="0"/>
                <a:cs typeface="Aptos" panose="020B0004020202020204" pitchFamily="34" charset="0"/>
              </a:rPr>
              <a:t>Roberts at the Helm</a:t>
            </a:r>
            <a:r>
              <a:rPr lang="en-US" sz="1400" dirty="0">
                <a:effectLst/>
                <a:latin typeface="MULISH REGULAR ROMAN"/>
                <a:ea typeface="Times New Roman" panose="02020603050405020304" pitchFamily="18" charset="0"/>
                <a:cs typeface="Aptos" panose="020B0004020202020204" pitchFamily="34" charset="0"/>
              </a:rPr>
              <a:t>. </a:t>
            </a:r>
            <a:r>
              <a:rPr lang="en-US" sz="1200" dirty="0">
                <a:effectLst/>
                <a:latin typeface="MULISH REGULAR ROMAN"/>
                <a:ea typeface="Times New Roman" panose="02020603050405020304" pitchFamily="18" charset="0"/>
                <a:cs typeface="Aptos" panose="020B0004020202020204" pitchFamily="34" charset="0"/>
              </a:rPr>
              <a:t>Chief Justice John Roberts was in the majority most frequently at 95% in all cases, 92% in non-unanimous cases, and 90% in closely divided cases, and he did not write a single separate opinion this term. Justice Kavanaugh was in the majority </a:t>
            </a:r>
            <a:r>
              <a:rPr lang="en-US" sz="1200" dirty="0">
                <a:latin typeface="MULISH REGULAR ROMAN"/>
                <a:ea typeface="Times New Roman" panose="02020603050405020304" pitchFamily="18" charset="0"/>
                <a:cs typeface="Aptos" panose="020B0004020202020204" pitchFamily="34" charset="0"/>
              </a:rPr>
              <a:t>second</a:t>
            </a:r>
            <a:r>
              <a:rPr lang="en-US" sz="1200" dirty="0">
                <a:effectLst/>
                <a:latin typeface="MULISH REGULAR ROMAN"/>
                <a:ea typeface="Times New Roman" panose="02020603050405020304" pitchFamily="18" charset="0"/>
                <a:cs typeface="Aptos" panose="020B0004020202020204" pitchFamily="34" charset="0"/>
              </a:rPr>
              <a:t> most frequently in all cases at 92%, followed by Justice Barrett at 89%.</a:t>
            </a:r>
            <a:br>
              <a:rPr lang="en-US" sz="1200" dirty="0">
                <a:effectLst/>
                <a:latin typeface="MULISH REGULAR ROMAN"/>
                <a:ea typeface="Times New Roman" panose="02020603050405020304" pitchFamily="18" charset="0"/>
                <a:cs typeface="Aptos" panose="020B0004020202020204" pitchFamily="34" charset="0"/>
              </a:rPr>
            </a:br>
            <a:br>
              <a:rPr lang="en-US" sz="1200" dirty="0">
                <a:effectLst/>
                <a:latin typeface="MULISH REGULAR ROMAN"/>
                <a:ea typeface="Times New Roman" panose="02020603050405020304" pitchFamily="18" charset="0"/>
                <a:cs typeface="Aptos" panose="020B0004020202020204" pitchFamily="34" charset="0"/>
              </a:rPr>
            </a:br>
            <a:r>
              <a:rPr lang="en-US" sz="1400" b="1" dirty="0">
                <a:effectLst/>
                <a:latin typeface="MULISH REGULAR ROMAN"/>
                <a:ea typeface="Times New Roman" panose="02020603050405020304" pitchFamily="18" charset="0"/>
                <a:cs typeface="Aptos" panose="020B0004020202020204" pitchFamily="34" charset="0"/>
              </a:rPr>
              <a:t>Liberals </a:t>
            </a:r>
            <a:r>
              <a:rPr lang="en-US" sz="1400" b="1" dirty="0">
                <a:latin typeface="MULISH REGULAR ROMAN"/>
                <a:ea typeface="Times New Roman" panose="02020603050405020304" pitchFamily="18" charset="0"/>
                <a:cs typeface="Aptos" panose="020B0004020202020204" pitchFamily="34" charset="0"/>
              </a:rPr>
              <a:t>G</a:t>
            </a:r>
            <a:r>
              <a:rPr lang="en-US" sz="1400" b="1" dirty="0">
                <a:effectLst/>
                <a:latin typeface="MULISH REGULAR ROMAN"/>
                <a:ea typeface="Times New Roman" panose="02020603050405020304" pitchFamily="18" charset="0"/>
                <a:cs typeface="Aptos" panose="020B0004020202020204" pitchFamily="34" charset="0"/>
              </a:rPr>
              <a:t>aining Ground</a:t>
            </a:r>
            <a:r>
              <a:rPr lang="en-US" sz="1400" dirty="0">
                <a:effectLst/>
                <a:latin typeface="MULISH REGULAR ROMAN"/>
                <a:ea typeface="Times New Roman" panose="02020603050405020304" pitchFamily="18" charset="0"/>
                <a:cs typeface="Aptos" panose="020B0004020202020204" pitchFamily="34" charset="0"/>
              </a:rPr>
              <a:t>. </a:t>
            </a:r>
            <a:r>
              <a:rPr lang="en-US" sz="1200" dirty="0">
                <a:effectLst/>
                <a:latin typeface="MULISH REGULAR ROMAN"/>
                <a:ea typeface="Times New Roman" panose="02020603050405020304" pitchFamily="18" charset="0"/>
                <a:cs typeface="Aptos" panose="020B0004020202020204" pitchFamily="34" charset="0"/>
              </a:rPr>
              <a:t>Justice Kagan was in the majority 83% of the time in all cases this term – which was more common than Justices Thomas, Gorsuch, and Alito, who were each in the majority 78% of the time. Justice Sotomayor was also in the majority 78% of the time.</a:t>
            </a:r>
            <a:br>
              <a:rPr lang="en-US" sz="1200" dirty="0">
                <a:effectLst/>
                <a:latin typeface="MULISH REGULAR ROMAN"/>
                <a:ea typeface="Times New Roman" panose="02020603050405020304" pitchFamily="18" charset="0"/>
                <a:cs typeface="Aptos" panose="020B0004020202020204" pitchFamily="34" charset="0"/>
              </a:rPr>
            </a:br>
            <a:br>
              <a:rPr lang="en-US" sz="1200" dirty="0">
                <a:effectLst/>
                <a:latin typeface="MULISH REGULAR ROMAN"/>
                <a:ea typeface="Times New Roman" panose="02020603050405020304" pitchFamily="18" charset="0"/>
                <a:cs typeface="Aptos" panose="020B0004020202020204" pitchFamily="34" charset="0"/>
              </a:rPr>
            </a:br>
            <a:r>
              <a:rPr lang="en-US" sz="1400" b="1" dirty="0">
                <a:effectLst/>
                <a:latin typeface="MULISH REGULAR ROMAN"/>
                <a:ea typeface="Times New Roman" panose="02020603050405020304" pitchFamily="18" charset="0"/>
                <a:cs typeface="Aptos" panose="020B0004020202020204" pitchFamily="34" charset="0"/>
              </a:rPr>
              <a:t>Top Alignments at the Poles</a:t>
            </a:r>
            <a:r>
              <a:rPr lang="en-US" sz="1200" dirty="0">
                <a:effectLst/>
                <a:latin typeface="MULISH REGULAR ROMAN"/>
                <a:ea typeface="Times New Roman" panose="02020603050405020304" pitchFamily="18" charset="0"/>
                <a:cs typeface="Aptos" panose="020B0004020202020204" pitchFamily="34" charset="0"/>
              </a:rPr>
              <a:t>. The top alignment in all cases was between Justices Alito and Thomas at 97% of the time, while Justices Jackson and Sotomayor are next at 94</a:t>
            </a:r>
            <a:r>
              <a:rPr lang="en-US" sz="1200" dirty="0">
                <a:latin typeface="MULISH REGULAR ROMAN"/>
                <a:ea typeface="Times New Roman" panose="02020603050405020304" pitchFamily="18" charset="0"/>
                <a:cs typeface="Aptos" panose="020B0004020202020204" pitchFamily="34" charset="0"/>
              </a:rPr>
              <a:t>%</a:t>
            </a:r>
            <a:r>
              <a:rPr lang="en-US" sz="1200" dirty="0">
                <a:effectLst/>
                <a:latin typeface="MULISH REGULAR ROMAN"/>
                <a:ea typeface="Times New Roman" panose="02020603050405020304" pitchFamily="18" charset="0"/>
                <a:cs typeface="Aptos" panose="020B0004020202020204" pitchFamily="34" charset="0"/>
              </a:rPr>
              <a:t>. Chief Justice Roberts and</a:t>
            </a:r>
            <a:r>
              <a:rPr lang="en-US" sz="1200" dirty="0">
                <a:latin typeface="MULISH REGULAR ROMAN"/>
                <a:ea typeface="Times New Roman" panose="02020603050405020304" pitchFamily="18" charset="0"/>
                <a:cs typeface="Aptos" panose="020B0004020202020204" pitchFamily="34" charset="0"/>
              </a:rPr>
              <a:t> Justice </a:t>
            </a:r>
            <a:r>
              <a:rPr lang="en-US" sz="1200" dirty="0">
                <a:effectLst/>
                <a:latin typeface="MULISH REGULAR ROMAN"/>
                <a:ea typeface="Times New Roman" panose="02020603050405020304" pitchFamily="18" charset="0"/>
                <a:cs typeface="Aptos" panose="020B0004020202020204" pitchFamily="34" charset="0"/>
              </a:rPr>
              <a:t>Kavanaugh – who have aligned together more than any other justice pair in previous terms </a:t>
            </a:r>
            <a:r>
              <a:rPr lang="en-US" sz="1200" dirty="0">
                <a:latin typeface="MULISH REGULAR ROMAN"/>
                <a:ea typeface="Times New Roman" panose="02020603050405020304" pitchFamily="18" charset="0"/>
                <a:cs typeface="Aptos" panose="020B0004020202020204" pitchFamily="34" charset="0"/>
              </a:rPr>
              <a:t>– </a:t>
            </a:r>
            <a:r>
              <a:rPr lang="en-US" sz="1200" dirty="0">
                <a:effectLst/>
                <a:latin typeface="MULISH REGULAR ROMAN"/>
                <a:ea typeface="Times New Roman" panose="02020603050405020304" pitchFamily="18" charset="0"/>
                <a:cs typeface="Aptos" panose="020B0004020202020204" pitchFamily="34" charset="0"/>
              </a:rPr>
              <a:t>aligned 91% of the time</a:t>
            </a:r>
            <a:r>
              <a:rPr lang="en-US" sz="1200" dirty="0">
                <a:latin typeface="MULISH REGULAR ROMAN"/>
                <a:ea typeface="Times New Roman" panose="02020603050405020304" pitchFamily="18" charset="0"/>
                <a:cs typeface="Aptos" panose="020B0004020202020204" pitchFamily="34" charset="0"/>
              </a:rPr>
              <a:t>. </a:t>
            </a:r>
          </a:p>
          <a:p>
            <a:br>
              <a:rPr lang="en-US" sz="1200" dirty="0">
                <a:effectLst/>
                <a:latin typeface="MULISH REGULAR ROMAN"/>
                <a:ea typeface="Times New Roman" panose="02020603050405020304" pitchFamily="18" charset="0"/>
                <a:cs typeface="Aptos" panose="020B0004020202020204" pitchFamily="34" charset="0"/>
              </a:rPr>
            </a:br>
            <a:r>
              <a:rPr lang="en-US" sz="1400" b="1" dirty="0">
                <a:effectLst/>
                <a:latin typeface="MULISH REGULAR ROMAN"/>
                <a:ea typeface="Times New Roman" panose="02020603050405020304" pitchFamily="18" charset="0"/>
                <a:cs typeface="Aptos" panose="020B0004020202020204" pitchFamily="34" charset="0"/>
              </a:rPr>
              <a:t>Circuit Cases and Reversals</a:t>
            </a:r>
            <a:r>
              <a:rPr lang="en-US" sz="1400" dirty="0">
                <a:effectLst/>
                <a:latin typeface="MULISH REGULAR ROMAN"/>
                <a:ea typeface="Times New Roman" panose="02020603050405020304" pitchFamily="18" charset="0"/>
                <a:cs typeface="Aptos" panose="020B0004020202020204" pitchFamily="34" charset="0"/>
              </a:rPr>
              <a:t>. </a:t>
            </a:r>
            <a:r>
              <a:rPr lang="en-US" sz="1200" dirty="0">
                <a:effectLst/>
                <a:latin typeface="MULISH REGULAR ROMAN"/>
                <a:ea typeface="Times New Roman" panose="02020603050405020304" pitchFamily="18" charset="0"/>
                <a:cs typeface="Aptos" panose="020B0004020202020204" pitchFamily="34" charset="0"/>
              </a:rPr>
              <a:t>Cases from the First, Fourth, Ninth, and Tenth Circuits were reversed 100% of the time. The Fifth Circuit had the most total cases reversed, with ten, though three were affirmed—resulting in a 77% reversal rate. This term was unusual in that the Ninth Circuit, which is typically the most reviewed, had fewer than one-third as many cases decided as the Fifth Circuit. Even the Fourth Circuit had twice as many cases decided—eight compared to the Ninth Circuit's four.</a:t>
            </a:r>
          </a:p>
          <a:p>
            <a:endParaRPr lang="en-US" sz="1200" dirty="0">
              <a:latin typeface="MULISH REGULAR ROMAN"/>
            </a:endParaRPr>
          </a:p>
        </p:txBody>
      </p:sp>
      <p:sp>
        <p:nvSpPr>
          <p:cNvPr id="7" name="TextBox 6">
            <a:extLst>
              <a:ext uri="{FF2B5EF4-FFF2-40B4-BE49-F238E27FC236}">
                <a16:creationId xmlns:a16="http://schemas.microsoft.com/office/drawing/2014/main" id="{B563B917-4791-BD3F-36A1-777202CB9BA1}"/>
              </a:ext>
            </a:extLst>
          </p:cNvPr>
          <p:cNvSpPr txBox="1"/>
          <p:nvPr/>
        </p:nvSpPr>
        <p:spPr>
          <a:xfrm>
            <a:off x="672353" y="1214319"/>
            <a:ext cx="6096000" cy="369332"/>
          </a:xfrm>
          <a:prstGeom prst="rect">
            <a:avLst/>
          </a:prstGeom>
          <a:noFill/>
        </p:spPr>
        <p:txBody>
          <a:bodyPr wrap="square">
            <a:spAutoFit/>
          </a:bodyPr>
          <a:lstStyle/>
          <a:p>
            <a:r>
              <a:rPr lang="en-US" sz="1800" b="1" u="sng" dirty="0">
                <a:effectLst/>
                <a:latin typeface="MULISH REGULAR ROMAN"/>
                <a:ea typeface="Times New Roman" panose="02020603050405020304" pitchFamily="18" charset="0"/>
                <a:cs typeface="Aptos" panose="020B0004020202020204" pitchFamily="34" charset="0"/>
              </a:rPr>
              <a:t>Key Findings in the Stat Pack for </a:t>
            </a:r>
            <a:r>
              <a:rPr lang="en-US" b="1" u="sng" dirty="0">
                <a:latin typeface="MULISH REGULAR ROMAN"/>
                <a:ea typeface="Times New Roman" panose="02020603050405020304" pitchFamily="18" charset="0"/>
                <a:cs typeface="Aptos" panose="020B0004020202020204" pitchFamily="34" charset="0"/>
              </a:rPr>
              <a:t>the 2024-25 Term</a:t>
            </a:r>
            <a:endParaRPr lang="en-US" b="1" u="sng" dirty="0">
              <a:latin typeface="MULISH REGULAR ROMAN"/>
            </a:endParaRPr>
          </a:p>
        </p:txBody>
      </p:sp>
    </p:spTree>
    <p:extLst>
      <p:ext uri="{BB962C8B-B14F-4D97-AF65-F5344CB8AC3E}">
        <p14:creationId xmlns:p14="http://schemas.microsoft.com/office/powerpoint/2010/main" val="4151174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A7B839-BA29-E63C-04C6-7B8D71CF857E}"/>
              </a:ext>
            </a:extLst>
          </p:cNvPr>
          <p:cNvSpPr>
            <a:spLocks noGrp="1" noRot="1" noMove="1" noResize="1" noEditPoints="1" noAdjustHandles="1" noChangeArrowheads="1" noChangeShapeType="1"/>
          </p:cNvSpPr>
          <p:nvPr/>
        </p:nvSpPr>
        <p:spPr>
          <a:xfrm>
            <a:off x="1559095" y="896352"/>
            <a:ext cx="8442160" cy="5065296"/>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FF46E068-D12F-7244-B43D-93F4C8891F00}"/>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A90404"/>
                </a:solidFill>
                <a:latin typeface="MULISH BOLD ROMAN" pitchFamily="2" charset="77"/>
              </a:rPr>
              <a:t>TOTAL OPINIONS OVER TIME</a:t>
            </a:r>
            <a:endParaRPr lang="en-US" sz="3600" dirty="0">
              <a:solidFill>
                <a:srgbClr val="A90404"/>
              </a:solidFill>
              <a:latin typeface="MULISH BOLD ROMAN" pitchFamily="2" charset="77"/>
            </a:endParaRPr>
          </a:p>
        </p:txBody>
      </p:sp>
      <p:sp>
        <p:nvSpPr>
          <p:cNvPr id="5" name="TextBox 4">
            <a:extLst>
              <a:ext uri="{FF2B5EF4-FFF2-40B4-BE49-F238E27FC236}">
                <a16:creationId xmlns:a16="http://schemas.microsoft.com/office/drawing/2014/main" id="{FD46BA6A-543E-6BE2-7182-BAE94BE62A1D}"/>
              </a:ext>
            </a:extLst>
          </p:cNvPr>
          <p:cNvSpPr txBox="1"/>
          <p:nvPr/>
        </p:nvSpPr>
        <p:spPr>
          <a:xfrm>
            <a:off x="838200" y="6083077"/>
            <a:ext cx="9883950" cy="646331"/>
          </a:xfrm>
          <a:prstGeom prst="rect">
            <a:avLst/>
          </a:prstGeom>
          <a:noFill/>
          <a:ln>
            <a:solidFill>
              <a:schemeClr val="tx1"/>
            </a:solidFill>
          </a:ln>
        </p:spPr>
        <p:txBody>
          <a:bodyPr wrap="square" rtlCol="0">
            <a:spAutoFit/>
          </a:bodyPr>
          <a:lstStyle/>
          <a:p>
            <a:pPr algn="ctr"/>
            <a:r>
              <a:rPr lang="en-US" sz="1200" dirty="0">
                <a:latin typeface="MULISH REGULAR ROMAN"/>
              </a:rPr>
              <a:t>Figure shows the volume &amp; proportion of opinions (by type) authored by the court between the 2005 and 2024 terms. Data from earlier terms were retrieved from the </a:t>
            </a:r>
            <a:r>
              <a:rPr lang="en-US" sz="1200" dirty="0">
                <a:latin typeface="MULISH REGULAR ROMAN"/>
                <a:hlinkClick r:id="rId3"/>
              </a:rPr>
              <a:t>Supreme Court Database</a:t>
            </a:r>
            <a:r>
              <a:rPr lang="en-US" sz="1200" dirty="0">
                <a:latin typeface="MULISH REGULAR ROMAN"/>
              </a:rPr>
              <a:t>. Opinions delivered </a:t>
            </a:r>
            <a:r>
              <a:rPr lang="en-US" sz="1200" i="1" dirty="0">
                <a:latin typeface="MULISH REGULAR ROMAN"/>
              </a:rPr>
              <a:t>per </a:t>
            </a:r>
            <a:r>
              <a:rPr lang="en-US" sz="1200" i="1" dirty="0" err="1">
                <a:latin typeface="MULISH REGULAR ROMAN"/>
              </a:rPr>
              <a:t>curiam</a:t>
            </a:r>
            <a:r>
              <a:rPr lang="en-US" sz="1200" dirty="0">
                <a:latin typeface="MULISH REGULAR ROMAN"/>
              </a:rPr>
              <a:t> are coded as a majority opinion, while special concurrences (</a:t>
            </a:r>
            <a:r>
              <a:rPr lang="en-US" sz="1200" i="1" dirty="0">
                <a:latin typeface="MULISH REGULAR ROMAN"/>
              </a:rPr>
              <a:t>in part</a:t>
            </a:r>
            <a:r>
              <a:rPr lang="en-US" sz="1200" dirty="0">
                <a:latin typeface="MULISH REGULAR ROMAN"/>
              </a:rPr>
              <a:t>) and those concurring </a:t>
            </a:r>
            <a:r>
              <a:rPr lang="en-US" sz="1200" i="1" dirty="0">
                <a:latin typeface="MULISH REGULAR ROMAN"/>
              </a:rPr>
              <a:t>in judgment </a:t>
            </a:r>
            <a:r>
              <a:rPr lang="en-US" sz="1200" dirty="0">
                <a:latin typeface="MULISH REGULAR ROMAN"/>
              </a:rPr>
              <a:t>are both coded as concurrences. </a:t>
            </a:r>
          </a:p>
        </p:txBody>
      </p:sp>
      <p:sp>
        <p:nvSpPr>
          <p:cNvPr id="6" name="Slide Number Placeholder 5">
            <a:extLst>
              <a:ext uri="{FF2B5EF4-FFF2-40B4-BE49-F238E27FC236}">
                <a16:creationId xmlns:a16="http://schemas.microsoft.com/office/drawing/2014/main" id="{1408F531-FFA9-F05D-5FA9-8DBB1C47A65F}"/>
              </a:ext>
            </a:extLst>
          </p:cNvPr>
          <p:cNvSpPr>
            <a:spLocks noGrp="1"/>
          </p:cNvSpPr>
          <p:nvPr>
            <p:ph type="sldNum" sz="quarter" idx="12"/>
          </p:nvPr>
        </p:nvSpPr>
        <p:spPr/>
        <p:txBody>
          <a:bodyPr/>
          <a:lstStyle/>
          <a:p>
            <a:fld id="{5E212BD6-99D2-4430-8307-3DFF6CB1AF68}" type="slidenum">
              <a:rPr lang="en-US" smtClean="0"/>
              <a:t>4</a:t>
            </a:fld>
            <a:endParaRPr lang="en-US" dirty="0"/>
          </a:p>
        </p:txBody>
      </p:sp>
      <p:sp>
        <p:nvSpPr>
          <p:cNvPr id="4" name="TextBox 3">
            <a:extLst>
              <a:ext uri="{FF2B5EF4-FFF2-40B4-BE49-F238E27FC236}">
                <a16:creationId xmlns:a16="http://schemas.microsoft.com/office/drawing/2014/main" id="{5DBF1D46-C7EC-10E8-7883-4F62A4250A19}"/>
              </a:ext>
            </a:extLst>
          </p:cNvPr>
          <p:cNvSpPr txBox="1"/>
          <p:nvPr/>
        </p:nvSpPr>
        <p:spPr>
          <a:xfrm>
            <a:off x="7080449" y="212390"/>
            <a:ext cx="4273351" cy="600164"/>
          </a:xfrm>
          <a:prstGeom prst="rect">
            <a:avLst/>
          </a:prstGeom>
          <a:noFill/>
          <a:ln>
            <a:solidFill>
              <a:schemeClr val="tx1"/>
            </a:solidFill>
          </a:ln>
        </p:spPr>
        <p:txBody>
          <a:bodyPr wrap="square">
            <a:spAutoFit/>
          </a:bodyPr>
          <a:lstStyle/>
          <a:p>
            <a:r>
              <a:rPr lang="en-US" sz="1100" dirty="0">
                <a:latin typeface="MULISH REGULAR ROMAN"/>
              </a:rPr>
              <a:t>Please note that the Stat Pack only focuses on “Opinions of the Court” and not "Opinions Relating to Orders," the latter of which includes several of the cases on the so-called emergency/shadow docket</a:t>
            </a:r>
            <a:endParaRPr lang="en-US" sz="1100" dirty="0"/>
          </a:p>
        </p:txBody>
      </p:sp>
      <p:pic>
        <p:nvPicPr>
          <p:cNvPr id="9" name="Picture 8" descr="A graph of different colored bars&#10;&#10;AI-generated content may be incorrect.">
            <a:extLst>
              <a:ext uri="{FF2B5EF4-FFF2-40B4-BE49-F238E27FC236}">
                <a16:creationId xmlns:a16="http://schemas.microsoft.com/office/drawing/2014/main" id="{2BD08AF5-DFB5-20ED-7D5D-54C70C2C23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9095" y="896352"/>
            <a:ext cx="8442160" cy="5065296"/>
          </a:xfrm>
          <a:prstGeom prst="rect">
            <a:avLst/>
          </a:prstGeom>
        </p:spPr>
      </p:pic>
    </p:spTree>
    <p:extLst>
      <p:ext uri="{BB962C8B-B14F-4D97-AF65-F5344CB8AC3E}">
        <p14:creationId xmlns:p14="http://schemas.microsoft.com/office/powerpoint/2010/main" val="215205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A5345AB6-7B44-E44F-983D-1098CCD088F2}"/>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MAKEUP OF THE OPINIONS OF THE COURT</a:t>
            </a:r>
          </a:p>
        </p:txBody>
      </p:sp>
      <p:sp>
        <p:nvSpPr>
          <p:cNvPr id="3" name="Slide Number Placeholder 2">
            <a:extLst>
              <a:ext uri="{FF2B5EF4-FFF2-40B4-BE49-F238E27FC236}">
                <a16:creationId xmlns:a16="http://schemas.microsoft.com/office/drawing/2014/main" id="{A24EF7E7-4DAE-3EAC-8DD9-F5475F4993A7}"/>
              </a:ext>
            </a:extLst>
          </p:cNvPr>
          <p:cNvSpPr>
            <a:spLocks noGrp="1"/>
          </p:cNvSpPr>
          <p:nvPr>
            <p:ph type="sldNum" sz="quarter" idx="12"/>
          </p:nvPr>
        </p:nvSpPr>
        <p:spPr/>
        <p:txBody>
          <a:bodyPr/>
          <a:lstStyle/>
          <a:p>
            <a:fld id="{5E212BD6-99D2-4430-8307-3DFF6CB1AF68}" type="slidenum">
              <a:rPr lang="en-US" smtClean="0"/>
              <a:t>5</a:t>
            </a:fld>
            <a:endParaRPr lang="en-US"/>
          </a:p>
        </p:txBody>
      </p:sp>
      <p:graphicFrame>
        <p:nvGraphicFramePr>
          <p:cNvPr id="7" name="Table 6">
            <a:extLst>
              <a:ext uri="{FF2B5EF4-FFF2-40B4-BE49-F238E27FC236}">
                <a16:creationId xmlns:a16="http://schemas.microsoft.com/office/drawing/2014/main" id="{4758A924-DA2D-EBAE-DF76-83B31FD3ABC3}"/>
              </a:ext>
            </a:extLst>
          </p:cNvPr>
          <p:cNvGraphicFramePr>
            <a:graphicFrameLocks noGrp="1"/>
          </p:cNvGraphicFramePr>
          <p:nvPr>
            <p:extLst>
              <p:ext uri="{D42A27DB-BD31-4B8C-83A1-F6EECF244321}">
                <p14:modId xmlns:p14="http://schemas.microsoft.com/office/powerpoint/2010/main" val="14841600"/>
              </p:ext>
            </p:extLst>
          </p:nvPr>
        </p:nvGraphicFramePr>
        <p:xfrm>
          <a:off x="320850" y="796386"/>
          <a:ext cx="11550300" cy="5834891"/>
        </p:xfrm>
        <a:graphic>
          <a:graphicData uri="http://schemas.openxmlformats.org/drawingml/2006/table">
            <a:tbl>
              <a:tblPr/>
              <a:tblGrid>
                <a:gridCol w="3850100">
                  <a:extLst>
                    <a:ext uri="{9D8B030D-6E8A-4147-A177-3AD203B41FA5}">
                      <a16:colId xmlns:a16="http://schemas.microsoft.com/office/drawing/2014/main" val="3438991425"/>
                    </a:ext>
                  </a:extLst>
                </a:gridCol>
                <a:gridCol w="3850100">
                  <a:extLst>
                    <a:ext uri="{9D8B030D-6E8A-4147-A177-3AD203B41FA5}">
                      <a16:colId xmlns:a16="http://schemas.microsoft.com/office/drawing/2014/main" val="3103202930"/>
                    </a:ext>
                  </a:extLst>
                </a:gridCol>
                <a:gridCol w="3850100">
                  <a:extLst>
                    <a:ext uri="{9D8B030D-6E8A-4147-A177-3AD203B41FA5}">
                      <a16:colId xmlns:a16="http://schemas.microsoft.com/office/drawing/2014/main" val="1538254556"/>
                    </a:ext>
                  </a:extLst>
                </a:gridCol>
              </a:tblGrid>
              <a:tr h="49772">
                <a:tc>
                  <a:txBody>
                    <a:bodyPr/>
                    <a:lstStyle/>
                    <a:p>
                      <a:pPr algn="ctr" fontAlgn="b"/>
                      <a:r>
                        <a:rPr lang="en-US" sz="1400" b="1" i="0" u="none" strike="noStrike" dirty="0">
                          <a:solidFill>
                            <a:srgbClr val="000000"/>
                          </a:solidFill>
                          <a:effectLst/>
                          <a:latin typeface="MULISH BLACK ROMAN"/>
                        </a:rPr>
                        <a:t>Case Name</a:t>
                      </a:r>
                    </a:p>
                  </a:txBody>
                  <a:tcPr marL="1375" marR="1375" marT="1375" marB="0" anchor="b">
                    <a:lnL>
                      <a:noFill/>
                    </a:lnL>
                    <a:lnR>
                      <a:noFill/>
                    </a:lnR>
                    <a:lnT>
                      <a:noFill/>
                    </a:lnT>
                    <a:lnB>
                      <a:noFill/>
                    </a:lnB>
                    <a:solidFill>
                      <a:srgbClr val="FFFFFF"/>
                    </a:solidFill>
                  </a:tcPr>
                </a:tc>
                <a:tc>
                  <a:txBody>
                    <a:bodyPr/>
                    <a:lstStyle/>
                    <a:p>
                      <a:pPr algn="ctr" fontAlgn="b"/>
                      <a:r>
                        <a:rPr lang="en-US" sz="1400" b="1" i="0" u="none" strike="noStrike" dirty="0">
                          <a:solidFill>
                            <a:srgbClr val="000000"/>
                          </a:solidFill>
                          <a:effectLst/>
                          <a:latin typeface="MULISH BLACK ROMAN"/>
                        </a:rPr>
                        <a:t>Abbreviation</a:t>
                      </a:r>
                    </a:p>
                  </a:txBody>
                  <a:tcPr marL="1375" marR="1375" marT="1375" marB="0" anchor="b">
                    <a:lnL>
                      <a:noFill/>
                    </a:lnL>
                    <a:lnR>
                      <a:noFill/>
                    </a:lnR>
                    <a:lnT>
                      <a:noFill/>
                    </a:lnT>
                    <a:lnB>
                      <a:noFill/>
                    </a:lnB>
                    <a:solidFill>
                      <a:srgbClr val="FFFFFF"/>
                    </a:solidFill>
                  </a:tcPr>
                </a:tc>
                <a:tc>
                  <a:txBody>
                    <a:bodyPr/>
                    <a:lstStyle/>
                    <a:p>
                      <a:pPr algn="ctr" fontAlgn="b"/>
                      <a:r>
                        <a:rPr lang="en-US" sz="1400" b="1" i="0" u="none" strike="noStrike" dirty="0">
                          <a:solidFill>
                            <a:srgbClr val="000000"/>
                          </a:solidFill>
                          <a:effectLst/>
                          <a:latin typeface="MULISH BLACK ROMAN"/>
                        </a:rPr>
                        <a:t>Issue Summary</a:t>
                      </a:r>
                    </a:p>
                  </a:txBody>
                  <a:tcPr marL="1375" marR="1375" marT="1375" marB="0" anchor="b">
                    <a:lnL>
                      <a:noFill/>
                    </a:lnL>
                    <a:lnR>
                      <a:noFill/>
                    </a:lnR>
                    <a:lnT>
                      <a:noFill/>
                    </a:lnT>
                    <a:lnB>
                      <a:noFill/>
                    </a:lnB>
                    <a:solidFill>
                      <a:srgbClr val="FFFFFF"/>
                    </a:solidFill>
                  </a:tcPr>
                </a:tc>
                <a:extLst>
                  <a:ext uri="{0D108BD9-81ED-4DB2-BD59-A6C34878D82A}">
                    <a16:rowId xmlns:a16="http://schemas.microsoft.com/office/drawing/2014/main" val="4061619900"/>
                  </a:ext>
                </a:extLst>
              </a:tr>
              <a:tr h="146566">
                <a:tc>
                  <a:txBody>
                    <a:bodyPr/>
                    <a:lstStyle/>
                    <a:p>
                      <a:pPr algn="l" fontAlgn="b"/>
                      <a:r>
                        <a:rPr lang="en-US" sz="1050" b="0" i="0" u="none" strike="noStrike" dirty="0">
                          <a:solidFill>
                            <a:srgbClr val="000000"/>
                          </a:solidFill>
                          <a:effectLst/>
                          <a:latin typeface="MULISH BLACK ROMAN"/>
                        </a:rPr>
                        <a:t>A.A.R.P. v. Trump</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A.A.R.P v. Trump</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Immigration removal and procedural due process</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2570788897"/>
                  </a:ext>
                </a:extLst>
              </a:tr>
              <a:tr h="146566">
                <a:tc>
                  <a:txBody>
                    <a:bodyPr/>
                    <a:lstStyle/>
                    <a:p>
                      <a:pPr algn="l" fontAlgn="b"/>
                      <a:r>
                        <a:rPr lang="en-US" sz="1050" b="0" i="0" u="none" strike="noStrike" dirty="0">
                          <a:solidFill>
                            <a:srgbClr val="000000"/>
                          </a:solidFill>
                          <a:effectLst/>
                          <a:latin typeface="MULISH BLACK ROMAN"/>
                        </a:rPr>
                        <a:t>A.J.T. v. Osseo Area Schools</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A.J.T</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Disability discrimination standard in education</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620651117"/>
                  </a:ext>
                </a:extLst>
              </a:tr>
              <a:tr h="146566">
                <a:tc>
                  <a:txBody>
                    <a:bodyPr/>
                    <a:lstStyle/>
                    <a:p>
                      <a:pPr algn="l" fontAlgn="b"/>
                      <a:r>
                        <a:rPr lang="en-US" sz="1050" b="0" i="0" u="none" strike="noStrike" dirty="0">
                          <a:solidFill>
                            <a:srgbClr val="000000"/>
                          </a:solidFill>
                          <a:effectLst/>
                          <a:latin typeface="MULISH BLACK ROMAN"/>
                        </a:rPr>
                        <a:t>Advocate Christ Medical Center v. Kennedy</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Advocate Christ Medical</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Medicare eligibility based on SSI payment month</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761537345"/>
                  </a:ext>
                </a:extLst>
              </a:tr>
              <a:tr h="194963">
                <a:tc>
                  <a:txBody>
                    <a:bodyPr/>
                    <a:lstStyle/>
                    <a:p>
                      <a:pPr algn="l" fontAlgn="b"/>
                      <a:r>
                        <a:rPr lang="en-US" sz="1050" b="0" i="0" u="none" strike="noStrike" dirty="0">
                          <a:solidFill>
                            <a:srgbClr val="000000"/>
                          </a:solidFill>
                          <a:effectLst/>
                          <a:latin typeface="MULISH BLACK ROMAN"/>
                        </a:rPr>
                        <a:t>Ames v. Ohio Department of Youth Services</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Ames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Discrimination claim standard for majority-group employee</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133299288"/>
                  </a:ext>
                </a:extLst>
              </a:tr>
              <a:tr h="194963">
                <a:tc>
                  <a:txBody>
                    <a:bodyPr/>
                    <a:lstStyle/>
                    <a:p>
                      <a:pPr algn="l" fontAlgn="b"/>
                      <a:r>
                        <a:rPr lang="en-US" sz="1050" b="0" i="0" u="none" strike="noStrike" dirty="0">
                          <a:solidFill>
                            <a:srgbClr val="000000"/>
                          </a:solidFill>
                          <a:effectLst/>
                          <a:latin typeface="MULISH BLACK ROMAN"/>
                        </a:rPr>
                        <a:t>Andrew v. White</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Andrew</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Due process and prejudicial evidence in capital trial</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363718120"/>
                  </a:ext>
                </a:extLst>
              </a:tr>
              <a:tr h="170765">
                <a:tc>
                  <a:txBody>
                    <a:bodyPr/>
                    <a:lstStyle/>
                    <a:p>
                      <a:pPr algn="l" fontAlgn="b"/>
                      <a:r>
                        <a:rPr lang="en-US" sz="1050" b="0" i="0" u="none" strike="noStrike" dirty="0">
                          <a:solidFill>
                            <a:srgbClr val="000000"/>
                          </a:solidFill>
                          <a:effectLst/>
                          <a:latin typeface="MULISH BLACK ROMAN"/>
                        </a:rPr>
                        <a:t>Barnes v. Felix</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Barnes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Excessive force standard under Fourth Amendment</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134083356"/>
                  </a:ext>
                </a:extLst>
              </a:tr>
              <a:tr h="170765">
                <a:tc>
                  <a:txBody>
                    <a:bodyPr/>
                    <a:lstStyle/>
                    <a:p>
                      <a:pPr algn="l" fontAlgn="b"/>
                      <a:r>
                        <a:rPr lang="sv-SE" sz="1050" b="0" i="0" u="none" strike="noStrike" dirty="0">
                          <a:solidFill>
                            <a:srgbClr val="000000"/>
                          </a:solidFill>
                          <a:effectLst/>
                          <a:latin typeface="MULISH BLACK ROMAN"/>
                        </a:rPr>
                        <a:t>BLOM Bank SAL v. Honickman</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BLOM Bank</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Standard for reopening cases under Rule 60(b)(6)</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2114046914"/>
                  </a:ext>
                </a:extLst>
              </a:tr>
              <a:tr h="98169">
                <a:tc>
                  <a:txBody>
                    <a:bodyPr/>
                    <a:lstStyle/>
                    <a:p>
                      <a:pPr algn="l" fontAlgn="b"/>
                      <a:r>
                        <a:rPr lang="en-US" sz="1050" b="0" i="0" u="none" strike="noStrike" dirty="0">
                          <a:solidFill>
                            <a:srgbClr val="000000"/>
                          </a:solidFill>
                          <a:effectLst/>
                          <a:latin typeface="MULISH BLACK ROMAN"/>
                        </a:rPr>
                        <a:t>Bondi v. Vanderstok</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Vanderstok</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ATF regulation of ghost guns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99761024"/>
                  </a:ext>
                </a:extLst>
              </a:tr>
              <a:tr h="146566">
                <a:tc>
                  <a:txBody>
                    <a:bodyPr/>
                    <a:lstStyle/>
                    <a:p>
                      <a:pPr algn="l" fontAlgn="b"/>
                      <a:r>
                        <a:rPr lang="en-US" sz="1050" b="0" i="0" u="none" strike="noStrike" dirty="0">
                          <a:solidFill>
                            <a:srgbClr val="000000"/>
                          </a:solidFill>
                          <a:effectLst/>
                          <a:latin typeface="MULISH BLACK ROMAN"/>
                        </a:rPr>
                        <a:t>Bouarfa v. Mayorkas</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Bouarfa</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Judicial review of visa revocation for sham marriage</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1869417950"/>
                  </a:ext>
                </a:extLst>
              </a:tr>
              <a:tr h="122368">
                <a:tc>
                  <a:txBody>
                    <a:bodyPr/>
                    <a:lstStyle/>
                    <a:p>
                      <a:pPr algn="l" fontAlgn="b"/>
                      <a:r>
                        <a:rPr lang="en-US" sz="1050" b="0" i="0" u="none" strike="noStrike" dirty="0">
                          <a:solidFill>
                            <a:srgbClr val="000000"/>
                          </a:solidFill>
                          <a:effectLst/>
                          <a:latin typeface="MULISH BLACK ROMAN"/>
                        </a:rPr>
                        <a:t>Bufkin v. McDonough</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Bufkin</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Clear-error review of VA benefit decisions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1052944479"/>
                  </a:ext>
                </a:extLst>
              </a:tr>
              <a:tr h="170765">
                <a:tc>
                  <a:txBody>
                    <a:bodyPr/>
                    <a:lstStyle/>
                    <a:p>
                      <a:pPr algn="l" fontAlgn="b"/>
                      <a:r>
                        <a:rPr lang="en-US" sz="1050" b="0" i="0" u="none" strike="noStrike" dirty="0">
                          <a:solidFill>
                            <a:srgbClr val="000000"/>
                          </a:solidFill>
                          <a:effectLst/>
                          <a:latin typeface="MULISH BLACK ROMAN"/>
                        </a:rPr>
                        <a:t>Catholic Charities Bureau v. Wisconsin LIRC</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Catholic Charities</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Religious exemption denial under First Amendment</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1629892971"/>
                  </a:ext>
                </a:extLst>
              </a:tr>
              <a:tr h="146566">
                <a:tc>
                  <a:txBody>
                    <a:bodyPr/>
                    <a:lstStyle/>
                    <a:p>
                      <a:pPr algn="l" fontAlgn="b"/>
                      <a:r>
                        <a:rPr lang="en-US" sz="1050" b="0" i="0" u="none" strike="noStrike" dirty="0">
                          <a:solidFill>
                            <a:srgbClr val="000000"/>
                          </a:solidFill>
                          <a:effectLst/>
                          <a:latin typeface="MULISH BLACK ROMAN"/>
                        </a:rPr>
                        <a:t>CC/Devas v. Antrix</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CC/Devas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Jurisdiction over foreign states under FSIA</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191315369"/>
                  </a:ext>
                </a:extLst>
              </a:tr>
              <a:tr h="122368">
                <a:tc>
                  <a:txBody>
                    <a:bodyPr/>
                    <a:lstStyle/>
                    <a:p>
                      <a:pPr algn="l" fontAlgn="b"/>
                      <a:r>
                        <a:rPr lang="en-US" sz="1050" b="0" i="0" u="none" strike="noStrike" dirty="0">
                          <a:solidFill>
                            <a:srgbClr val="000000"/>
                          </a:solidFill>
                          <a:effectLst/>
                          <a:latin typeface="MULISH BLACK ROMAN"/>
                        </a:rPr>
                        <a:t>City and County of SF v. EPA</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SF v. EPA</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EPA Clean Water Act authority on water permits</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981500256"/>
                  </a:ext>
                </a:extLst>
              </a:tr>
              <a:tr h="98169">
                <a:tc>
                  <a:txBody>
                    <a:bodyPr/>
                    <a:lstStyle/>
                    <a:p>
                      <a:pPr algn="l" fontAlgn="b"/>
                      <a:r>
                        <a:rPr lang="en-US" sz="1050" b="0" i="0" u="none" strike="noStrike" dirty="0">
                          <a:solidFill>
                            <a:srgbClr val="000000"/>
                          </a:solidFill>
                          <a:effectLst/>
                          <a:latin typeface="MULISH BLACK ROMAN"/>
                        </a:rPr>
                        <a:t>Commissioner of IRS v. Zuch</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Zuch</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IRS levy challenge mootness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490555743"/>
                  </a:ext>
                </a:extLst>
              </a:tr>
              <a:tr h="98169">
                <a:tc>
                  <a:txBody>
                    <a:bodyPr/>
                    <a:lstStyle/>
                    <a:p>
                      <a:pPr algn="l" fontAlgn="b"/>
                      <a:r>
                        <a:rPr lang="en-US" sz="1050" b="0" i="0" u="none" strike="noStrike" dirty="0">
                          <a:solidFill>
                            <a:srgbClr val="000000"/>
                          </a:solidFill>
                          <a:effectLst/>
                          <a:latin typeface="MULISH BLACK ROMAN"/>
                        </a:rPr>
                        <a:t>Cunningham v. Cornell University</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Cunningham</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ERISA fiduciary transaction pleading</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1271012584"/>
                  </a:ext>
                </a:extLst>
              </a:tr>
              <a:tr h="122368">
                <a:tc>
                  <a:txBody>
                    <a:bodyPr/>
                    <a:lstStyle/>
                    <a:p>
                      <a:pPr algn="l" fontAlgn="b"/>
                      <a:r>
                        <a:rPr lang="en-US" sz="1050" b="0" i="0" u="none" strike="noStrike" dirty="0">
                          <a:solidFill>
                            <a:srgbClr val="000000"/>
                          </a:solidFill>
                          <a:effectLst/>
                          <a:latin typeface="MULISH BLACK ROMAN"/>
                        </a:rPr>
                        <a:t>Delligatti v. United States</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Delligatti</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Force element in omission-based crimes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1567107904"/>
                  </a:ext>
                </a:extLst>
              </a:tr>
              <a:tr h="170765">
                <a:tc>
                  <a:txBody>
                    <a:bodyPr/>
                    <a:lstStyle/>
                    <a:p>
                      <a:pPr algn="l" fontAlgn="b"/>
                      <a:r>
                        <a:rPr lang="en-US" sz="1050" b="0" i="0" u="none" strike="noStrike" dirty="0">
                          <a:solidFill>
                            <a:srgbClr val="000000"/>
                          </a:solidFill>
                          <a:effectLst/>
                          <a:latin typeface="MULISH BLACK ROMAN"/>
                        </a:rPr>
                        <a:t>Department of Education v. California</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DOE v. CA</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Education grants, APA challenge, and agency funding authority</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436274128"/>
                  </a:ext>
                </a:extLst>
              </a:tr>
              <a:tr h="122368">
                <a:tc>
                  <a:txBody>
                    <a:bodyPr/>
                    <a:lstStyle/>
                    <a:p>
                      <a:pPr algn="l" fontAlgn="b"/>
                      <a:r>
                        <a:rPr lang="en-US" sz="1050" b="0" i="0" u="none" strike="noStrike" dirty="0">
                          <a:solidFill>
                            <a:srgbClr val="000000"/>
                          </a:solidFill>
                          <a:effectLst/>
                          <a:latin typeface="MULISH BLACK ROMAN"/>
                        </a:rPr>
                        <a:t>Dewberry Group v. Dewberry Engineers</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Dewberry</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Lanham Act profits limited to named defendant</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27465890"/>
                  </a:ext>
                </a:extLst>
              </a:tr>
              <a:tr h="122368">
                <a:tc>
                  <a:txBody>
                    <a:bodyPr/>
                    <a:lstStyle/>
                    <a:p>
                      <a:pPr algn="l" fontAlgn="b"/>
                      <a:r>
                        <a:rPr lang="en-US" sz="1050" b="0" i="0" u="none" strike="noStrike" dirty="0">
                          <a:solidFill>
                            <a:srgbClr val="000000"/>
                          </a:solidFill>
                          <a:effectLst/>
                          <a:latin typeface="MULISH BLACK ROMAN"/>
                        </a:rPr>
                        <a:t>Diamond Alternative Energy v. EPA</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Diamond</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Standing based on third-party regulatory impact</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2777023354"/>
                  </a:ext>
                </a:extLst>
              </a:tr>
              <a:tr h="98169">
                <a:tc>
                  <a:txBody>
                    <a:bodyPr/>
                    <a:lstStyle/>
                    <a:p>
                      <a:pPr algn="l" fontAlgn="b"/>
                      <a:r>
                        <a:rPr lang="en-US" sz="1050" b="0" i="0" u="none" strike="noStrike" dirty="0">
                          <a:solidFill>
                            <a:srgbClr val="000000"/>
                          </a:solidFill>
                          <a:effectLst/>
                          <a:latin typeface="MULISH BLACK ROMAN"/>
                        </a:rPr>
                        <a:t>E.M.D. Sales v. Carrera</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E.M.D. Sales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FLSA exemption proof standard</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04000853"/>
                  </a:ext>
                </a:extLst>
              </a:tr>
              <a:tr h="122368">
                <a:tc>
                  <a:txBody>
                    <a:bodyPr/>
                    <a:lstStyle/>
                    <a:p>
                      <a:pPr algn="l" fontAlgn="b"/>
                      <a:r>
                        <a:rPr lang="en-US" sz="1050" b="0" i="0" u="none" strike="noStrike" dirty="0">
                          <a:solidFill>
                            <a:srgbClr val="000000"/>
                          </a:solidFill>
                          <a:effectLst/>
                          <a:latin typeface="MULISH BLACK ROMAN"/>
                        </a:rPr>
                        <a:t>EPA v. Calumet Shreveport</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Calumet</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Venue for refinery exemption claims under CAA</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1406104549"/>
                  </a:ext>
                </a:extLst>
              </a:tr>
              <a:tr h="146566">
                <a:tc>
                  <a:txBody>
                    <a:bodyPr/>
                    <a:lstStyle/>
                    <a:p>
                      <a:pPr algn="l" fontAlgn="b"/>
                      <a:r>
                        <a:rPr lang="en-US" sz="1050" b="0" i="0" u="none" strike="noStrike" dirty="0">
                          <a:solidFill>
                            <a:srgbClr val="000000"/>
                          </a:solidFill>
                          <a:effectLst/>
                          <a:latin typeface="MULISH BLACK ROMAN"/>
                        </a:rPr>
                        <a:t>Esteras v. United States</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Esteras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Sentencing factor use in supervised release revocation</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592999601"/>
                  </a:ext>
                </a:extLst>
              </a:tr>
              <a:tr h="122368">
                <a:tc>
                  <a:txBody>
                    <a:bodyPr/>
                    <a:lstStyle/>
                    <a:p>
                      <a:pPr algn="l" fontAlgn="b"/>
                      <a:r>
                        <a:rPr lang="en-US" sz="1050" b="0" i="0" u="none" strike="noStrike" dirty="0">
                          <a:solidFill>
                            <a:srgbClr val="000000"/>
                          </a:solidFill>
                          <a:effectLst/>
                          <a:latin typeface="MULISH BLACK ROMAN"/>
                        </a:rPr>
                        <a:t>Facebook v. Amalgamated Bank</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Facebook</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Materiality of past risks in securities filings</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4160271852"/>
                  </a:ext>
                </a:extLst>
              </a:tr>
              <a:tr h="170765">
                <a:tc>
                  <a:txBody>
                    <a:bodyPr/>
                    <a:lstStyle/>
                    <a:p>
                      <a:pPr algn="l" fontAlgn="b"/>
                      <a:r>
                        <a:rPr lang="en-US" sz="1050" b="0" i="0" u="none" strike="noStrike" dirty="0">
                          <a:solidFill>
                            <a:srgbClr val="000000"/>
                          </a:solidFill>
                          <a:effectLst/>
                          <a:latin typeface="MULISH BLACK ROMAN"/>
                        </a:rPr>
                        <a:t>FDA v. Wages and White Lion</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Wages and White Lion</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FDA denial of e-cigarette marketing applications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494226503"/>
                  </a:ext>
                </a:extLst>
              </a:tr>
              <a:tr h="122368">
                <a:tc>
                  <a:txBody>
                    <a:bodyPr/>
                    <a:lstStyle/>
                    <a:p>
                      <a:pPr algn="l" fontAlgn="b"/>
                      <a:r>
                        <a:rPr lang="en-US" sz="1050" b="0" i="0" u="none" strike="noStrike" dirty="0">
                          <a:solidFill>
                            <a:srgbClr val="000000"/>
                          </a:solidFill>
                          <a:effectLst/>
                          <a:latin typeface="MULISH BLACK ROMAN"/>
                        </a:rPr>
                        <a:t>FCC v. Consumers’ Research</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Consumers’ Research</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Constitutional limits on FCC funding authority</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2673355482"/>
                  </a:ext>
                </a:extLst>
              </a:tr>
              <a:tr h="122368">
                <a:tc>
                  <a:txBody>
                    <a:bodyPr/>
                    <a:lstStyle/>
                    <a:p>
                      <a:pPr algn="l" fontAlgn="b"/>
                      <a:r>
                        <a:rPr lang="en-US" sz="1050" b="0" i="0" u="none" strike="noStrike" dirty="0">
                          <a:solidFill>
                            <a:srgbClr val="000000"/>
                          </a:solidFill>
                          <a:effectLst/>
                          <a:latin typeface="MULISH BLACK ROMAN"/>
                        </a:rPr>
                        <a:t>Feliciano v. DOT</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Feliciano</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Differential pay for emergency military service</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871651559"/>
                  </a:ext>
                </a:extLst>
              </a:tr>
              <a:tr h="122368">
                <a:tc>
                  <a:txBody>
                    <a:bodyPr/>
                    <a:lstStyle/>
                    <a:p>
                      <a:pPr algn="l" fontAlgn="b"/>
                      <a:r>
                        <a:rPr lang="en-US" sz="1050" b="0" i="0" u="none" strike="noStrike" dirty="0">
                          <a:solidFill>
                            <a:srgbClr val="000000"/>
                          </a:solidFill>
                          <a:effectLst/>
                          <a:latin typeface="MULISH BLACK ROMAN"/>
                        </a:rPr>
                        <a:t>FDA v. R.J. Reynolds</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R.J. Reynolds</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Proper venue in agency review cases</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735051472"/>
                  </a:ext>
                </a:extLst>
              </a:tr>
              <a:tr h="170765">
                <a:tc>
                  <a:txBody>
                    <a:bodyPr/>
                    <a:lstStyle/>
                    <a:p>
                      <a:pPr algn="l" fontAlgn="b"/>
                      <a:r>
                        <a:rPr lang="en-US" sz="1050" b="0" i="0" u="none" strike="noStrike" dirty="0">
                          <a:solidFill>
                            <a:srgbClr val="000000"/>
                          </a:solidFill>
                          <a:effectLst/>
                          <a:latin typeface="MULISH BLACK ROMAN"/>
                        </a:rPr>
                        <a:t>Free Speech Coalition v. Paxton</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Free Speech</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Review standard for adult-content web restrictions</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752013399"/>
                  </a:ext>
                </a:extLst>
              </a:tr>
              <a:tr h="170765">
                <a:tc>
                  <a:txBody>
                    <a:bodyPr/>
                    <a:lstStyle/>
                    <a:p>
                      <a:pPr algn="l" fontAlgn="b"/>
                      <a:r>
                        <a:rPr lang="en-US" sz="1050" b="0" i="0" u="none" strike="noStrike" dirty="0">
                          <a:solidFill>
                            <a:srgbClr val="000000"/>
                          </a:solidFill>
                          <a:effectLst/>
                          <a:latin typeface="MULISH BLACK ROMAN"/>
                        </a:rPr>
                        <a:t>Fuld v. Palestine Liberation Organization</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Fuld</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Due process challenge to terrorism liability statute</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918952294"/>
                  </a:ext>
                </a:extLst>
              </a:tr>
              <a:tr h="146566">
                <a:tc>
                  <a:txBody>
                    <a:bodyPr/>
                    <a:lstStyle/>
                    <a:p>
                      <a:pPr algn="l" fontAlgn="b"/>
                      <a:r>
                        <a:rPr lang="en-US" sz="1050" b="0" i="0" u="none" strike="noStrike" dirty="0">
                          <a:solidFill>
                            <a:srgbClr val="000000"/>
                          </a:solidFill>
                          <a:effectLst/>
                          <a:latin typeface="MULISH BLACK ROMAN"/>
                        </a:rPr>
                        <a:t>Glossip v. Oklahoma</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Glossip</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Due process violation for false trial testimony</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020829133"/>
                  </a:ext>
                </a:extLst>
              </a:tr>
              <a:tr h="122368">
                <a:tc>
                  <a:txBody>
                    <a:bodyPr/>
                    <a:lstStyle/>
                    <a:p>
                      <a:pPr algn="l" fontAlgn="b"/>
                      <a:r>
                        <a:rPr lang="en-US" sz="1050" b="0" i="0" u="none" strike="noStrike" dirty="0">
                          <a:solidFill>
                            <a:srgbClr val="000000"/>
                          </a:solidFill>
                          <a:effectLst/>
                          <a:latin typeface="MULISH BLACK ROMAN"/>
                        </a:rPr>
                        <a:t>Gutierrez v. Saenz</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Gutierrez</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Access to DNA testing under Texas law</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2397630393"/>
                  </a:ext>
                </a:extLst>
              </a:tr>
              <a:tr h="122368">
                <a:tc>
                  <a:txBody>
                    <a:bodyPr/>
                    <a:lstStyle/>
                    <a:p>
                      <a:pPr algn="l" fontAlgn="b"/>
                      <a:r>
                        <a:rPr lang="en-US" sz="1050" b="0" i="0" u="none" strike="noStrike" dirty="0">
                          <a:solidFill>
                            <a:srgbClr val="000000"/>
                          </a:solidFill>
                          <a:effectLst/>
                          <a:latin typeface="MULISH BLACK ROMAN"/>
                        </a:rPr>
                        <a:t>Hamm v. Smith</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Hamm</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Death penalty eligibility and intellectual disability</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2519977218"/>
                  </a:ext>
                </a:extLst>
              </a:tr>
              <a:tr h="146566">
                <a:tc>
                  <a:txBody>
                    <a:bodyPr/>
                    <a:lstStyle/>
                    <a:p>
                      <a:pPr algn="l" fontAlgn="b"/>
                      <a:r>
                        <a:rPr lang="en-US" sz="1050" b="0" i="0" u="none" strike="noStrike" dirty="0">
                          <a:solidFill>
                            <a:srgbClr val="000000"/>
                          </a:solidFill>
                          <a:effectLst/>
                          <a:latin typeface="MULISH BLACK ROMAN"/>
                        </a:rPr>
                        <a:t>Hewitt v. United States</a:t>
                      </a:r>
                    </a:p>
                  </a:txBody>
                  <a:tcPr marL="1375" marR="1375" marT="137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Hewitt</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Application of First Step Act to resentencing</a:t>
                      </a:r>
                    </a:p>
                  </a:txBody>
                  <a:tcPr marL="1375" marR="1375" marT="1375" marB="0" anchor="b">
                    <a:lnL>
                      <a:noFill/>
                    </a:lnL>
                    <a:lnR>
                      <a:noFill/>
                    </a:lnR>
                    <a:lnT>
                      <a:noFill/>
                    </a:lnT>
                    <a:lnB>
                      <a:noFill/>
                    </a:lnB>
                    <a:solidFill>
                      <a:srgbClr val="EDEDED"/>
                    </a:solidFill>
                  </a:tcPr>
                </a:tc>
                <a:extLst>
                  <a:ext uri="{0D108BD9-81ED-4DB2-BD59-A6C34878D82A}">
                    <a16:rowId xmlns:a16="http://schemas.microsoft.com/office/drawing/2014/main" val="3385313304"/>
                  </a:ext>
                </a:extLst>
              </a:tr>
              <a:tr h="146566">
                <a:tc>
                  <a:txBody>
                    <a:bodyPr/>
                    <a:lstStyle/>
                    <a:p>
                      <a:pPr algn="l" fontAlgn="b"/>
                      <a:r>
                        <a:rPr lang="en-US" sz="1050" b="0" i="0" u="none" strike="noStrike" dirty="0">
                          <a:solidFill>
                            <a:srgbClr val="000000"/>
                          </a:solidFill>
                          <a:effectLst/>
                          <a:latin typeface="MULISH BLACK ROMAN"/>
                        </a:rPr>
                        <a:t>Kennedy v. Braidwood Management</a:t>
                      </a:r>
                    </a:p>
                  </a:txBody>
                  <a:tcPr marL="1375" marR="1375" marT="137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Kennedy</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Appointments Clause challenge to health agency</a:t>
                      </a:r>
                    </a:p>
                  </a:txBody>
                  <a:tcPr marL="1375" marR="1375" marT="1375" marB="0" anchor="b">
                    <a:lnL>
                      <a:noFill/>
                    </a:lnL>
                    <a:lnR>
                      <a:noFill/>
                    </a:lnR>
                    <a:lnT>
                      <a:noFill/>
                    </a:lnT>
                    <a:lnB>
                      <a:noFill/>
                    </a:lnB>
                    <a:solidFill>
                      <a:srgbClr val="D0CECE"/>
                    </a:solidFill>
                  </a:tcPr>
                </a:tc>
                <a:extLst>
                  <a:ext uri="{0D108BD9-81ED-4DB2-BD59-A6C34878D82A}">
                    <a16:rowId xmlns:a16="http://schemas.microsoft.com/office/drawing/2014/main" val="3241247474"/>
                  </a:ext>
                </a:extLst>
              </a:tr>
            </a:tbl>
          </a:graphicData>
        </a:graphic>
      </p:graphicFrame>
    </p:spTree>
    <p:extLst>
      <p:ext uri="{BB962C8B-B14F-4D97-AF65-F5344CB8AC3E}">
        <p14:creationId xmlns:p14="http://schemas.microsoft.com/office/powerpoint/2010/main" val="2584210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B321-A498-AD27-513C-9028CD784315}"/>
            </a:ext>
          </a:extLst>
        </p:cNvPr>
        <p:cNvGrpSpPr/>
        <p:nvPr/>
      </p:nvGrpSpPr>
      <p:grpSpPr>
        <a:xfrm>
          <a:off x="0" y="0"/>
          <a:ext cx="0" cy="0"/>
          <a:chOff x="0" y="0"/>
          <a:chExt cx="0" cy="0"/>
        </a:xfrm>
      </p:grpSpPr>
      <p:sp>
        <p:nvSpPr>
          <p:cNvPr id="8" name="Title 9">
            <a:extLst>
              <a:ext uri="{FF2B5EF4-FFF2-40B4-BE49-F238E27FC236}">
                <a16:creationId xmlns:a16="http://schemas.microsoft.com/office/drawing/2014/main" id="{D2A5782F-AF43-4E5A-C6D6-5FDB6C312EAB}"/>
              </a:ext>
            </a:extLst>
          </p:cNvPr>
          <p:cNvSpPr txBox="1">
            <a:spLocks/>
          </p:cNvSpPr>
          <p:nvPr/>
        </p:nvSpPr>
        <p:spPr>
          <a:xfrm>
            <a:off x="320850" y="128592"/>
            <a:ext cx="115503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MAKEUP OF THE OPINIONS OF THE COURT (Cont.)</a:t>
            </a:r>
          </a:p>
        </p:txBody>
      </p:sp>
      <p:sp>
        <p:nvSpPr>
          <p:cNvPr id="3" name="Slide Number Placeholder 2">
            <a:extLst>
              <a:ext uri="{FF2B5EF4-FFF2-40B4-BE49-F238E27FC236}">
                <a16:creationId xmlns:a16="http://schemas.microsoft.com/office/drawing/2014/main" id="{ACE69ECD-50DB-C726-1B35-F5BF13390359}"/>
              </a:ext>
            </a:extLst>
          </p:cNvPr>
          <p:cNvSpPr>
            <a:spLocks noGrp="1"/>
          </p:cNvSpPr>
          <p:nvPr>
            <p:ph type="sldNum" sz="quarter" idx="12"/>
          </p:nvPr>
        </p:nvSpPr>
        <p:spPr/>
        <p:txBody>
          <a:bodyPr/>
          <a:lstStyle/>
          <a:p>
            <a:fld id="{5E212BD6-99D2-4430-8307-3DFF6CB1AF68}" type="slidenum">
              <a:rPr lang="en-US" smtClean="0"/>
              <a:t>6</a:t>
            </a:fld>
            <a:endParaRPr lang="en-US" dirty="0"/>
          </a:p>
        </p:txBody>
      </p:sp>
      <p:graphicFrame>
        <p:nvGraphicFramePr>
          <p:cNvPr id="4" name="Table 3">
            <a:extLst>
              <a:ext uri="{FF2B5EF4-FFF2-40B4-BE49-F238E27FC236}">
                <a16:creationId xmlns:a16="http://schemas.microsoft.com/office/drawing/2014/main" id="{7DDC0621-7967-AD21-08EB-AEE9CF78D603}"/>
              </a:ext>
            </a:extLst>
          </p:cNvPr>
          <p:cNvGraphicFramePr>
            <a:graphicFrameLocks noGrp="1"/>
          </p:cNvGraphicFramePr>
          <p:nvPr>
            <p:extLst>
              <p:ext uri="{D42A27DB-BD31-4B8C-83A1-F6EECF244321}">
                <p14:modId xmlns:p14="http://schemas.microsoft.com/office/powerpoint/2010/main" val="3524621050"/>
              </p:ext>
            </p:extLst>
          </p:nvPr>
        </p:nvGraphicFramePr>
        <p:xfrm>
          <a:off x="320850" y="796386"/>
          <a:ext cx="11550300" cy="5814766"/>
        </p:xfrm>
        <a:graphic>
          <a:graphicData uri="http://schemas.openxmlformats.org/drawingml/2006/table">
            <a:tbl>
              <a:tblPr/>
              <a:tblGrid>
                <a:gridCol w="3850100">
                  <a:extLst>
                    <a:ext uri="{9D8B030D-6E8A-4147-A177-3AD203B41FA5}">
                      <a16:colId xmlns:a16="http://schemas.microsoft.com/office/drawing/2014/main" val="3438991425"/>
                    </a:ext>
                  </a:extLst>
                </a:gridCol>
                <a:gridCol w="3850100">
                  <a:extLst>
                    <a:ext uri="{9D8B030D-6E8A-4147-A177-3AD203B41FA5}">
                      <a16:colId xmlns:a16="http://schemas.microsoft.com/office/drawing/2014/main" val="3103202930"/>
                    </a:ext>
                  </a:extLst>
                </a:gridCol>
                <a:gridCol w="3850100">
                  <a:extLst>
                    <a:ext uri="{9D8B030D-6E8A-4147-A177-3AD203B41FA5}">
                      <a16:colId xmlns:a16="http://schemas.microsoft.com/office/drawing/2014/main" val="1538254556"/>
                    </a:ext>
                  </a:extLst>
                </a:gridCol>
              </a:tblGrid>
              <a:tr h="208558">
                <a:tc>
                  <a:txBody>
                    <a:bodyPr/>
                    <a:lstStyle/>
                    <a:p>
                      <a:pPr algn="ctr" fontAlgn="b"/>
                      <a:r>
                        <a:rPr lang="en-US" sz="1400" b="1" i="0" u="none" strike="noStrike" dirty="0">
                          <a:solidFill>
                            <a:srgbClr val="000000"/>
                          </a:solidFill>
                          <a:effectLst/>
                          <a:latin typeface="MULISH BLACK ROMAN"/>
                        </a:rPr>
                        <a:t>Case Name</a:t>
                      </a:r>
                    </a:p>
                  </a:txBody>
                  <a:tcPr marL="1375" marR="1375" marT="1375" marB="0" anchor="b">
                    <a:lnL>
                      <a:noFill/>
                    </a:lnL>
                    <a:lnR>
                      <a:noFill/>
                    </a:lnR>
                    <a:lnT>
                      <a:noFill/>
                    </a:lnT>
                    <a:lnB>
                      <a:noFill/>
                    </a:lnB>
                    <a:solidFill>
                      <a:srgbClr val="FFFFFF"/>
                    </a:solidFill>
                  </a:tcPr>
                </a:tc>
                <a:tc>
                  <a:txBody>
                    <a:bodyPr/>
                    <a:lstStyle/>
                    <a:p>
                      <a:pPr algn="ctr" fontAlgn="b"/>
                      <a:r>
                        <a:rPr lang="en-US" sz="1400" b="1" i="0" u="none" strike="noStrike" dirty="0">
                          <a:solidFill>
                            <a:srgbClr val="000000"/>
                          </a:solidFill>
                          <a:effectLst/>
                          <a:latin typeface="MULISH BLACK ROMAN"/>
                        </a:rPr>
                        <a:t>Abbreviation</a:t>
                      </a:r>
                    </a:p>
                  </a:txBody>
                  <a:tcPr marL="1375" marR="1375" marT="1375" marB="0" anchor="b">
                    <a:lnL>
                      <a:noFill/>
                    </a:lnL>
                    <a:lnR>
                      <a:noFill/>
                    </a:lnR>
                    <a:lnT>
                      <a:noFill/>
                    </a:lnT>
                    <a:lnB>
                      <a:noFill/>
                    </a:lnB>
                    <a:solidFill>
                      <a:srgbClr val="FFFFFF"/>
                    </a:solidFill>
                  </a:tcPr>
                </a:tc>
                <a:tc>
                  <a:txBody>
                    <a:bodyPr/>
                    <a:lstStyle/>
                    <a:p>
                      <a:pPr algn="ctr" fontAlgn="b"/>
                      <a:r>
                        <a:rPr lang="en-US" sz="1400" b="1" i="0" u="none" strike="noStrike" dirty="0">
                          <a:solidFill>
                            <a:srgbClr val="000000"/>
                          </a:solidFill>
                          <a:effectLst/>
                          <a:latin typeface="MULISH BLACK ROMAN"/>
                        </a:rPr>
                        <a:t>Issue Summary</a:t>
                      </a:r>
                    </a:p>
                  </a:txBody>
                  <a:tcPr marL="1375" marR="1375" marT="1375" marB="0" anchor="b">
                    <a:lnL>
                      <a:noFill/>
                    </a:lnL>
                    <a:lnR>
                      <a:noFill/>
                    </a:lnR>
                    <a:lnT>
                      <a:noFill/>
                    </a:lnT>
                    <a:lnB>
                      <a:noFill/>
                    </a:lnB>
                    <a:solidFill>
                      <a:srgbClr val="FFFFFF"/>
                    </a:solidFill>
                  </a:tcPr>
                </a:tc>
                <a:extLst>
                  <a:ext uri="{0D108BD9-81ED-4DB2-BD59-A6C34878D82A}">
                    <a16:rowId xmlns:a16="http://schemas.microsoft.com/office/drawing/2014/main" val="4061619900"/>
                  </a:ext>
                </a:extLst>
              </a:tr>
              <a:tr h="127397">
                <a:tc>
                  <a:txBody>
                    <a:bodyPr/>
                    <a:lstStyle/>
                    <a:p>
                      <a:pPr algn="l" fontAlgn="b"/>
                      <a:r>
                        <a:rPr lang="en-US" sz="1050" b="0" i="0" u="none" strike="noStrike" dirty="0">
                          <a:solidFill>
                            <a:srgbClr val="000000"/>
                          </a:solidFill>
                          <a:effectLst/>
                          <a:latin typeface="MULISH BLACK ROMAN"/>
                        </a:rPr>
                        <a:t>Kousisis v. United States</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Kousisis</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dirty="0">
                          <a:solidFill>
                            <a:srgbClr val="000000"/>
                          </a:solidFill>
                          <a:effectLst/>
                          <a:latin typeface="MULISH BLACK ROMAN"/>
                        </a:rPr>
                        <a:t>Wire fraud liability without economic loss</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620651117"/>
                  </a:ext>
                </a:extLst>
              </a:tr>
              <a:tr h="164040">
                <a:tc>
                  <a:txBody>
                    <a:bodyPr/>
                    <a:lstStyle/>
                    <a:p>
                      <a:pPr algn="l" fontAlgn="b"/>
                      <a:r>
                        <a:rPr lang="en-US" sz="1050" b="0" i="0" u="none" strike="noStrike" dirty="0">
                          <a:solidFill>
                            <a:srgbClr val="000000"/>
                          </a:solidFill>
                          <a:effectLst/>
                          <a:latin typeface="MULISH BLACK ROMAN"/>
                        </a:rPr>
                        <a:t>Laboratory Corp. v. Davis</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Laboratory Corp.</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Standing for class members in Rule 23(b)(3) cases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3761537345"/>
                  </a:ext>
                </a:extLst>
              </a:tr>
              <a:tr h="0">
                <a:tc>
                  <a:txBody>
                    <a:bodyPr/>
                    <a:lstStyle/>
                    <a:p>
                      <a:pPr algn="l" fontAlgn="b"/>
                      <a:r>
                        <a:rPr lang="en-US" sz="1050" b="0" i="0" u="none" strike="noStrike" dirty="0">
                          <a:solidFill>
                            <a:srgbClr val="000000"/>
                          </a:solidFill>
                          <a:effectLst/>
                          <a:latin typeface="MULISH BLACK ROMAN"/>
                        </a:rPr>
                        <a:t>Lackey v. Stinnie</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Lackey</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dirty="0">
                          <a:solidFill>
                            <a:srgbClr val="000000"/>
                          </a:solidFill>
                          <a:effectLst/>
                          <a:latin typeface="MULISH BLACK ROMAN"/>
                        </a:rPr>
                        <a:t>Attorney’s fees after preliminary injunction</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133299288"/>
                  </a:ext>
                </a:extLst>
              </a:tr>
              <a:tr h="49068">
                <a:tc>
                  <a:txBody>
                    <a:bodyPr/>
                    <a:lstStyle/>
                    <a:p>
                      <a:pPr algn="l" fontAlgn="b"/>
                      <a:r>
                        <a:rPr lang="en-US" sz="1050" b="0" i="0" u="none" strike="noStrike" dirty="0">
                          <a:solidFill>
                            <a:srgbClr val="000000"/>
                          </a:solidFill>
                          <a:effectLst/>
                          <a:latin typeface="MULISH BLACK ROMAN"/>
                        </a:rPr>
                        <a:t>Louisiana v. Callais</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Louisiana</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VRA and constitutionality of majority-Black district</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3134083356"/>
                  </a:ext>
                </a:extLst>
              </a:tr>
              <a:tr h="0">
                <a:tc>
                  <a:txBody>
                    <a:bodyPr/>
                    <a:lstStyle/>
                    <a:p>
                      <a:pPr algn="l" fontAlgn="b"/>
                      <a:r>
                        <a:rPr lang="en-US" sz="1050" b="0" i="0" u="none" strike="noStrike">
                          <a:solidFill>
                            <a:srgbClr val="000000"/>
                          </a:solidFill>
                          <a:effectLst/>
                          <a:latin typeface="MULISH BLACK ROMAN"/>
                        </a:rPr>
                        <a:t>Mahmoud v. Taylor</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Mahmoud</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Parental rights in gender and sexuality instruction</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114046914"/>
                  </a:ext>
                </a:extLst>
              </a:tr>
              <a:tr h="68566">
                <a:tc>
                  <a:txBody>
                    <a:bodyPr/>
                    <a:lstStyle/>
                    <a:p>
                      <a:pPr algn="l" fontAlgn="b"/>
                      <a:r>
                        <a:rPr lang="en-US" sz="1050" b="0" i="0" u="none" strike="noStrike" dirty="0">
                          <a:solidFill>
                            <a:srgbClr val="000000"/>
                          </a:solidFill>
                          <a:effectLst/>
                          <a:latin typeface="MULISH BLACK ROMAN"/>
                        </a:rPr>
                        <a:t>Martin v. United States</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Martin</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FTCA limits and discretionary function exception</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299761024"/>
                  </a:ext>
                </a:extLst>
              </a:tr>
              <a:tr h="0">
                <a:tc>
                  <a:txBody>
                    <a:bodyPr/>
                    <a:lstStyle/>
                    <a:p>
                      <a:pPr algn="l" fontAlgn="b"/>
                      <a:r>
                        <a:rPr lang="en-US" sz="1050" b="0" i="0" u="none" strike="noStrike">
                          <a:solidFill>
                            <a:srgbClr val="000000"/>
                          </a:solidFill>
                          <a:effectLst/>
                          <a:latin typeface="MULISH BLACK ROMAN"/>
                        </a:rPr>
                        <a:t>McLaughlin Chiropractic v. McKesson</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McLaughlin</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Deference to FCC under Hobbs Act</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869417950"/>
                  </a:ext>
                </a:extLst>
              </a:tr>
              <a:tr h="0">
                <a:tc>
                  <a:txBody>
                    <a:bodyPr/>
                    <a:lstStyle/>
                    <a:p>
                      <a:pPr algn="l" fontAlgn="b"/>
                      <a:r>
                        <a:rPr lang="en-US" sz="1050" b="0" i="0" u="none" strike="noStrike">
                          <a:solidFill>
                            <a:srgbClr val="000000"/>
                          </a:solidFill>
                          <a:effectLst/>
                          <a:latin typeface="MULISH BLACK ROMAN"/>
                        </a:rPr>
                        <a:t>Medical Marijuana v. Horn</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Medical Marijuana</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RICO damages for injury-linked property loss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1052944479"/>
                  </a:ext>
                </a:extLst>
              </a:tr>
              <a:tr h="79884">
                <a:tc>
                  <a:txBody>
                    <a:bodyPr/>
                    <a:lstStyle/>
                    <a:p>
                      <a:pPr algn="l" fontAlgn="b"/>
                      <a:r>
                        <a:rPr lang="en-US" sz="1050" b="0" i="0" u="none" strike="noStrike">
                          <a:solidFill>
                            <a:srgbClr val="000000"/>
                          </a:solidFill>
                          <a:effectLst/>
                          <a:latin typeface="MULISH BLACK ROMAN"/>
                        </a:rPr>
                        <a:t>Medina v. Planned Parenthood</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Medina</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Medicaid right to choose provider</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629892971"/>
                  </a:ext>
                </a:extLst>
              </a:tr>
              <a:tr h="53774">
                <a:tc>
                  <a:txBody>
                    <a:bodyPr/>
                    <a:lstStyle/>
                    <a:p>
                      <a:pPr algn="l" fontAlgn="b"/>
                      <a:r>
                        <a:rPr lang="en-US" sz="1050" b="0" i="0" u="none" strike="noStrike" dirty="0">
                          <a:solidFill>
                            <a:srgbClr val="000000"/>
                          </a:solidFill>
                          <a:effectLst/>
                          <a:latin typeface="MULISH BLACK ROMAN"/>
                        </a:rPr>
                        <a:t>Monsalvo Velazquez v. Garland</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Velazquez</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Immigration deadline rule for voluntary departure</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2191315369"/>
                  </a:ext>
                </a:extLst>
              </a:tr>
              <a:tr h="0">
                <a:tc>
                  <a:txBody>
                    <a:bodyPr/>
                    <a:lstStyle/>
                    <a:p>
                      <a:pPr algn="l" fontAlgn="b"/>
                      <a:r>
                        <a:rPr lang="en-US" sz="1050" b="0" i="0" u="none" strike="noStrike">
                          <a:solidFill>
                            <a:srgbClr val="000000"/>
                          </a:solidFill>
                          <a:effectLst/>
                          <a:latin typeface="MULISH BLACK ROMAN"/>
                        </a:rPr>
                        <a:t>NRC v. Texas</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NRC</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Challenge to nuclear waste storage and review rights</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981500256"/>
                  </a:ext>
                </a:extLst>
              </a:tr>
              <a:tr h="0">
                <a:tc>
                  <a:txBody>
                    <a:bodyPr/>
                    <a:lstStyle/>
                    <a:p>
                      <a:pPr algn="l" fontAlgn="b"/>
                      <a:r>
                        <a:rPr lang="en-US" sz="1050" b="0" i="0" u="none" strike="noStrike">
                          <a:solidFill>
                            <a:srgbClr val="000000"/>
                          </a:solidFill>
                          <a:effectLst/>
                          <a:latin typeface="MULISH BLACK ROMAN"/>
                        </a:rPr>
                        <a:t>NVIDIA v. Ohman</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NVIDIA</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Pleading standards for securities fraud intent</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2490555743"/>
                  </a:ext>
                </a:extLst>
              </a:tr>
              <a:tr h="0">
                <a:tc>
                  <a:txBody>
                    <a:bodyPr/>
                    <a:lstStyle/>
                    <a:p>
                      <a:pPr algn="l" fontAlgn="b"/>
                      <a:r>
                        <a:rPr lang="en-US" sz="1050" b="0" i="0" u="none" strike="noStrike">
                          <a:solidFill>
                            <a:srgbClr val="000000"/>
                          </a:solidFill>
                          <a:effectLst/>
                          <a:latin typeface="MULISH BLACK ROMAN"/>
                        </a:rPr>
                        <a:t>Oklahoma Charter Board v. Drummond</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Drummond</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Religious access to charter school system</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271012584"/>
                  </a:ext>
                </a:extLst>
              </a:tr>
              <a:tr h="47947">
                <a:tc>
                  <a:txBody>
                    <a:bodyPr/>
                    <a:lstStyle/>
                    <a:p>
                      <a:pPr algn="l" fontAlgn="b"/>
                      <a:r>
                        <a:rPr lang="en-US" sz="1050" b="0" i="0" u="none" strike="noStrike">
                          <a:solidFill>
                            <a:srgbClr val="000000"/>
                          </a:solidFill>
                          <a:effectLst/>
                          <a:latin typeface="MULISH BLACK ROMAN"/>
                        </a:rPr>
                        <a:t>Oklahoma v. EPA</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Oklahoma</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Jurisdiction for state-specific EPA rules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1567107904"/>
                  </a:ext>
                </a:extLst>
              </a:tr>
              <a:tr h="0">
                <a:tc>
                  <a:txBody>
                    <a:bodyPr/>
                    <a:lstStyle/>
                    <a:p>
                      <a:pPr algn="l" fontAlgn="b"/>
                      <a:r>
                        <a:rPr lang="en-US" sz="1050" b="0" i="0" u="none" strike="noStrike">
                          <a:solidFill>
                            <a:srgbClr val="000000"/>
                          </a:solidFill>
                          <a:effectLst/>
                          <a:latin typeface="MULISH BLACK ROMAN"/>
                        </a:rPr>
                        <a:t>Parrish v. United States</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Parrish</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Appeal procedure after time-to-appeal reopened</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436274128"/>
                  </a:ext>
                </a:extLst>
              </a:tr>
              <a:tr h="94339">
                <a:tc>
                  <a:txBody>
                    <a:bodyPr/>
                    <a:lstStyle/>
                    <a:p>
                      <a:pPr algn="l" fontAlgn="b"/>
                      <a:r>
                        <a:rPr lang="en-US" sz="1050" b="0" i="0" u="none" strike="noStrike">
                          <a:solidFill>
                            <a:srgbClr val="000000"/>
                          </a:solidFill>
                          <a:effectLst/>
                          <a:latin typeface="MULISH BLACK ROMAN"/>
                        </a:rPr>
                        <a:t>Perttu v. Richards</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Perttu</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Jury trial on PLRA exhaustion disputes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327465890"/>
                  </a:ext>
                </a:extLst>
              </a:tr>
              <a:tr h="157877">
                <a:tc>
                  <a:txBody>
                    <a:bodyPr/>
                    <a:lstStyle/>
                    <a:p>
                      <a:pPr algn="l" fontAlgn="b"/>
                      <a:r>
                        <a:rPr lang="en-US" sz="1050" b="0" i="0" u="none" strike="noStrike">
                          <a:solidFill>
                            <a:srgbClr val="000000"/>
                          </a:solidFill>
                          <a:effectLst/>
                          <a:latin typeface="MULISH BLACK ROMAN"/>
                        </a:rPr>
                        <a:t>Republic of Hungary v. Simon</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Hungary</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Commercial activity requirement under FSIA</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777023354"/>
                  </a:ext>
                </a:extLst>
              </a:tr>
              <a:tr h="0">
                <a:tc>
                  <a:txBody>
                    <a:bodyPr/>
                    <a:lstStyle/>
                    <a:p>
                      <a:pPr algn="l" fontAlgn="b"/>
                      <a:r>
                        <a:rPr lang="en-US" sz="1050" b="0" i="0" u="none" strike="noStrike">
                          <a:solidFill>
                            <a:srgbClr val="000000"/>
                          </a:solidFill>
                          <a:effectLst/>
                          <a:latin typeface="MULISH BLACK ROMAN"/>
                        </a:rPr>
                        <a:t>Riley v. Bondi</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Riley</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Immigration appeal deadline jurisdiction</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304000853"/>
                  </a:ext>
                </a:extLst>
              </a:tr>
              <a:tr h="0">
                <a:tc>
                  <a:txBody>
                    <a:bodyPr/>
                    <a:lstStyle/>
                    <a:p>
                      <a:pPr algn="l" fontAlgn="b"/>
                      <a:r>
                        <a:rPr lang="en-US" sz="1050" b="0" i="0" u="none" strike="noStrike" dirty="0">
                          <a:solidFill>
                            <a:srgbClr val="000000"/>
                          </a:solidFill>
                          <a:effectLst/>
                          <a:latin typeface="MULISH BLACK ROMAN"/>
                        </a:rPr>
                        <a:t>Rivers v. Guerrero</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Rivers</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Limits on second habeas petitions</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406104549"/>
                  </a:ext>
                </a:extLst>
              </a:tr>
              <a:tr h="70583">
                <a:tc>
                  <a:txBody>
                    <a:bodyPr/>
                    <a:lstStyle/>
                    <a:p>
                      <a:pPr algn="l" fontAlgn="b"/>
                      <a:r>
                        <a:rPr lang="en-US" sz="1050" b="0" i="0" u="none" strike="noStrike">
                          <a:solidFill>
                            <a:srgbClr val="000000"/>
                          </a:solidFill>
                          <a:effectLst/>
                          <a:latin typeface="MULISH BLACK ROMAN"/>
                        </a:rPr>
                        <a:t>Royal Canin v. Wullschleger</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Royal Canin</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Federal jurisdiction over amended complaints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592999601"/>
                  </a:ext>
                </a:extLst>
              </a:tr>
              <a:tr h="0">
                <a:tc>
                  <a:txBody>
                    <a:bodyPr/>
                    <a:lstStyle/>
                    <a:p>
                      <a:pPr algn="l" fontAlgn="b"/>
                      <a:r>
                        <a:rPr lang="en-US" sz="1050" b="0" i="0" u="none" strike="noStrike">
                          <a:solidFill>
                            <a:srgbClr val="000000"/>
                          </a:solidFill>
                          <a:effectLst/>
                          <a:latin typeface="MULISH BLACK ROMAN"/>
                        </a:rPr>
                        <a:t>Seven County v. Eagle County</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Seven County</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NEPA scope for indirect environmental effects</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160271852"/>
                  </a:ext>
                </a:extLst>
              </a:tr>
              <a:tr h="0">
                <a:tc>
                  <a:txBody>
                    <a:bodyPr/>
                    <a:lstStyle/>
                    <a:p>
                      <a:pPr algn="l" fontAlgn="b"/>
                      <a:r>
                        <a:rPr lang="en-US" sz="1050" b="0" i="0" u="none" strike="noStrike">
                          <a:solidFill>
                            <a:srgbClr val="000000"/>
                          </a:solidFill>
                          <a:effectLst/>
                          <a:latin typeface="MULISH BLACK ROMAN"/>
                        </a:rPr>
                        <a:t>Smith &amp; Wesson v. Mexico</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Smith and Wesson</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dirty="0">
                          <a:solidFill>
                            <a:srgbClr val="000000"/>
                          </a:solidFill>
                          <a:effectLst/>
                          <a:latin typeface="MULISH BLACK ROMAN"/>
                        </a:rPr>
                        <a:t>Gunmaker immunity in foreign violence claims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2494226503"/>
                  </a:ext>
                </a:extLst>
              </a:tr>
              <a:tr h="0">
                <a:tc>
                  <a:txBody>
                    <a:bodyPr/>
                    <a:lstStyle/>
                    <a:p>
                      <a:pPr algn="l" fontAlgn="b"/>
                      <a:r>
                        <a:rPr lang="en-US" sz="1050" b="0" i="0" u="none" strike="noStrike">
                          <a:solidFill>
                            <a:srgbClr val="000000"/>
                          </a:solidFill>
                          <a:effectLst/>
                          <a:latin typeface="MULISH BLACK ROMAN"/>
                        </a:rPr>
                        <a:t>Soto v. United States</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Soto</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a:solidFill>
                            <a:srgbClr val="000000"/>
                          </a:solidFill>
                          <a:effectLst/>
                          <a:latin typeface="MULISH BLACK ROMAN"/>
                        </a:rPr>
                        <a:t>Retroactive pay under CRSC and Barring Act</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73355482"/>
                  </a:ext>
                </a:extLst>
              </a:tr>
              <a:tr h="0">
                <a:tc>
                  <a:txBody>
                    <a:bodyPr/>
                    <a:lstStyle/>
                    <a:p>
                      <a:pPr algn="l" fontAlgn="b"/>
                      <a:r>
                        <a:rPr lang="en-US" sz="1050" b="0" i="0" u="none" strike="noStrike">
                          <a:solidFill>
                            <a:srgbClr val="000000"/>
                          </a:solidFill>
                          <a:effectLst/>
                          <a:latin typeface="MULISH BLACK ROMAN"/>
                        </a:rPr>
                        <a:t>Stanley v. City of Sanford</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Stanley</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a:solidFill>
                            <a:srgbClr val="000000"/>
                          </a:solidFill>
                          <a:effectLst/>
                          <a:latin typeface="MULISH BLACK ROMAN"/>
                        </a:rPr>
                        <a:t>ADA protection for post-employment benefits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3871651559"/>
                  </a:ext>
                </a:extLst>
              </a:tr>
              <a:tr h="0">
                <a:tc>
                  <a:txBody>
                    <a:bodyPr/>
                    <a:lstStyle/>
                    <a:p>
                      <a:pPr algn="l" fontAlgn="b"/>
                      <a:r>
                        <a:rPr lang="en-US" sz="1050" b="0" i="0" u="none" strike="noStrike" dirty="0">
                          <a:solidFill>
                            <a:srgbClr val="000000"/>
                          </a:solidFill>
                          <a:effectLst/>
                          <a:latin typeface="MULISH BLACK ROMAN"/>
                        </a:rPr>
                        <a:t>Thompson v. United States</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Thompson</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dirty="0">
                          <a:solidFill>
                            <a:srgbClr val="000000"/>
                          </a:solidFill>
                          <a:effectLst/>
                          <a:latin typeface="MULISH BLACK ROMAN"/>
                        </a:rPr>
                        <a:t>Misleading vs. false statements under § 1014</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735051472"/>
                  </a:ext>
                </a:extLst>
              </a:tr>
              <a:tr h="0">
                <a:tc>
                  <a:txBody>
                    <a:bodyPr/>
                    <a:lstStyle/>
                    <a:p>
                      <a:pPr algn="l" fontAlgn="b"/>
                      <a:r>
                        <a:rPr lang="en-US" sz="1050" b="0" i="0" u="none" strike="noStrike" dirty="0">
                          <a:solidFill>
                            <a:srgbClr val="000000"/>
                          </a:solidFill>
                          <a:effectLst/>
                          <a:latin typeface="MULISH BLACK ROMAN"/>
                        </a:rPr>
                        <a:t>TikTok v. Garland</a:t>
                      </a:r>
                    </a:p>
                  </a:txBody>
                  <a:tcPr marL="9525" marR="9525" marT="9525" marB="0" anchor="b">
                    <a:lnL>
                      <a:noFill/>
                    </a:lnL>
                    <a:lnR>
                      <a:noFill/>
                    </a:lnR>
                    <a:lnT>
                      <a:noFill/>
                    </a:lnT>
                    <a:lnB>
                      <a:noFill/>
                    </a:lnB>
                    <a:solidFill>
                      <a:schemeClr val="bg2">
                        <a:lumMod val="90000"/>
                      </a:schemeClr>
                    </a:solidFill>
                  </a:tcPr>
                </a:tc>
                <a:tc>
                  <a:txBody>
                    <a:bodyPr/>
                    <a:lstStyle/>
                    <a:p>
                      <a:pPr algn="l" fontAlgn="b"/>
                      <a:r>
                        <a:rPr lang="en-US" sz="1050" b="0" i="1" u="none" strike="noStrike" dirty="0">
                          <a:solidFill>
                            <a:srgbClr val="000000"/>
                          </a:solidFill>
                          <a:effectLst/>
                          <a:latin typeface="MULISH BLACK ROMAN"/>
                        </a:rPr>
                        <a:t>TikTok</a:t>
                      </a:r>
                    </a:p>
                  </a:txBody>
                  <a:tcPr marL="1375" marR="1375" marT="1375" marB="0" anchor="b">
                    <a:lnL>
                      <a:noFill/>
                    </a:lnL>
                    <a:lnR>
                      <a:noFill/>
                    </a:lnR>
                    <a:lnT>
                      <a:noFill/>
                    </a:lnT>
                    <a:lnB>
                      <a:noFill/>
                    </a:lnB>
                    <a:solidFill>
                      <a:schemeClr val="bg2">
                        <a:lumMod val="90000"/>
                      </a:schemeClr>
                    </a:solidFill>
                  </a:tcPr>
                </a:tc>
                <a:tc>
                  <a:txBody>
                    <a:bodyPr/>
                    <a:lstStyle/>
                    <a:p>
                      <a:pPr algn="l" fontAlgn="b"/>
                      <a:r>
                        <a:rPr lang="en-US" sz="1050" b="0" i="0" u="none" strike="noStrike" dirty="0">
                          <a:solidFill>
                            <a:srgbClr val="000000"/>
                          </a:solidFill>
                          <a:effectLst/>
                          <a:latin typeface="MULISH BLACK ROMAN"/>
                        </a:rPr>
                        <a:t>First Amendment challenge to TikTok restrictions</a:t>
                      </a:r>
                    </a:p>
                  </a:txBody>
                  <a:tcPr marL="9525" marR="9525" marT="9525" marB="0" anchor="b">
                    <a:lnL>
                      <a:noFill/>
                    </a:lnL>
                    <a:lnR>
                      <a:noFill/>
                    </a:lnR>
                    <a:lnT>
                      <a:noFill/>
                    </a:lnT>
                    <a:lnB>
                      <a:noFill/>
                    </a:lnB>
                    <a:solidFill>
                      <a:schemeClr val="bg2">
                        <a:lumMod val="90000"/>
                      </a:schemeClr>
                    </a:solidFill>
                  </a:tcPr>
                </a:tc>
                <a:extLst>
                  <a:ext uri="{0D108BD9-81ED-4DB2-BD59-A6C34878D82A}">
                    <a16:rowId xmlns:a16="http://schemas.microsoft.com/office/drawing/2014/main" val="752013399"/>
                  </a:ext>
                </a:extLst>
              </a:tr>
              <a:tr h="0">
                <a:tc>
                  <a:txBody>
                    <a:bodyPr/>
                    <a:lstStyle/>
                    <a:p>
                      <a:pPr algn="l" fontAlgn="b"/>
                      <a:r>
                        <a:rPr lang="en-US" sz="1050" b="0" i="0" u="none" strike="noStrike">
                          <a:solidFill>
                            <a:srgbClr val="000000"/>
                          </a:solidFill>
                          <a:effectLst/>
                          <a:latin typeface="MULISH BLACK ROMAN"/>
                        </a:rPr>
                        <a:t>Trump v. CASA</a:t>
                      </a:r>
                    </a:p>
                  </a:txBody>
                  <a:tcPr marL="9525" marR="9525" marT="9525" marB="0" anchor="b">
                    <a:lnL>
                      <a:noFill/>
                    </a:lnL>
                    <a:lnR>
                      <a:noFill/>
                    </a:lnR>
                    <a:lnT>
                      <a:noFill/>
                    </a:lnT>
                    <a:lnB>
                      <a:noFill/>
                    </a:lnB>
                    <a:solidFill>
                      <a:schemeClr val="accent3">
                        <a:lumMod val="20000"/>
                        <a:lumOff val="80000"/>
                      </a:schemeClr>
                    </a:solidFill>
                  </a:tcPr>
                </a:tc>
                <a:tc>
                  <a:txBody>
                    <a:bodyPr/>
                    <a:lstStyle/>
                    <a:p>
                      <a:pPr algn="l" fontAlgn="b"/>
                      <a:r>
                        <a:rPr lang="en-US" sz="1050" b="0" i="1" u="none" strike="noStrike" dirty="0">
                          <a:solidFill>
                            <a:srgbClr val="000000"/>
                          </a:solidFill>
                          <a:effectLst/>
                          <a:latin typeface="MULISH BLACK ROMAN"/>
                        </a:rPr>
                        <a:t>Trump v. CASA</a:t>
                      </a:r>
                    </a:p>
                  </a:txBody>
                  <a:tcPr marL="1375" marR="1375" marT="1375" marB="0" anchor="b">
                    <a:lnL>
                      <a:noFill/>
                    </a:lnL>
                    <a:lnR>
                      <a:noFill/>
                    </a:lnR>
                    <a:lnT>
                      <a:noFill/>
                    </a:lnT>
                    <a:lnB>
                      <a:noFill/>
                    </a:lnB>
                    <a:solidFill>
                      <a:schemeClr val="accent3">
                        <a:lumMod val="20000"/>
                        <a:lumOff val="80000"/>
                      </a:schemeClr>
                    </a:solidFill>
                  </a:tcPr>
                </a:tc>
                <a:tc>
                  <a:txBody>
                    <a:bodyPr/>
                    <a:lstStyle/>
                    <a:p>
                      <a:pPr algn="l" fontAlgn="b"/>
                      <a:r>
                        <a:rPr lang="en-US" sz="1050" b="0" i="0" u="none" strike="noStrike" dirty="0">
                          <a:solidFill>
                            <a:srgbClr val="000000"/>
                          </a:solidFill>
                          <a:effectLst/>
                          <a:latin typeface="MULISH BLACK ROMAN"/>
                        </a:rPr>
                        <a:t>Nationwide injunction scope in constitutional cases</a:t>
                      </a:r>
                    </a:p>
                  </a:txBody>
                  <a:tcPr marL="9525" marR="9525" marT="9525" marB="0" anchor="b">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918952294"/>
                  </a:ext>
                </a:extLst>
              </a:tr>
              <a:tr h="0">
                <a:tc>
                  <a:txBody>
                    <a:bodyPr/>
                    <a:lstStyle/>
                    <a:p>
                      <a:pPr algn="l" fontAlgn="b"/>
                      <a:r>
                        <a:rPr lang="en-US" sz="1050" b="0" i="0" u="none" strike="noStrike" dirty="0">
                          <a:solidFill>
                            <a:srgbClr val="000000"/>
                          </a:solidFill>
                          <a:effectLst/>
                          <a:latin typeface="MULISH BLACK ROMAN"/>
                        </a:rPr>
                        <a:t>Trump v. J.G.G.</a:t>
                      </a:r>
                    </a:p>
                  </a:txBody>
                  <a:tcPr marL="9525" marR="9525" marT="952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Trump v. J.G.G.</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Alien detention and habeas under wartime authority</a:t>
                      </a:r>
                    </a:p>
                  </a:txBody>
                  <a:tcPr marL="9525" marR="9525" marT="9525" marB="0" anchor="b">
                    <a:lnL>
                      <a:noFill/>
                    </a:lnL>
                    <a:lnR>
                      <a:noFill/>
                    </a:lnR>
                    <a:lnT>
                      <a:noFill/>
                    </a:lnT>
                    <a:lnB>
                      <a:noFill/>
                    </a:lnB>
                    <a:solidFill>
                      <a:srgbClr val="D0CECE"/>
                    </a:solidFill>
                  </a:tcPr>
                </a:tc>
                <a:extLst>
                  <a:ext uri="{0D108BD9-81ED-4DB2-BD59-A6C34878D82A}">
                    <a16:rowId xmlns:a16="http://schemas.microsoft.com/office/drawing/2014/main" val="769244260"/>
                  </a:ext>
                </a:extLst>
              </a:tr>
              <a:tr h="0">
                <a:tc>
                  <a:txBody>
                    <a:bodyPr/>
                    <a:lstStyle/>
                    <a:p>
                      <a:pPr algn="l" fontAlgn="b"/>
                      <a:r>
                        <a:rPr lang="en-US" sz="1050" b="0" i="0" u="none" strike="noStrike" dirty="0">
                          <a:solidFill>
                            <a:srgbClr val="000000"/>
                          </a:solidFill>
                          <a:effectLst/>
                          <a:latin typeface="MULISH BLACK ROMAN"/>
                        </a:rPr>
                        <a:t>United States v. Miller</a:t>
                      </a:r>
                    </a:p>
                  </a:txBody>
                  <a:tcPr marL="9525" marR="9525" marT="952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Miller</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Bankruptcy </a:t>
                      </a:r>
                      <a:r>
                        <a:rPr lang="en-US" sz="1050" b="0" i="0" u="none" strike="noStrike" dirty="0" err="1">
                          <a:solidFill>
                            <a:srgbClr val="000000"/>
                          </a:solidFill>
                          <a:effectLst/>
                          <a:latin typeface="MULISH BLACK ROMAN"/>
                        </a:rPr>
                        <a:t>clawback</a:t>
                      </a:r>
                      <a:r>
                        <a:rPr lang="en-US" sz="1050" b="0" i="0" u="none" strike="noStrike" dirty="0">
                          <a:solidFill>
                            <a:srgbClr val="000000"/>
                          </a:solidFill>
                          <a:effectLst/>
                          <a:latin typeface="MULISH BLACK ROMAN"/>
                        </a:rPr>
                        <a:t> and sovereign immunity</a:t>
                      </a:r>
                    </a:p>
                  </a:txBody>
                  <a:tcPr marL="9525" marR="9525" marT="9525" marB="0" anchor="b">
                    <a:lnL>
                      <a:noFill/>
                    </a:lnL>
                    <a:lnR>
                      <a:noFill/>
                    </a:lnR>
                    <a:lnT>
                      <a:noFill/>
                    </a:lnT>
                    <a:lnB>
                      <a:noFill/>
                    </a:lnB>
                    <a:solidFill>
                      <a:srgbClr val="EDEDED"/>
                    </a:solidFill>
                  </a:tcPr>
                </a:tc>
                <a:extLst>
                  <a:ext uri="{0D108BD9-81ED-4DB2-BD59-A6C34878D82A}">
                    <a16:rowId xmlns:a16="http://schemas.microsoft.com/office/drawing/2014/main" val="3020829133"/>
                  </a:ext>
                </a:extLst>
              </a:tr>
              <a:tr h="0">
                <a:tc>
                  <a:txBody>
                    <a:bodyPr/>
                    <a:lstStyle/>
                    <a:p>
                      <a:pPr algn="l" fontAlgn="b"/>
                      <a:r>
                        <a:rPr lang="en-US" sz="1050" b="0" i="0" u="none" strike="noStrike" dirty="0">
                          <a:solidFill>
                            <a:srgbClr val="000000"/>
                          </a:solidFill>
                          <a:effectLst/>
                          <a:latin typeface="MULISH BLACK ROMAN"/>
                        </a:rPr>
                        <a:t>United States v. </a:t>
                      </a:r>
                      <a:r>
                        <a:rPr lang="en-US" sz="1050" b="0" i="0" u="none" strike="noStrike" dirty="0" err="1">
                          <a:solidFill>
                            <a:srgbClr val="000000"/>
                          </a:solidFill>
                          <a:effectLst/>
                          <a:latin typeface="MULISH BLACK ROMAN"/>
                        </a:rPr>
                        <a:t>Skrmetti</a:t>
                      </a:r>
                      <a:endParaRPr lang="en-US" sz="1050" b="0" i="0" u="none" strike="noStrike" dirty="0">
                        <a:solidFill>
                          <a:srgbClr val="000000"/>
                        </a:solidFill>
                        <a:effectLst/>
                        <a:latin typeface="MULISH BLACK ROMAN"/>
                      </a:endParaRPr>
                    </a:p>
                  </a:txBody>
                  <a:tcPr marL="9525" marR="9525" marT="9525" marB="0" anchor="b">
                    <a:lnL>
                      <a:noFill/>
                    </a:lnL>
                    <a:lnR>
                      <a:noFill/>
                    </a:lnR>
                    <a:lnT>
                      <a:noFill/>
                    </a:lnT>
                    <a:lnB>
                      <a:noFill/>
                    </a:lnB>
                    <a:solidFill>
                      <a:srgbClr val="D0CECE"/>
                    </a:solidFill>
                  </a:tcPr>
                </a:tc>
                <a:tc>
                  <a:txBody>
                    <a:bodyPr/>
                    <a:lstStyle/>
                    <a:p>
                      <a:pPr algn="l" fontAlgn="b"/>
                      <a:r>
                        <a:rPr lang="en-US" sz="1050" b="0" i="1" u="none" strike="noStrike" dirty="0" err="1">
                          <a:solidFill>
                            <a:srgbClr val="000000"/>
                          </a:solidFill>
                          <a:effectLst/>
                          <a:latin typeface="MULISH BLACK ROMAN"/>
                        </a:rPr>
                        <a:t>Skrmetti</a:t>
                      </a:r>
                      <a:endParaRPr lang="en-US" sz="1050" b="0" i="1" u="none" strike="noStrike" dirty="0">
                        <a:solidFill>
                          <a:srgbClr val="000000"/>
                        </a:solidFill>
                        <a:effectLst/>
                        <a:latin typeface="MULISH BLACK ROMAN"/>
                      </a:endParaRP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Transgender care ban for minors</a:t>
                      </a:r>
                    </a:p>
                  </a:txBody>
                  <a:tcPr marL="9525" marR="9525" marT="9525" marB="0" anchor="b">
                    <a:lnL>
                      <a:noFill/>
                    </a:lnL>
                    <a:lnR>
                      <a:noFill/>
                    </a:lnR>
                    <a:lnT>
                      <a:noFill/>
                    </a:lnT>
                    <a:lnB>
                      <a:noFill/>
                    </a:lnB>
                    <a:solidFill>
                      <a:srgbClr val="D0CECE"/>
                    </a:solidFill>
                  </a:tcPr>
                </a:tc>
                <a:extLst>
                  <a:ext uri="{0D108BD9-81ED-4DB2-BD59-A6C34878D82A}">
                    <a16:rowId xmlns:a16="http://schemas.microsoft.com/office/drawing/2014/main" val="2397630393"/>
                  </a:ext>
                </a:extLst>
              </a:tr>
              <a:tr h="0">
                <a:tc>
                  <a:txBody>
                    <a:bodyPr/>
                    <a:lstStyle/>
                    <a:p>
                      <a:pPr algn="l" fontAlgn="b"/>
                      <a:r>
                        <a:rPr lang="en-US" sz="1050" b="0" i="0" u="none" strike="noStrike" dirty="0">
                          <a:solidFill>
                            <a:srgbClr val="000000"/>
                          </a:solidFill>
                          <a:effectLst/>
                          <a:latin typeface="MULISH BLACK ROMAN"/>
                        </a:rPr>
                        <a:t>Waetzig v. Halliburton</a:t>
                      </a:r>
                    </a:p>
                  </a:txBody>
                  <a:tcPr marL="9525" marR="9525" marT="952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Waetzig</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Dismissals under Rule 41 as final for Rule 60</a:t>
                      </a:r>
                    </a:p>
                  </a:txBody>
                  <a:tcPr marL="9525" marR="9525" marT="9525" marB="0" anchor="b">
                    <a:lnL>
                      <a:noFill/>
                    </a:lnL>
                    <a:lnR>
                      <a:noFill/>
                    </a:lnR>
                    <a:lnT>
                      <a:noFill/>
                    </a:lnT>
                    <a:lnB>
                      <a:noFill/>
                    </a:lnB>
                    <a:solidFill>
                      <a:srgbClr val="EDEDED"/>
                    </a:solidFill>
                  </a:tcPr>
                </a:tc>
                <a:extLst>
                  <a:ext uri="{0D108BD9-81ED-4DB2-BD59-A6C34878D82A}">
                    <a16:rowId xmlns:a16="http://schemas.microsoft.com/office/drawing/2014/main" val="3385313304"/>
                  </a:ext>
                </a:extLst>
              </a:tr>
              <a:tr h="172068">
                <a:tc>
                  <a:txBody>
                    <a:bodyPr/>
                    <a:lstStyle/>
                    <a:p>
                      <a:pPr algn="l" fontAlgn="b"/>
                      <a:r>
                        <a:rPr lang="en-US" sz="1050" b="0" i="0" u="none" strike="noStrike" dirty="0">
                          <a:solidFill>
                            <a:srgbClr val="000000"/>
                          </a:solidFill>
                          <a:effectLst/>
                          <a:latin typeface="MULISH BLACK ROMAN"/>
                        </a:rPr>
                        <a:t>Williams v. Reed</a:t>
                      </a:r>
                    </a:p>
                  </a:txBody>
                  <a:tcPr marL="9525" marR="9525" marT="9525" marB="0" anchor="b">
                    <a:lnL>
                      <a:noFill/>
                    </a:lnL>
                    <a:lnR>
                      <a:noFill/>
                    </a:lnR>
                    <a:lnT>
                      <a:noFill/>
                    </a:lnT>
                    <a:lnB>
                      <a:noFill/>
                    </a:lnB>
                    <a:solidFill>
                      <a:srgbClr val="D0CECE"/>
                    </a:solidFill>
                  </a:tcPr>
                </a:tc>
                <a:tc>
                  <a:txBody>
                    <a:bodyPr/>
                    <a:lstStyle/>
                    <a:p>
                      <a:pPr algn="l" fontAlgn="b"/>
                      <a:r>
                        <a:rPr lang="en-US" sz="1050" b="0" i="1" u="none" strike="noStrike" dirty="0">
                          <a:solidFill>
                            <a:srgbClr val="000000"/>
                          </a:solidFill>
                          <a:effectLst/>
                          <a:latin typeface="MULISH BLACK ROMAN"/>
                        </a:rPr>
                        <a:t>Willaims</a:t>
                      </a:r>
                    </a:p>
                  </a:txBody>
                  <a:tcPr marL="1375" marR="1375" marT="1375" marB="0" anchor="b">
                    <a:lnL>
                      <a:noFill/>
                    </a:lnL>
                    <a:lnR>
                      <a:noFill/>
                    </a:lnR>
                    <a:lnT>
                      <a:noFill/>
                    </a:lnT>
                    <a:lnB>
                      <a:noFill/>
                    </a:lnB>
                    <a:solidFill>
                      <a:srgbClr val="D0CECE"/>
                    </a:solidFill>
                  </a:tcPr>
                </a:tc>
                <a:tc>
                  <a:txBody>
                    <a:bodyPr/>
                    <a:lstStyle/>
                    <a:p>
                      <a:pPr algn="l" fontAlgn="b"/>
                      <a:r>
                        <a:rPr lang="en-US" sz="1050" b="0" i="0" u="none" strike="noStrike" dirty="0">
                          <a:solidFill>
                            <a:srgbClr val="000000"/>
                          </a:solidFill>
                          <a:effectLst/>
                          <a:latin typeface="MULISH BLACK ROMAN"/>
                        </a:rPr>
                        <a:t>Exhaustion rule and Section 1983 state suits</a:t>
                      </a:r>
                    </a:p>
                  </a:txBody>
                  <a:tcPr marL="9525" marR="9525" marT="9525" marB="0" anchor="b">
                    <a:lnL>
                      <a:noFill/>
                    </a:lnL>
                    <a:lnR>
                      <a:noFill/>
                    </a:lnR>
                    <a:lnT>
                      <a:noFill/>
                    </a:lnT>
                    <a:lnB>
                      <a:noFill/>
                    </a:lnB>
                    <a:solidFill>
                      <a:srgbClr val="D0CECE"/>
                    </a:solidFill>
                  </a:tcPr>
                </a:tc>
                <a:extLst>
                  <a:ext uri="{0D108BD9-81ED-4DB2-BD59-A6C34878D82A}">
                    <a16:rowId xmlns:a16="http://schemas.microsoft.com/office/drawing/2014/main" val="3241247474"/>
                  </a:ext>
                </a:extLst>
              </a:tr>
              <a:tr h="172068">
                <a:tc>
                  <a:txBody>
                    <a:bodyPr/>
                    <a:lstStyle/>
                    <a:p>
                      <a:pPr algn="l" fontAlgn="b"/>
                      <a:r>
                        <a:rPr lang="en-US" sz="1050" b="0" i="0" u="none" strike="noStrike" dirty="0">
                          <a:solidFill>
                            <a:srgbClr val="000000"/>
                          </a:solidFill>
                          <a:effectLst/>
                          <a:latin typeface="MULISH BLACK ROMAN"/>
                        </a:rPr>
                        <a:t>Wisconsin Bell v. U.S., ex rel. Health</a:t>
                      </a:r>
                    </a:p>
                  </a:txBody>
                  <a:tcPr marL="9525" marR="9525" marT="9525" marB="0" anchor="b">
                    <a:lnL>
                      <a:noFill/>
                    </a:lnL>
                    <a:lnR>
                      <a:noFill/>
                    </a:lnR>
                    <a:lnT>
                      <a:noFill/>
                    </a:lnT>
                    <a:lnB>
                      <a:noFill/>
                    </a:lnB>
                    <a:solidFill>
                      <a:srgbClr val="EDEDED"/>
                    </a:solidFill>
                  </a:tcPr>
                </a:tc>
                <a:tc>
                  <a:txBody>
                    <a:bodyPr/>
                    <a:lstStyle/>
                    <a:p>
                      <a:pPr algn="l" fontAlgn="b"/>
                      <a:r>
                        <a:rPr lang="en-US" sz="1050" b="0" i="1" u="none" strike="noStrike" dirty="0">
                          <a:solidFill>
                            <a:srgbClr val="000000"/>
                          </a:solidFill>
                          <a:effectLst/>
                          <a:latin typeface="MULISH BLACK ROMAN"/>
                        </a:rPr>
                        <a:t>Wisconsin Bell</a:t>
                      </a:r>
                    </a:p>
                  </a:txBody>
                  <a:tcPr marL="1375" marR="1375" marT="1375" marB="0" anchor="b">
                    <a:lnL>
                      <a:noFill/>
                    </a:lnL>
                    <a:lnR>
                      <a:noFill/>
                    </a:lnR>
                    <a:lnT>
                      <a:noFill/>
                    </a:lnT>
                    <a:lnB>
                      <a:noFill/>
                    </a:lnB>
                    <a:solidFill>
                      <a:srgbClr val="EDEDED"/>
                    </a:solidFill>
                  </a:tcPr>
                </a:tc>
                <a:tc>
                  <a:txBody>
                    <a:bodyPr/>
                    <a:lstStyle/>
                    <a:p>
                      <a:pPr algn="l" fontAlgn="b"/>
                      <a:r>
                        <a:rPr lang="en-US" sz="1050" b="0" i="0" u="none" strike="noStrike" dirty="0">
                          <a:solidFill>
                            <a:srgbClr val="000000"/>
                          </a:solidFill>
                          <a:effectLst/>
                          <a:latin typeface="MULISH BLACK ROMAN"/>
                        </a:rPr>
                        <a:t>False Claims Act coverage of telecon reimbursements</a:t>
                      </a:r>
                    </a:p>
                  </a:txBody>
                  <a:tcPr marL="9525" marR="9525" marT="9525" marB="0" anchor="b">
                    <a:lnL>
                      <a:noFill/>
                    </a:lnL>
                    <a:lnR>
                      <a:noFill/>
                    </a:lnR>
                    <a:lnT>
                      <a:noFill/>
                    </a:lnT>
                    <a:lnB>
                      <a:noFill/>
                    </a:lnB>
                    <a:solidFill>
                      <a:srgbClr val="EDEDED"/>
                    </a:solidFill>
                  </a:tcPr>
                </a:tc>
                <a:extLst>
                  <a:ext uri="{0D108BD9-81ED-4DB2-BD59-A6C34878D82A}">
                    <a16:rowId xmlns:a16="http://schemas.microsoft.com/office/drawing/2014/main" val="1236662915"/>
                  </a:ext>
                </a:extLst>
              </a:tr>
            </a:tbl>
          </a:graphicData>
        </a:graphic>
      </p:graphicFrame>
    </p:spTree>
    <p:extLst>
      <p:ext uri="{BB962C8B-B14F-4D97-AF65-F5344CB8AC3E}">
        <p14:creationId xmlns:p14="http://schemas.microsoft.com/office/powerpoint/2010/main" val="3385928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C8066-2681-5253-BDC5-DDA62A73BF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79079E-2341-1D58-0A96-2CCBE00E6BDB}"/>
              </a:ext>
            </a:extLst>
          </p:cNvPr>
          <p:cNvSpPr>
            <a:spLocks noGrp="1" noRot="1" noMove="1" noResize="1" noEditPoints="1" noAdjustHandles="1" noChangeArrowheads="1" noChangeShapeType="1"/>
          </p:cNvSpPr>
          <p:nvPr/>
        </p:nvSpPr>
        <p:spPr>
          <a:xfrm>
            <a:off x="1006640" y="1147657"/>
            <a:ext cx="9144018" cy="5486410"/>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9">
            <a:extLst>
              <a:ext uri="{FF2B5EF4-FFF2-40B4-BE49-F238E27FC236}">
                <a16:creationId xmlns:a16="http://schemas.microsoft.com/office/drawing/2014/main" id="{F161A7AA-3EFE-D556-94F3-FBE1D984BA36}"/>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UNANIMOUS DECISIONS</a:t>
            </a:r>
          </a:p>
        </p:txBody>
      </p:sp>
      <p:sp>
        <p:nvSpPr>
          <p:cNvPr id="5" name="TextBox 4">
            <a:extLst>
              <a:ext uri="{FF2B5EF4-FFF2-40B4-BE49-F238E27FC236}">
                <a16:creationId xmlns:a16="http://schemas.microsoft.com/office/drawing/2014/main" id="{6BF81625-A47D-0204-D5A0-3B0AA1D6E6DC}"/>
              </a:ext>
            </a:extLst>
          </p:cNvPr>
          <p:cNvSpPr txBox="1"/>
          <p:nvPr/>
        </p:nvSpPr>
        <p:spPr>
          <a:xfrm>
            <a:off x="5391207" y="314392"/>
            <a:ext cx="5874589" cy="646331"/>
          </a:xfrm>
          <a:prstGeom prst="rect">
            <a:avLst/>
          </a:prstGeom>
          <a:noFill/>
          <a:ln>
            <a:solidFill>
              <a:schemeClr val="tx1"/>
            </a:solidFill>
          </a:ln>
        </p:spPr>
        <p:txBody>
          <a:bodyPr wrap="square" rtlCol="0">
            <a:spAutoFit/>
          </a:bodyPr>
          <a:lstStyle/>
          <a:p>
            <a:r>
              <a:rPr lang="en-US" sz="1200" dirty="0"/>
              <a:t>This figure shows the percentage of unanimous decisions (i.e., cases decided without any full dissents) between OT05-OT24. These include decisions reached </a:t>
            </a:r>
            <a:r>
              <a:rPr lang="en-US" sz="1200" i="1" dirty="0"/>
              <a:t>per </a:t>
            </a:r>
            <a:r>
              <a:rPr lang="en-US" sz="1200" i="1" dirty="0" err="1"/>
              <a:t>curiam</a:t>
            </a:r>
            <a:r>
              <a:rPr lang="en-US" sz="1200" dirty="0"/>
              <a:t> without any noted dissents.  </a:t>
            </a:r>
            <a:r>
              <a:rPr lang="en-US" sz="1200" dirty="0">
                <a:solidFill>
                  <a:srgbClr val="FF0000"/>
                </a:solidFill>
              </a:rPr>
              <a:t>Dashed red </a:t>
            </a:r>
            <a:r>
              <a:rPr lang="en-US" sz="1200" dirty="0"/>
              <a:t>line represent longitudinal average (44.5%). </a:t>
            </a:r>
            <a:endParaRPr lang="en-US" sz="1200" dirty="0">
              <a:latin typeface="MULISH REGULAR ROMAN"/>
            </a:endParaRPr>
          </a:p>
        </p:txBody>
      </p:sp>
      <p:sp>
        <p:nvSpPr>
          <p:cNvPr id="7" name="Slide Number Placeholder 6">
            <a:extLst>
              <a:ext uri="{FF2B5EF4-FFF2-40B4-BE49-F238E27FC236}">
                <a16:creationId xmlns:a16="http://schemas.microsoft.com/office/drawing/2014/main" id="{7AC1E094-747F-A600-F989-BCC81BD2ABCF}"/>
              </a:ext>
            </a:extLst>
          </p:cNvPr>
          <p:cNvSpPr>
            <a:spLocks noGrp="1"/>
          </p:cNvSpPr>
          <p:nvPr>
            <p:ph type="sldNum" sz="quarter" idx="12"/>
          </p:nvPr>
        </p:nvSpPr>
        <p:spPr/>
        <p:txBody>
          <a:bodyPr/>
          <a:lstStyle/>
          <a:p>
            <a:fld id="{5E212BD6-99D2-4430-8307-3DFF6CB1AF68}" type="slidenum">
              <a:rPr lang="en-US" smtClean="0"/>
              <a:t>7</a:t>
            </a:fld>
            <a:endParaRPr lang="en-US"/>
          </a:p>
        </p:txBody>
      </p:sp>
      <p:pic>
        <p:nvPicPr>
          <p:cNvPr id="8" name="Picture 7" descr="A graph with numbers and lines&#10;&#10;AI-generated content may be incorrect.">
            <a:extLst>
              <a:ext uri="{FF2B5EF4-FFF2-40B4-BE49-F238E27FC236}">
                <a16:creationId xmlns:a16="http://schemas.microsoft.com/office/drawing/2014/main" id="{DAAB8057-C304-CF16-26D2-76DB4BF33B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640" y="1147656"/>
            <a:ext cx="9144019" cy="5486411"/>
          </a:xfrm>
          <a:prstGeom prst="rect">
            <a:avLst/>
          </a:prstGeom>
        </p:spPr>
      </p:pic>
    </p:spTree>
    <p:extLst>
      <p:ext uri="{BB962C8B-B14F-4D97-AF65-F5344CB8AC3E}">
        <p14:creationId xmlns:p14="http://schemas.microsoft.com/office/powerpoint/2010/main" val="818980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15974D-D7CA-E5A2-5169-621B7C50A8A7}"/>
              </a:ext>
            </a:extLst>
          </p:cNvPr>
          <p:cNvSpPr>
            <a:spLocks noGrp="1" noRot="1" noMove="1" noResize="1" noEditPoints="1" noAdjustHandles="1" noChangeArrowheads="1" noChangeShapeType="1"/>
          </p:cNvSpPr>
          <p:nvPr/>
        </p:nvSpPr>
        <p:spPr>
          <a:xfrm>
            <a:off x="1208167" y="827825"/>
            <a:ext cx="8705775" cy="5202350"/>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9">
            <a:extLst>
              <a:ext uri="{FF2B5EF4-FFF2-40B4-BE49-F238E27FC236}">
                <a16:creationId xmlns:a16="http://schemas.microsoft.com/office/drawing/2014/main" id="{A42EFDFD-5356-C64A-8AC1-9F4719D73C82}"/>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FREQUENCY IN THE MAJORITY – All Cases</a:t>
            </a:r>
          </a:p>
        </p:txBody>
      </p:sp>
      <p:sp>
        <p:nvSpPr>
          <p:cNvPr id="7" name="TextBox 6">
            <a:extLst>
              <a:ext uri="{FF2B5EF4-FFF2-40B4-BE49-F238E27FC236}">
                <a16:creationId xmlns:a16="http://schemas.microsoft.com/office/drawing/2014/main" id="{2E272E9D-6C12-7836-DC1A-B40C8237C709}"/>
              </a:ext>
            </a:extLst>
          </p:cNvPr>
          <p:cNvSpPr txBox="1"/>
          <p:nvPr/>
        </p:nvSpPr>
        <p:spPr>
          <a:xfrm>
            <a:off x="320850" y="6083077"/>
            <a:ext cx="10401300" cy="646331"/>
          </a:xfrm>
          <a:prstGeom prst="rect">
            <a:avLst/>
          </a:prstGeom>
          <a:noFill/>
          <a:ln>
            <a:solidFill>
              <a:schemeClr val="tx1"/>
            </a:solidFill>
          </a:ln>
        </p:spPr>
        <p:txBody>
          <a:bodyPr wrap="square" rtlCol="0">
            <a:spAutoFit/>
          </a:bodyPr>
          <a:lstStyle/>
          <a:p>
            <a:r>
              <a:rPr lang="en-US" sz="1200" dirty="0">
                <a:latin typeface="MULISH REGULAR ROMAN"/>
              </a:rPr>
              <a:t>Figure shows the percentage of cases where each justice was in the majority coalition among all cases that they participated in (including those decided unanimously, </a:t>
            </a:r>
            <a:r>
              <a:rPr lang="en-US" sz="1200" i="1" dirty="0">
                <a:latin typeface="MULISH REGULAR ROMAN"/>
              </a:rPr>
              <a:t>per </a:t>
            </a:r>
            <a:r>
              <a:rPr lang="en-US" sz="1200" i="1" dirty="0" err="1">
                <a:latin typeface="MULISH REGULAR ROMAN"/>
              </a:rPr>
              <a:t>curiam</a:t>
            </a:r>
            <a:r>
              <a:rPr lang="en-US" sz="1200" i="1" dirty="0">
                <a:latin typeface="MULISH REGULAR ROMAN"/>
              </a:rPr>
              <a:t>, </a:t>
            </a:r>
            <a:r>
              <a:rPr lang="en-US" sz="1200" dirty="0">
                <a:latin typeface="MULISH REGULAR ROMAN"/>
              </a:rPr>
              <a:t>or </a:t>
            </a:r>
            <a:r>
              <a:rPr lang="en-US" sz="1200" i="1" dirty="0">
                <a:latin typeface="MULISH REGULAR ROMAN"/>
              </a:rPr>
              <a:t>dismissed as improvidently granted</a:t>
            </a:r>
            <a:r>
              <a:rPr lang="en-US" sz="1200" dirty="0">
                <a:latin typeface="MULISH REGULAR ROMAN"/>
              </a:rPr>
              <a:t>). </a:t>
            </a:r>
            <a:r>
              <a:rPr lang="en-US" sz="1200" b="1" i="1" dirty="0">
                <a:latin typeface="MULISH REGULAR ROMAN"/>
              </a:rPr>
              <a:t>Note</a:t>
            </a:r>
            <a:r>
              <a:rPr lang="en-US" sz="1200" i="1" dirty="0">
                <a:latin typeface="MULISH REGULAR ROMAN"/>
              </a:rPr>
              <a:t>: </a:t>
            </a:r>
            <a:r>
              <a:rPr lang="en-US" sz="1200" dirty="0">
                <a:latin typeface="MULISH REGULAR ROMAN"/>
              </a:rPr>
              <a:t>Given that majority and dissenting votes were not indicated, these percentages </a:t>
            </a:r>
            <a:r>
              <a:rPr lang="en-US" sz="1200" u="sng" dirty="0">
                <a:latin typeface="MULISH REGULAR ROMAN"/>
              </a:rPr>
              <a:t>do not</a:t>
            </a:r>
            <a:r>
              <a:rPr lang="en-US" sz="1200" dirty="0">
                <a:latin typeface="MULISH REGULAR ROMAN"/>
              </a:rPr>
              <a:t> include any votes from the court’s equally divided decision in </a:t>
            </a:r>
            <a:r>
              <a:rPr lang="en-US" sz="1200" i="1" dirty="0">
                <a:latin typeface="MULISH REGULAR ROMAN"/>
              </a:rPr>
              <a:t>Drummond.</a:t>
            </a:r>
            <a:endParaRPr lang="en-US" sz="1200" dirty="0">
              <a:latin typeface="MULISH REGULAR ROMAN"/>
            </a:endParaRPr>
          </a:p>
        </p:txBody>
      </p:sp>
      <p:sp>
        <p:nvSpPr>
          <p:cNvPr id="8" name="Slide Number Placeholder 7">
            <a:extLst>
              <a:ext uri="{FF2B5EF4-FFF2-40B4-BE49-F238E27FC236}">
                <a16:creationId xmlns:a16="http://schemas.microsoft.com/office/drawing/2014/main" id="{A6FEEA7B-53FC-C4F8-5211-4905CA356EF7}"/>
              </a:ext>
            </a:extLst>
          </p:cNvPr>
          <p:cNvSpPr>
            <a:spLocks noGrp="1"/>
          </p:cNvSpPr>
          <p:nvPr>
            <p:ph type="sldNum" sz="quarter" idx="12"/>
          </p:nvPr>
        </p:nvSpPr>
        <p:spPr/>
        <p:txBody>
          <a:bodyPr/>
          <a:lstStyle/>
          <a:p>
            <a:fld id="{5E212BD6-99D2-4430-8307-3DFF6CB1AF68}" type="slidenum">
              <a:rPr lang="en-US" smtClean="0"/>
              <a:t>8</a:t>
            </a:fld>
            <a:endParaRPr lang="en-US" dirty="0"/>
          </a:p>
        </p:txBody>
      </p:sp>
      <p:pic>
        <p:nvPicPr>
          <p:cNvPr id="4" name="Picture 3" descr="A group of people in a row&#10;&#10;AI-generated content may be incorrect.">
            <a:extLst>
              <a:ext uri="{FF2B5EF4-FFF2-40B4-BE49-F238E27FC236}">
                <a16:creationId xmlns:a16="http://schemas.microsoft.com/office/drawing/2014/main" id="{E4A4258A-5AC9-9692-FAB5-2F2A69CA03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8167" y="827825"/>
            <a:ext cx="8705775" cy="5223465"/>
          </a:xfrm>
          <a:prstGeom prst="rect">
            <a:avLst/>
          </a:prstGeom>
        </p:spPr>
      </p:pic>
    </p:spTree>
    <p:extLst>
      <p:ext uri="{BB962C8B-B14F-4D97-AF65-F5344CB8AC3E}">
        <p14:creationId xmlns:p14="http://schemas.microsoft.com/office/powerpoint/2010/main" val="1407281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46CD-FD59-BE72-0D30-5EA780C1FA0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3C501CA-B9A4-9ABB-5102-8B2239FF11DD}"/>
              </a:ext>
            </a:extLst>
          </p:cNvPr>
          <p:cNvSpPr>
            <a:spLocks noGrp="1" noRot="1" noMove="1" noResize="1" noEditPoints="1" noAdjustHandles="1" noChangeArrowheads="1" noChangeShapeType="1"/>
          </p:cNvSpPr>
          <p:nvPr/>
        </p:nvSpPr>
        <p:spPr>
          <a:xfrm>
            <a:off x="1208166" y="817267"/>
            <a:ext cx="8705776" cy="5223465"/>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9">
            <a:extLst>
              <a:ext uri="{FF2B5EF4-FFF2-40B4-BE49-F238E27FC236}">
                <a16:creationId xmlns:a16="http://schemas.microsoft.com/office/drawing/2014/main" id="{749467DC-1EAB-3FDD-987D-C824F1D6A432}"/>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FREQUENCY IN THE MAJORITY – Non-Unanimous Cases</a:t>
            </a:r>
          </a:p>
        </p:txBody>
      </p:sp>
      <p:sp>
        <p:nvSpPr>
          <p:cNvPr id="2" name="TextBox 1">
            <a:extLst>
              <a:ext uri="{FF2B5EF4-FFF2-40B4-BE49-F238E27FC236}">
                <a16:creationId xmlns:a16="http://schemas.microsoft.com/office/drawing/2014/main" id="{686EDD36-9373-EC80-CD19-FC4FF90D8C86}"/>
              </a:ext>
            </a:extLst>
          </p:cNvPr>
          <p:cNvSpPr txBox="1"/>
          <p:nvPr/>
        </p:nvSpPr>
        <p:spPr>
          <a:xfrm>
            <a:off x="838200" y="6212688"/>
            <a:ext cx="9883950" cy="276999"/>
          </a:xfrm>
          <a:prstGeom prst="rect">
            <a:avLst/>
          </a:prstGeom>
          <a:noFill/>
          <a:ln>
            <a:solidFill>
              <a:schemeClr val="tx1"/>
            </a:solidFill>
          </a:ln>
        </p:spPr>
        <p:txBody>
          <a:bodyPr wrap="square" rtlCol="0">
            <a:spAutoFit/>
          </a:bodyPr>
          <a:lstStyle/>
          <a:p>
            <a:pPr algn="ctr"/>
            <a:r>
              <a:rPr lang="en-US" sz="1200" dirty="0">
                <a:latin typeface="MULISH REGULAR ROMAN"/>
              </a:rPr>
              <a:t>Figure shows the percentage of cases where each justice was in the majority coalition among cases decided without a unanimous majority.</a:t>
            </a:r>
          </a:p>
        </p:txBody>
      </p:sp>
      <p:sp>
        <p:nvSpPr>
          <p:cNvPr id="7" name="Slide Number Placeholder 6">
            <a:extLst>
              <a:ext uri="{FF2B5EF4-FFF2-40B4-BE49-F238E27FC236}">
                <a16:creationId xmlns:a16="http://schemas.microsoft.com/office/drawing/2014/main" id="{13726465-4154-710A-F9BC-4A914735200D}"/>
              </a:ext>
            </a:extLst>
          </p:cNvPr>
          <p:cNvSpPr>
            <a:spLocks noGrp="1"/>
          </p:cNvSpPr>
          <p:nvPr>
            <p:ph type="sldNum" sz="quarter" idx="12"/>
          </p:nvPr>
        </p:nvSpPr>
        <p:spPr/>
        <p:txBody>
          <a:bodyPr/>
          <a:lstStyle/>
          <a:p>
            <a:fld id="{5E212BD6-99D2-4430-8307-3DFF6CB1AF68}" type="slidenum">
              <a:rPr lang="en-US" smtClean="0"/>
              <a:t>9</a:t>
            </a:fld>
            <a:endParaRPr lang="en-US"/>
          </a:p>
        </p:txBody>
      </p:sp>
      <p:pic>
        <p:nvPicPr>
          <p:cNvPr id="6" name="Picture 5" descr="A group of people in a row&#10;&#10;AI-generated content may be incorrect.">
            <a:extLst>
              <a:ext uri="{FF2B5EF4-FFF2-40B4-BE49-F238E27FC236}">
                <a16:creationId xmlns:a16="http://schemas.microsoft.com/office/drawing/2014/main" id="{1A1D5901-7C13-725F-01D0-61BA2C4ABB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8166" y="817267"/>
            <a:ext cx="8705776" cy="5223465"/>
          </a:xfrm>
          <a:prstGeom prst="rect">
            <a:avLst/>
          </a:prstGeom>
        </p:spPr>
      </p:pic>
    </p:spTree>
    <p:extLst>
      <p:ext uri="{BB962C8B-B14F-4D97-AF65-F5344CB8AC3E}">
        <p14:creationId xmlns:p14="http://schemas.microsoft.com/office/powerpoint/2010/main" val="1874243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A1FB-105D-32D2-911A-2624F78E4F7B}"/>
              </a:ext>
            </a:extLst>
          </p:cNvPr>
          <p:cNvSpPr>
            <a:spLocks noGrp="1" noRot="1" noMove="1" noResize="1" noEditPoints="1" noAdjustHandles="1" noChangeArrowheads="1" noChangeShapeType="1"/>
          </p:cNvSpPr>
          <p:nvPr/>
        </p:nvSpPr>
        <p:spPr>
          <a:xfrm>
            <a:off x="1208166" y="827825"/>
            <a:ext cx="8705776" cy="5202350"/>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9">
            <a:extLst>
              <a:ext uri="{FF2B5EF4-FFF2-40B4-BE49-F238E27FC236}">
                <a16:creationId xmlns:a16="http://schemas.microsoft.com/office/drawing/2014/main" id="{A42EFDFD-5356-C64A-8AC1-9F4719D73C82}"/>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FREQUENCY IN THE MAJORITY – Closely Divided Cases</a:t>
            </a:r>
          </a:p>
        </p:txBody>
      </p:sp>
      <p:sp>
        <p:nvSpPr>
          <p:cNvPr id="7" name="TextBox 6">
            <a:extLst>
              <a:ext uri="{FF2B5EF4-FFF2-40B4-BE49-F238E27FC236}">
                <a16:creationId xmlns:a16="http://schemas.microsoft.com/office/drawing/2014/main" id="{9750E56B-0F8A-2CC3-BA2B-DC94F2BF48A6}"/>
              </a:ext>
            </a:extLst>
          </p:cNvPr>
          <p:cNvSpPr txBox="1"/>
          <p:nvPr/>
        </p:nvSpPr>
        <p:spPr>
          <a:xfrm>
            <a:off x="838200" y="6083077"/>
            <a:ext cx="9883950" cy="276999"/>
          </a:xfrm>
          <a:prstGeom prst="rect">
            <a:avLst/>
          </a:prstGeom>
          <a:noFill/>
          <a:ln>
            <a:solidFill>
              <a:schemeClr val="tx1"/>
            </a:solidFill>
          </a:ln>
        </p:spPr>
        <p:txBody>
          <a:bodyPr wrap="square" rtlCol="0">
            <a:spAutoFit/>
          </a:bodyPr>
          <a:lstStyle/>
          <a:p>
            <a:pPr algn="ctr"/>
            <a:r>
              <a:rPr lang="en-US" sz="1200" dirty="0">
                <a:latin typeface="MULISH REGULAR ROMAN"/>
              </a:rPr>
              <a:t>Figures show the percentage of cases where each justice was in the majority coalition among cases decided by (5-4) or (6-3) coalitions. </a:t>
            </a:r>
          </a:p>
        </p:txBody>
      </p:sp>
      <p:sp>
        <p:nvSpPr>
          <p:cNvPr id="8" name="Slide Number Placeholder 7">
            <a:extLst>
              <a:ext uri="{FF2B5EF4-FFF2-40B4-BE49-F238E27FC236}">
                <a16:creationId xmlns:a16="http://schemas.microsoft.com/office/drawing/2014/main" id="{33E00DAD-7370-1C1A-1316-87B59CDE3EC4}"/>
              </a:ext>
            </a:extLst>
          </p:cNvPr>
          <p:cNvSpPr>
            <a:spLocks noGrp="1"/>
          </p:cNvSpPr>
          <p:nvPr>
            <p:ph type="sldNum" sz="quarter" idx="12"/>
          </p:nvPr>
        </p:nvSpPr>
        <p:spPr/>
        <p:txBody>
          <a:bodyPr/>
          <a:lstStyle/>
          <a:p>
            <a:fld id="{5E212BD6-99D2-4430-8307-3DFF6CB1AF68}" type="slidenum">
              <a:rPr lang="en-US" smtClean="0"/>
              <a:t>10</a:t>
            </a:fld>
            <a:endParaRPr lang="en-US"/>
          </a:p>
        </p:txBody>
      </p:sp>
      <p:pic>
        <p:nvPicPr>
          <p:cNvPr id="4" name="Picture 3" descr="A group of people standing in front of a graph&#10;&#10;AI-generated content may be incorrect.">
            <a:extLst>
              <a:ext uri="{FF2B5EF4-FFF2-40B4-BE49-F238E27FC236}">
                <a16:creationId xmlns:a16="http://schemas.microsoft.com/office/drawing/2014/main" id="{2C0E1584-087E-99E5-A86F-87BB4556D6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8167" y="827825"/>
            <a:ext cx="8705776" cy="5223465"/>
          </a:xfrm>
          <a:prstGeom prst="rect">
            <a:avLst/>
          </a:prstGeom>
        </p:spPr>
      </p:pic>
    </p:spTree>
    <p:extLst>
      <p:ext uri="{BB962C8B-B14F-4D97-AF65-F5344CB8AC3E}">
        <p14:creationId xmlns:p14="http://schemas.microsoft.com/office/powerpoint/2010/main" val="4060666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9DBF-2E9B-A27F-93BF-CF63E383D8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D80C4D-23BC-B727-258C-4820AED989C5}"/>
              </a:ext>
            </a:extLst>
          </p:cNvPr>
          <p:cNvSpPr>
            <a:spLocks noGrp="1" noRot="1" noMove="1" noResize="1" noEditPoints="1" noAdjustHandles="1" noChangeArrowheads="1" noChangeShapeType="1"/>
          </p:cNvSpPr>
          <p:nvPr/>
        </p:nvSpPr>
        <p:spPr>
          <a:xfrm>
            <a:off x="320850" y="961858"/>
            <a:ext cx="7075373" cy="5896145"/>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11143281-96A2-98FE-8D69-E8A01B3D8277}"/>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JUSTICE AGREEMENT – All Cases</a:t>
            </a:r>
          </a:p>
        </p:txBody>
      </p:sp>
      <p:sp>
        <p:nvSpPr>
          <p:cNvPr id="30" name="TextBox 29">
            <a:extLst>
              <a:ext uri="{FF2B5EF4-FFF2-40B4-BE49-F238E27FC236}">
                <a16:creationId xmlns:a16="http://schemas.microsoft.com/office/drawing/2014/main" id="{32EB1118-ECF4-78AB-814C-C6975A3ED2F5}"/>
              </a:ext>
            </a:extLst>
          </p:cNvPr>
          <p:cNvSpPr txBox="1"/>
          <p:nvPr/>
        </p:nvSpPr>
        <p:spPr>
          <a:xfrm>
            <a:off x="7884544" y="961858"/>
            <a:ext cx="3986606" cy="1569660"/>
          </a:xfrm>
          <a:prstGeom prst="rect">
            <a:avLst/>
          </a:prstGeom>
          <a:noFill/>
          <a:ln>
            <a:solidFill>
              <a:schemeClr val="tx1"/>
            </a:solidFill>
          </a:ln>
        </p:spPr>
        <p:txBody>
          <a:bodyPr wrap="square" rtlCol="0">
            <a:spAutoFit/>
          </a:bodyPr>
          <a:lstStyle/>
          <a:p>
            <a:r>
              <a:rPr lang="en-US" sz="1200" dirty="0">
                <a:latin typeface="MULISH REGULAR ROMAN"/>
              </a:rPr>
              <a:t>Figure shows the relative agreement (percent) in voting alignment shared between justices in all cases where justices participated during the 2024 term. </a:t>
            </a:r>
          </a:p>
          <a:p>
            <a:endParaRPr lang="en-US" sz="1200" i="1" dirty="0">
              <a:latin typeface="MULISH REGULAR ROMAN"/>
            </a:endParaRPr>
          </a:p>
          <a:p>
            <a:r>
              <a:rPr lang="en-US" sz="1200" i="1" dirty="0">
                <a:latin typeface="MULISH REGULAR ROMAN"/>
              </a:rPr>
              <a:t>Agreement</a:t>
            </a:r>
            <a:r>
              <a:rPr lang="en-US" sz="1200" dirty="0">
                <a:latin typeface="MULISH REGULAR ROMAN"/>
              </a:rPr>
              <a:t> can be understood as justices similarly aligning in the majority (or dissenting) coalition – where those who concur (fully, </a:t>
            </a:r>
            <a:r>
              <a:rPr lang="en-US" sz="1200" i="1" dirty="0">
                <a:latin typeface="MULISH REGULAR ROMAN"/>
              </a:rPr>
              <a:t>in part</a:t>
            </a:r>
            <a:r>
              <a:rPr lang="en-US" sz="1200" dirty="0">
                <a:latin typeface="MULISH REGULAR ROMAN"/>
              </a:rPr>
              <a:t>, or </a:t>
            </a:r>
            <a:r>
              <a:rPr lang="en-US" sz="1200" i="1" dirty="0">
                <a:latin typeface="MULISH REGULAR ROMAN"/>
              </a:rPr>
              <a:t>in judgment</a:t>
            </a:r>
            <a:r>
              <a:rPr lang="en-US" sz="1200" dirty="0">
                <a:latin typeface="MULISH REGULAR ROMAN"/>
              </a:rPr>
              <a:t>) are similarly considered as part of the majority.  </a:t>
            </a:r>
          </a:p>
        </p:txBody>
      </p:sp>
      <p:sp>
        <p:nvSpPr>
          <p:cNvPr id="5" name="Slide Number Placeholder 4">
            <a:extLst>
              <a:ext uri="{FF2B5EF4-FFF2-40B4-BE49-F238E27FC236}">
                <a16:creationId xmlns:a16="http://schemas.microsoft.com/office/drawing/2014/main" id="{D8D5BAB9-6CE6-E752-D512-07A58538C5D4}"/>
              </a:ext>
            </a:extLst>
          </p:cNvPr>
          <p:cNvSpPr>
            <a:spLocks noGrp="1"/>
          </p:cNvSpPr>
          <p:nvPr>
            <p:ph type="sldNum" sz="quarter" idx="12"/>
          </p:nvPr>
        </p:nvSpPr>
        <p:spPr/>
        <p:txBody>
          <a:bodyPr/>
          <a:lstStyle/>
          <a:p>
            <a:fld id="{5E212BD6-99D2-4430-8307-3DFF6CB1AF68}" type="slidenum">
              <a:rPr lang="en-US" smtClean="0"/>
              <a:t>11</a:t>
            </a:fld>
            <a:endParaRPr lang="en-US"/>
          </a:p>
        </p:txBody>
      </p:sp>
      <p:pic>
        <p:nvPicPr>
          <p:cNvPr id="4" name="Picture 3" descr="A group of people in suits&#10;&#10;AI-generated content may be incorrect.">
            <a:extLst>
              <a:ext uri="{FF2B5EF4-FFF2-40B4-BE49-F238E27FC236}">
                <a16:creationId xmlns:a16="http://schemas.microsoft.com/office/drawing/2014/main" id="{0C4DF61A-1B35-C115-3F09-C470E3246F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851" y="961854"/>
            <a:ext cx="7075374" cy="5896146"/>
          </a:xfrm>
          <a:prstGeom prst="rect">
            <a:avLst/>
          </a:prstGeom>
        </p:spPr>
      </p:pic>
    </p:spTree>
    <p:extLst>
      <p:ext uri="{BB962C8B-B14F-4D97-AF65-F5344CB8AC3E}">
        <p14:creationId xmlns:p14="http://schemas.microsoft.com/office/powerpoint/2010/main" val="110013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91C96E-34A4-7367-D1CE-44B2946B07A3}"/>
              </a:ext>
            </a:extLst>
          </p:cNvPr>
          <p:cNvSpPr>
            <a:spLocks noGrp="1" noRot="1" noMove="1" noResize="1" noEditPoints="1" noAdjustHandles="1" noChangeArrowheads="1" noChangeShapeType="1"/>
          </p:cNvSpPr>
          <p:nvPr/>
        </p:nvSpPr>
        <p:spPr>
          <a:xfrm>
            <a:off x="320850" y="961858"/>
            <a:ext cx="7075373" cy="5896145"/>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9">
            <a:extLst>
              <a:ext uri="{FF2B5EF4-FFF2-40B4-BE49-F238E27FC236}">
                <a16:creationId xmlns:a16="http://schemas.microsoft.com/office/drawing/2014/main" id="{6FDB2B55-07C2-8280-3304-33DFB7D8F638}"/>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JUSTICE AGREEMENT – Closely Divided Cases</a:t>
            </a:r>
          </a:p>
        </p:txBody>
      </p:sp>
      <p:sp>
        <p:nvSpPr>
          <p:cNvPr id="16" name="TextBox 15">
            <a:extLst>
              <a:ext uri="{FF2B5EF4-FFF2-40B4-BE49-F238E27FC236}">
                <a16:creationId xmlns:a16="http://schemas.microsoft.com/office/drawing/2014/main" id="{607B8B05-F145-5253-F510-37F9D61AA3DB}"/>
              </a:ext>
            </a:extLst>
          </p:cNvPr>
          <p:cNvSpPr txBox="1"/>
          <p:nvPr/>
        </p:nvSpPr>
        <p:spPr>
          <a:xfrm>
            <a:off x="7884544" y="961858"/>
            <a:ext cx="3986606" cy="1754326"/>
          </a:xfrm>
          <a:prstGeom prst="rect">
            <a:avLst/>
          </a:prstGeom>
          <a:noFill/>
          <a:ln>
            <a:solidFill>
              <a:schemeClr val="tx1"/>
            </a:solidFill>
          </a:ln>
        </p:spPr>
        <p:txBody>
          <a:bodyPr wrap="square" rtlCol="0">
            <a:spAutoFit/>
          </a:bodyPr>
          <a:lstStyle/>
          <a:p>
            <a:r>
              <a:rPr lang="en-US" sz="1200" dirty="0">
                <a:latin typeface="MULISH REGULAR ROMAN"/>
              </a:rPr>
              <a:t>Figure shows the relative agreement (percent) in voting alignment shared between justices in cases decided by (5-4) or (6-3) coalitions where justices participated  during the 2024 term. </a:t>
            </a:r>
          </a:p>
          <a:p>
            <a:endParaRPr lang="en-US" sz="1200" i="1" dirty="0">
              <a:latin typeface="MULISH REGULAR ROMAN"/>
            </a:endParaRPr>
          </a:p>
          <a:p>
            <a:r>
              <a:rPr lang="en-US" sz="1200" i="1" dirty="0">
                <a:latin typeface="MULISH REGULAR ROMAN"/>
              </a:rPr>
              <a:t>Agreement</a:t>
            </a:r>
            <a:r>
              <a:rPr lang="en-US" sz="1200" dirty="0">
                <a:latin typeface="MULISH REGULAR ROMAN"/>
              </a:rPr>
              <a:t> can be understood as justices similarly aligning in the majority (or dissenting) coalition – where those who concur (fully, </a:t>
            </a:r>
            <a:r>
              <a:rPr lang="en-US" sz="1200" i="1" dirty="0">
                <a:latin typeface="MULISH REGULAR ROMAN"/>
              </a:rPr>
              <a:t>in part</a:t>
            </a:r>
            <a:r>
              <a:rPr lang="en-US" sz="1200" dirty="0">
                <a:latin typeface="MULISH REGULAR ROMAN"/>
              </a:rPr>
              <a:t>, or </a:t>
            </a:r>
            <a:r>
              <a:rPr lang="en-US" sz="1200" i="1" dirty="0">
                <a:latin typeface="MULISH REGULAR ROMAN"/>
              </a:rPr>
              <a:t>in judgment</a:t>
            </a:r>
            <a:r>
              <a:rPr lang="en-US" sz="1200" dirty="0">
                <a:latin typeface="MULISH REGULAR ROMAN"/>
              </a:rPr>
              <a:t>) are similarly considered as part of the majority.  </a:t>
            </a:r>
          </a:p>
        </p:txBody>
      </p:sp>
      <p:sp>
        <p:nvSpPr>
          <p:cNvPr id="5" name="Slide Number Placeholder 4">
            <a:extLst>
              <a:ext uri="{FF2B5EF4-FFF2-40B4-BE49-F238E27FC236}">
                <a16:creationId xmlns:a16="http://schemas.microsoft.com/office/drawing/2014/main" id="{D97E5F8E-7018-BD8E-009F-8D51ED4CFDBE}"/>
              </a:ext>
            </a:extLst>
          </p:cNvPr>
          <p:cNvSpPr>
            <a:spLocks noGrp="1"/>
          </p:cNvSpPr>
          <p:nvPr>
            <p:ph type="sldNum" sz="quarter" idx="12"/>
          </p:nvPr>
        </p:nvSpPr>
        <p:spPr/>
        <p:txBody>
          <a:bodyPr/>
          <a:lstStyle/>
          <a:p>
            <a:fld id="{5E212BD6-99D2-4430-8307-3DFF6CB1AF68}" type="slidenum">
              <a:rPr lang="en-US" smtClean="0"/>
              <a:t>12</a:t>
            </a:fld>
            <a:endParaRPr lang="en-US"/>
          </a:p>
        </p:txBody>
      </p:sp>
      <p:pic>
        <p:nvPicPr>
          <p:cNvPr id="4" name="Picture 3" descr="A group of people in a graph&#10;&#10;AI-generated content may be incorrect.">
            <a:extLst>
              <a:ext uri="{FF2B5EF4-FFF2-40B4-BE49-F238E27FC236}">
                <a16:creationId xmlns:a16="http://schemas.microsoft.com/office/drawing/2014/main" id="{3E736751-6A6D-0E13-4BD8-8BD945ED8B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850" y="961854"/>
            <a:ext cx="7075373" cy="5896145"/>
          </a:xfrm>
          <a:prstGeom prst="rect">
            <a:avLst/>
          </a:prstGeom>
        </p:spPr>
      </p:pic>
    </p:spTree>
    <p:extLst>
      <p:ext uri="{BB962C8B-B14F-4D97-AF65-F5344CB8AC3E}">
        <p14:creationId xmlns:p14="http://schemas.microsoft.com/office/powerpoint/2010/main" val="25729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66354772"/>
              </p:ext>
            </p:extLst>
          </p:nvPr>
        </p:nvGraphicFramePr>
        <p:xfrm>
          <a:off x="429138" y="1100876"/>
          <a:ext cx="10733394" cy="2850675"/>
        </p:xfrm>
        <a:graphic>
          <a:graphicData uri="http://schemas.openxmlformats.org/drawingml/2006/table">
            <a:tbl>
              <a:tblPr firstRow="1" bandRow="1">
                <a:tableStyleId>{C083E6E3-FA7D-4D7B-A595-EF9225AFEA82}</a:tableStyleId>
              </a:tblPr>
              <a:tblGrid>
                <a:gridCol w="1313440">
                  <a:extLst>
                    <a:ext uri="{9D8B030D-6E8A-4147-A177-3AD203B41FA5}">
                      <a16:colId xmlns:a16="http://schemas.microsoft.com/office/drawing/2014/main" val="20000"/>
                    </a:ext>
                  </a:extLst>
                </a:gridCol>
                <a:gridCol w="1344322">
                  <a:extLst>
                    <a:ext uri="{9D8B030D-6E8A-4147-A177-3AD203B41FA5}">
                      <a16:colId xmlns:a16="http://schemas.microsoft.com/office/drawing/2014/main" val="20001"/>
                    </a:ext>
                  </a:extLst>
                </a:gridCol>
                <a:gridCol w="1344322">
                  <a:extLst>
                    <a:ext uri="{9D8B030D-6E8A-4147-A177-3AD203B41FA5}">
                      <a16:colId xmlns:a16="http://schemas.microsoft.com/office/drawing/2014/main" val="20002"/>
                    </a:ext>
                  </a:extLst>
                </a:gridCol>
                <a:gridCol w="1344322">
                  <a:extLst>
                    <a:ext uri="{9D8B030D-6E8A-4147-A177-3AD203B41FA5}">
                      <a16:colId xmlns:a16="http://schemas.microsoft.com/office/drawing/2014/main" val="20003"/>
                    </a:ext>
                  </a:extLst>
                </a:gridCol>
                <a:gridCol w="1344322">
                  <a:extLst>
                    <a:ext uri="{9D8B030D-6E8A-4147-A177-3AD203B41FA5}">
                      <a16:colId xmlns:a16="http://schemas.microsoft.com/office/drawing/2014/main" val="20004"/>
                    </a:ext>
                  </a:extLst>
                </a:gridCol>
                <a:gridCol w="1344322">
                  <a:extLst>
                    <a:ext uri="{9D8B030D-6E8A-4147-A177-3AD203B41FA5}">
                      <a16:colId xmlns:a16="http://schemas.microsoft.com/office/drawing/2014/main" val="20005"/>
                    </a:ext>
                  </a:extLst>
                </a:gridCol>
                <a:gridCol w="1344322">
                  <a:extLst>
                    <a:ext uri="{9D8B030D-6E8A-4147-A177-3AD203B41FA5}">
                      <a16:colId xmlns:a16="http://schemas.microsoft.com/office/drawing/2014/main" val="20006"/>
                    </a:ext>
                  </a:extLst>
                </a:gridCol>
                <a:gridCol w="1354022">
                  <a:extLst>
                    <a:ext uri="{9D8B030D-6E8A-4147-A177-3AD203B41FA5}">
                      <a16:colId xmlns:a16="http://schemas.microsoft.com/office/drawing/2014/main" val="20007"/>
                    </a:ext>
                  </a:extLst>
                </a:gridCol>
              </a:tblGrid>
              <a:tr h="393195">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200" b="1" u="none" strike="noStrike" dirty="0">
                          <a:solidFill>
                            <a:schemeClr val="tx1"/>
                          </a:solidFill>
                          <a:effectLst/>
                          <a:latin typeface="MULISH REGULAR ROMAN" pitchFamily="2" charset="77"/>
                        </a:rPr>
                        <a:t>Total </a:t>
                      </a:r>
                      <a:r>
                        <a:rPr lang="en-US" sz="1200" b="1" i="0" u="none" strike="noStrike" dirty="0">
                          <a:solidFill>
                            <a:schemeClr val="tx1"/>
                          </a:solidFill>
                          <a:effectLst/>
                          <a:latin typeface="MULISH REGULAR ROMAN" pitchFamily="2" charset="77"/>
                        </a:rPr>
                        <a:t>opinions</a:t>
                      </a: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Unanimous opinions</a:t>
                      </a:r>
                      <a:endParaRPr lang="en-US" sz="1200" b="1" i="0" u="none" strike="noStrike" dirty="0">
                        <a:solidFill>
                          <a:schemeClr val="tx1"/>
                        </a:solidFill>
                        <a:effectLst/>
                        <a:latin typeface="MULISH REGULAR ROMAN" pitchFamily="2" charset="77"/>
                      </a:endParaRP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8-1 </a:t>
                      </a:r>
                      <a:r>
                        <a:rPr lang="en-US" sz="1200" b="1" i="0" u="none" strike="noStrike" dirty="0">
                          <a:solidFill>
                            <a:schemeClr val="tx1"/>
                          </a:solidFill>
                          <a:effectLst/>
                          <a:latin typeface="MULISH REGULAR ROMAN" pitchFamily="2" charset="77"/>
                        </a:rPr>
                        <a:t>opinions</a:t>
                      </a: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7-2 </a:t>
                      </a:r>
                      <a:r>
                        <a:rPr lang="en-US" sz="1200" b="1" i="0" u="none" strike="noStrike" dirty="0">
                          <a:solidFill>
                            <a:schemeClr val="tx1"/>
                          </a:solidFill>
                          <a:effectLst/>
                          <a:latin typeface="MULISH REGULAR ROMAN" pitchFamily="2" charset="77"/>
                        </a:rPr>
                        <a:t>opinions</a:t>
                      </a: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6-3 </a:t>
                      </a:r>
                      <a:r>
                        <a:rPr lang="en-US" sz="1200" b="1" i="0" u="none" strike="noStrike" dirty="0">
                          <a:solidFill>
                            <a:schemeClr val="tx1"/>
                          </a:solidFill>
                          <a:effectLst/>
                          <a:latin typeface="MULISH REGULAR ROMAN" pitchFamily="2" charset="77"/>
                        </a:rPr>
                        <a:t>opinions</a:t>
                      </a: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5-4 </a:t>
                      </a:r>
                      <a:r>
                        <a:rPr lang="en-US" sz="1200" b="1" i="0" u="none" strike="noStrike" dirty="0">
                          <a:solidFill>
                            <a:schemeClr val="tx1"/>
                          </a:solidFill>
                          <a:effectLst/>
                          <a:latin typeface="MULISH REGULAR ROMAN" pitchFamily="2" charset="77"/>
                        </a:rPr>
                        <a:t>opinions</a:t>
                      </a: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200" b="1" u="none" strike="noStrike" dirty="0">
                          <a:solidFill>
                            <a:schemeClr val="tx1"/>
                          </a:solidFill>
                          <a:effectLst/>
                          <a:latin typeface="MULISH REGULAR ROMAN" pitchFamily="2" charset="77"/>
                        </a:rPr>
                        <a:t>Average majority</a:t>
                      </a:r>
                      <a:endParaRPr lang="en-US" sz="1200" b="1" i="0" u="none" strike="noStrike" dirty="0">
                        <a:solidFill>
                          <a:schemeClr val="tx1"/>
                        </a:solidFill>
                        <a:effectLst/>
                        <a:latin typeface="MULISH REGULAR ROMAN" pitchFamily="2" charset="77"/>
                      </a:endParaRPr>
                    </a:p>
                  </a:txBody>
                  <a:tcPr marL="0" marR="9525" marT="952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5748">
                <a:tc>
                  <a:txBody>
                    <a:bodyPr/>
                    <a:lstStyle/>
                    <a:p>
                      <a:pPr algn="l" fontAlgn="b"/>
                      <a:r>
                        <a:rPr lang="en-US" sz="1100" b="1" u="none" strike="noStrike" dirty="0">
                          <a:solidFill>
                            <a:schemeClr val="tx1"/>
                          </a:solidFill>
                          <a:effectLst/>
                          <a:latin typeface="MULISH REGULAR ROMAN" pitchFamily="2" charset="77"/>
                        </a:rPr>
                        <a:t>Roberts</a:t>
                      </a:r>
                      <a:endParaRPr lang="en-US" sz="1100" b="1"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rgbClr val="000000"/>
                          </a:solidFill>
                          <a:effectLst/>
                          <a:latin typeface="MULISH BLACK ROMAN"/>
                        </a:rPr>
                        <a:t>6</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45748">
                <a:tc>
                  <a:txBody>
                    <a:bodyPr/>
                    <a:lstStyle/>
                    <a:p>
                      <a:pPr algn="l" fontAlgn="b"/>
                      <a:r>
                        <a:rPr lang="en-US" sz="1100" b="1" u="none" strike="noStrike" dirty="0">
                          <a:solidFill>
                            <a:schemeClr val="tx1"/>
                          </a:solidFill>
                          <a:effectLst/>
                          <a:latin typeface="MULISH REGULAR ROMAN" pitchFamily="2" charset="77"/>
                        </a:rPr>
                        <a:t>Thomas</a:t>
                      </a:r>
                      <a:endParaRPr lang="en-US" sz="1100" b="1"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rgbClr val="000000"/>
                          </a:solidFill>
                          <a:effectLst/>
                          <a:latin typeface="MULISH BLACK ROMAN"/>
                        </a:rPr>
                        <a:t>7</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7.71</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45748">
                <a:tc>
                  <a:txBody>
                    <a:bodyPr/>
                    <a:lstStyle/>
                    <a:p>
                      <a:pPr algn="l" fontAlgn="b"/>
                      <a:r>
                        <a:rPr lang="en-US" sz="1100" b="1" i="0" u="none" strike="noStrike" dirty="0">
                          <a:solidFill>
                            <a:schemeClr val="tx1"/>
                          </a:solidFill>
                          <a:effectLst/>
                          <a:latin typeface="MULISH REGULAR ROMAN" pitchFamily="2" charset="77"/>
                        </a:rPr>
                        <a:t>Alito</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6</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7.17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45748">
                <a:tc>
                  <a:txBody>
                    <a:bodyPr/>
                    <a:lstStyle/>
                    <a:p>
                      <a:pPr algn="l" fontAlgn="b"/>
                      <a:r>
                        <a:rPr lang="en-US" sz="1100" b="1" i="0" u="none" strike="noStrike" dirty="0">
                          <a:solidFill>
                            <a:schemeClr val="tx1"/>
                          </a:solidFill>
                          <a:effectLst/>
                          <a:latin typeface="MULISH REGULAR ROMAN" pitchFamily="2" charset="77"/>
                        </a:rPr>
                        <a:t>Sotomayor</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6</a:t>
                      </a:r>
                    </a:p>
                  </a:txBody>
                  <a:tcPr marL="9525" marR="9525" marT="9525"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p>
                      <a:pPr algn="ctr" fontAlgn="b"/>
                      <a:r>
                        <a:rPr lang="en-US" sz="1100" b="0" i="0" u="none" strike="noStrike" dirty="0">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7.83</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45748">
                <a:tc>
                  <a:txBody>
                    <a:bodyPr/>
                    <a:lstStyle/>
                    <a:p>
                      <a:pPr algn="l" fontAlgn="b"/>
                      <a:r>
                        <a:rPr lang="en-US" sz="1100" b="1" i="0" u="none" strike="noStrike" dirty="0">
                          <a:solidFill>
                            <a:schemeClr val="tx1"/>
                          </a:solidFill>
                          <a:effectLst/>
                          <a:latin typeface="MULISH REGULAR ROMAN" pitchFamily="2" charset="77"/>
                        </a:rPr>
                        <a:t>Kagan</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6</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8.5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45748">
                <a:tc>
                  <a:txBody>
                    <a:bodyPr/>
                    <a:lstStyle/>
                    <a:p>
                      <a:pPr algn="l" fontAlgn="b"/>
                      <a:r>
                        <a:rPr lang="en-US" sz="1100" b="1" i="0" u="none" strike="noStrike" dirty="0">
                          <a:solidFill>
                            <a:schemeClr val="tx1"/>
                          </a:solidFill>
                          <a:effectLst/>
                          <a:latin typeface="MULISH REGULAR ROMAN" pitchFamily="2" charset="77"/>
                        </a:rPr>
                        <a:t>Gorsuch</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6</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6.67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45748">
                <a:tc>
                  <a:txBody>
                    <a:bodyPr/>
                    <a:lstStyle/>
                    <a:p>
                      <a:pPr algn="l" fontAlgn="b"/>
                      <a:r>
                        <a:rPr lang="en-US" sz="1100" b="1" i="0" u="none" strike="noStrike" dirty="0">
                          <a:solidFill>
                            <a:schemeClr val="tx1"/>
                          </a:solidFill>
                          <a:effectLst/>
                          <a:latin typeface="MULISH REGULAR ROMAN" pitchFamily="2" charset="77"/>
                        </a:rPr>
                        <a:t>Kavanaugh</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7</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6.86</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45748">
                <a:tc>
                  <a:txBody>
                    <a:bodyPr/>
                    <a:lstStyle/>
                    <a:p>
                      <a:pPr algn="l" fontAlgn="b"/>
                      <a:r>
                        <a:rPr lang="en-US" sz="1100" b="1" i="0" u="none" strike="noStrike" dirty="0">
                          <a:solidFill>
                            <a:schemeClr val="tx1"/>
                          </a:solidFill>
                          <a:effectLst/>
                          <a:latin typeface="MULISH REGULAR ROMAN" pitchFamily="2" charset="77"/>
                        </a:rPr>
                        <a:t>Barrett</a:t>
                      </a:r>
                    </a:p>
                  </a:txBody>
                  <a:tcPr marR="9525" marT="9525"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7</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45748">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fontAlgn="b"/>
                      <a:r>
                        <a:rPr lang="en-US" sz="1100" b="1" i="0" u="none" strike="noStrike" dirty="0">
                          <a:solidFill>
                            <a:schemeClr val="tx1"/>
                          </a:solidFill>
                          <a:effectLst/>
                          <a:latin typeface="MULISH REGULAR ROMAN" pitchFamily="2" charset="77"/>
                        </a:rPr>
                        <a:t>Jackson</a:t>
                      </a:r>
                    </a:p>
                  </a:txBody>
                  <a:tcPr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rgbClr val="000000"/>
                          </a:solidFill>
                          <a:effectLst/>
                          <a:latin typeface="MULISH BLACK ROMAN"/>
                        </a:rPr>
                        <a:t>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8</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45748">
                <a:tc>
                  <a:txBody>
                    <a:bodyPr/>
                    <a:lstStyle/>
                    <a:p>
                      <a:pPr algn="ctr" fontAlgn="b"/>
                      <a:r>
                        <a:rPr lang="en-US" sz="1200" b="1" i="0" u="none" strike="noStrike" dirty="0">
                          <a:solidFill>
                            <a:schemeClr val="tx1"/>
                          </a:solidFill>
                          <a:effectLst/>
                          <a:latin typeface="MULISH REGULAR ROMAN" pitchFamily="2" charset="77"/>
                        </a:rPr>
                        <a:t>Total</a:t>
                      </a:r>
                    </a:p>
                  </a:txBody>
                  <a:tcPr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algn="ctr" rtl="0" eaLnBrk="1" fontAlgn="b" latinLnBrk="0" hangingPunct="1">
                        <a:spcBef>
                          <a:spcPts val="0"/>
                        </a:spcBef>
                        <a:spcAft>
                          <a:spcPts val="0"/>
                        </a:spcAft>
                      </a:pPr>
                      <a:r>
                        <a:rPr lang="en-US" sz="1100" b="1" dirty="0">
                          <a:solidFill>
                            <a:schemeClr val="tx1"/>
                          </a:solidFill>
                          <a:effectLst/>
                          <a:latin typeface="MULISH REGULAR ROMAN" pitchFamily="2" charset="77"/>
                        </a:rPr>
                        <a:t>56</a:t>
                      </a:r>
                    </a:p>
                  </a:txBody>
                  <a:tcPr marL="0" marR="0" marT="0"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24</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4</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9</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11</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8</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7.47</a:t>
                      </a:r>
                    </a:p>
                  </a:txBody>
                  <a:tcPr marL="0" marR="9525" marT="952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192218082"/>
              </p:ext>
            </p:extLst>
          </p:nvPr>
        </p:nvGraphicFramePr>
        <p:xfrm>
          <a:off x="401996" y="4168191"/>
          <a:ext cx="3756562" cy="2513061"/>
        </p:xfrm>
        <a:graphic>
          <a:graphicData uri="http://schemas.openxmlformats.org/drawingml/2006/table">
            <a:tbl>
              <a:tblPr firstRow="1" bandRow="1">
                <a:tableStyleId>{C083E6E3-FA7D-4D7B-A595-EF9225AFEA82}</a:tableStyleId>
              </a:tblPr>
              <a:tblGrid>
                <a:gridCol w="1878281">
                  <a:extLst>
                    <a:ext uri="{9D8B030D-6E8A-4147-A177-3AD203B41FA5}">
                      <a16:colId xmlns:a16="http://schemas.microsoft.com/office/drawing/2014/main" val="20000"/>
                    </a:ext>
                  </a:extLst>
                </a:gridCol>
                <a:gridCol w="1878281">
                  <a:extLst>
                    <a:ext uri="{9D8B030D-6E8A-4147-A177-3AD203B41FA5}">
                      <a16:colId xmlns:a16="http://schemas.microsoft.com/office/drawing/2014/main" val="20001"/>
                    </a:ext>
                  </a:extLst>
                </a:gridCol>
              </a:tblGrid>
              <a:tr h="455661">
                <a:tc gridSpan="2">
                  <a:txBody>
                    <a:bodyPr/>
                    <a:lstStyle/>
                    <a:p>
                      <a:pPr algn="ctr" fontAlgn="b"/>
                      <a:r>
                        <a:rPr lang="en-US" sz="1400" b="1" u="none" strike="noStrike" dirty="0">
                          <a:solidFill>
                            <a:schemeClr val="tx1"/>
                          </a:solidFill>
                          <a:effectLst/>
                          <a:latin typeface="MULISH REGULAR ROMAN" pitchFamily="2" charset="77"/>
                        </a:rPr>
                        <a:t>% of Opinions Decided Unanimously</a:t>
                      </a:r>
                      <a:endParaRPr lang="en-US" sz="1400" b="1" i="0" u="none" strike="noStrike" dirty="0">
                        <a:solidFill>
                          <a:schemeClr val="tx1"/>
                        </a:solidFill>
                        <a:effectLst/>
                        <a:latin typeface="MULISH REGULAR ROMAN" pitchFamily="2" charset="77"/>
                      </a:endParaRPr>
                    </a:p>
                  </a:txBody>
                  <a:tcPr marL="9525" marR="9525" marT="9525"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marL="9525" marR="9525" marT="9525" marB="0" anchor="b"/>
                </a:tc>
                <a:extLst>
                  <a:ext uri="{0D108BD9-81ED-4DB2-BD59-A6C34878D82A}">
                    <a16:rowId xmlns:a16="http://schemas.microsoft.com/office/drawing/2014/main" val="10000"/>
                  </a:ext>
                </a:extLst>
              </a:tr>
              <a:tr h="228600">
                <a:tc>
                  <a:txBody>
                    <a:bodyPr/>
                    <a:lstStyle/>
                    <a:p>
                      <a:pPr algn="ctr" fontAlgn="b"/>
                      <a:r>
                        <a:rPr lang="en-US" sz="1100" b="0" u="none" strike="noStrike" dirty="0">
                          <a:solidFill>
                            <a:schemeClr val="tx1"/>
                          </a:solidFill>
                          <a:effectLst/>
                          <a:latin typeface="MULISH REGULAR ROMAN" pitchFamily="2" charset="77"/>
                        </a:rPr>
                        <a:t>Roberts</a:t>
                      </a:r>
                      <a:endParaRPr lang="en-US" sz="1100" b="0" i="0" u="none" strike="noStrike" dirty="0">
                        <a:solidFill>
                          <a:schemeClr val="tx1"/>
                        </a:solidFill>
                        <a:effectLst/>
                        <a:latin typeface="MULISH REGULAR ROMAN" pitchFamily="2" charset="77"/>
                      </a:endParaRPr>
                    </a:p>
                  </a:txBody>
                  <a:tcPr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50%</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600">
                <a:tc>
                  <a:txBody>
                    <a:bodyPr/>
                    <a:lstStyle/>
                    <a:p>
                      <a:pPr algn="ctr" fontAlgn="b"/>
                      <a:r>
                        <a:rPr lang="en-US" sz="1100" b="0" u="none" strike="noStrike" dirty="0">
                          <a:solidFill>
                            <a:schemeClr val="tx1"/>
                          </a:solidFill>
                          <a:effectLst/>
                          <a:latin typeface="MULISH REGULAR ROMAN" pitchFamily="2" charset="77"/>
                        </a:rPr>
                        <a:t>Thomas</a:t>
                      </a:r>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43%</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8600">
                <a:tc>
                  <a:txBody>
                    <a:bodyPr/>
                    <a:lstStyle/>
                    <a:p>
                      <a:pPr algn="ctr" fontAlgn="b"/>
                      <a:r>
                        <a:rPr lang="en-US" sz="1100" b="0" i="0" u="none" strike="noStrike" dirty="0">
                          <a:solidFill>
                            <a:schemeClr val="tx1"/>
                          </a:solidFill>
                          <a:effectLst/>
                          <a:latin typeface="MULISH REGULAR ROMAN" pitchFamily="2" charset="77"/>
                        </a:rPr>
                        <a:t>Alito</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600">
                <a:tc>
                  <a:txBody>
                    <a:bodyPr/>
                    <a:lstStyle/>
                    <a:p>
                      <a:pPr algn="ctr" fontAlgn="b"/>
                      <a:r>
                        <a:rPr lang="en-US" sz="1100" b="0" i="0" u="none" strike="noStrike" dirty="0">
                          <a:solidFill>
                            <a:schemeClr val="tx1"/>
                          </a:solidFill>
                          <a:effectLst/>
                          <a:latin typeface="MULISH REGULAR ROMAN" pitchFamily="2" charset="77"/>
                        </a:rPr>
                        <a:t>Sotomayor</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28600">
                <a:tc>
                  <a:txBody>
                    <a:bodyPr/>
                    <a:lstStyle/>
                    <a:p>
                      <a:pPr algn="ctr" fontAlgn="b"/>
                      <a:r>
                        <a:rPr lang="en-US" sz="1100" b="0" i="0" u="none" strike="noStrike" dirty="0">
                          <a:solidFill>
                            <a:schemeClr val="tx1"/>
                          </a:solidFill>
                          <a:effectLst/>
                          <a:latin typeface="MULISH REGULAR ROMAN" pitchFamily="2" charset="77"/>
                        </a:rPr>
                        <a:t>Kagan</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83%</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600">
                <a:tc>
                  <a:txBody>
                    <a:bodyPr/>
                    <a:lstStyle/>
                    <a:p>
                      <a:pPr algn="ctr" fontAlgn="b"/>
                      <a:r>
                        <a:rPr lang="en-US" sz="1100" b="0" i="0" u="none" strike="noStrike" dirty="0">
                          <a:solidFill>
                            <a:schemeClr val="tx1"/>
                          </a:solidFill>
                          <a:effectLst/>
                          <a:latin typeface="MULISH REGULAR ROMAN" pitchFamily="2" charset="77"/>
                        </a:rPr>
                        <a:t>Gorsuch</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8600">
                <a:tc>
                  <a:txBody>
                    <a:bodyPr/>
                    <a:lstStyle/>
                    <a:p>
                      <a:pPr algn="ctr" fontAlgn="b"/>
                      <a:r>
                        <a:rPr lang="en-US" sz="1100" b="0" i="0" u="none" strike="noStrike" dirty="0">
                          <a:solidFill>
                            <a:schemeClr val="tx1"/>
                          </a:solidFill>
                          <a:effectLst/>
                          <a:latin typeface="MULISH REGULAR ROMAN" pitchFamily="2" charset="77"/>
                        </a:rPr>
                        <a:t>Kavanaugh</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29%</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600">
                <a:tc>
                  <a:txBody>
                    <a:bodyPr/>
                    <a:lstStyle/>
                    <a:p>
                      <a:pPr algn="ctr" fontAlgn="b"/>
                      <a:r>
                        <a:rPr lang="en-US" sz="1100" b="0" i="0" u="none" strike="noStrike" dirty="0">
                          <a:solidFill>
                            <a:schemeClr val="tx1"/>
                          </a:solidFill>
                          <a:effectLst/>
                          <a:latin typeface="MULISH REGULAR ROMAN" pitchFamily="2" charset="77"/>
                        </a:rPr>
                        <a:t>Barrett</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14%</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2860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r>
                        <a:rPr lang="en-US" sz="1100" b="0" i="0" u="none" strike="noStrike" dirty="0">
                          <a:solidFill>
                            <a:schemeClr val="tx1"/>
                          </a:solidFill>
                          <a:effectLst/>
                          <a:latin typeface="MULISH REGULAR ROMAN" pitchFamily="2" charset="77"/>
                        </a:rPr>
                        <a:t>Jackson</a:t>
                      </a:r>
                    </a:p>
                  </a:txBody>
                  <a:tcPr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11" name="Title 9">
            <a:extLst>
              <a:ext uri="{FF2B5EF4-FFF2-40B4-BE49-F238E27FC236}">
                <a16:creationId xmlns:a16="http://schemas.microsoft.com/office/drawing/2014/main" id="{53B38A24-C2D1-2542-AF2D-D68A7476B6F0}"/>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STRENGTH OF THE MAJORITY</a:t>
            </a:r>
          </a:p>
        </p:txBody>
      </p:sp>
      <p:graphicFrame>
        <p:nvGraphicFramePr>
          <p:cNvPr id="12" name="Table 11">
            <a:extLst>
              <a:ext uri="{FF2B5EF4-FFF2-40B4-BE49-F238E27FC236}">
                <a16:creationId xmlns:a16="http://schemas.microsoft.com/office/drawing/2014/main" id="{CC33FC22-44FB-C043-B5DB-9280A1B6ECB8}"/>
              </a:ext>
            </a:extLst>
          </p:cNvPr>
          <p:cNvGraphicFramePr>
            <a:graphicFrameLocks noGrp="1"/>
          </p:cNvGraphicFramePr>
          <p:nvPr>
            <p:extLst>
              <p:ext uri="{D42A27DB-BD31-4B8C-83A1-F6EECF244321}">
                <p14:modId xmlns:p14="http://schemas.microsoft.com/office/powerpoint/2010/main" val="1906326004"/>
              </p:ext>
            </p:extLst>
          </p:nvPr>
        </p:nvGraphicFramePr>
        <p:xfrm>
          <a:off x="4656537" y="4156187"/>
          <a:ext cx="6179914" cy="2513061"/>
        </p:xfrm>
        <a:graphic>
          <a:graphicData uri="http://schemas.openxmlformats.org/drawingml/2006/table">
            <a:tbl>
              <a:tblPr firstRow="1" bandRow="1">
                <a:tableStyleId>{C083E6E3-FA7D-4D7B-A595-EF9225AFEA82}</a:tableStyleId>
              </a:tblPr>
              <a:tblGrid>
                <a:gridCol w="1636492">
                  <a:extLst>
                    <a:ext uri="{9D8B030D-6E8A-4147-A177-3AD203B41FA5}">
                      <a16:colId xmlns:a16="http://schemas.microsoft.com/office/drawing/2014/main" val="20000"/>
                    </a:ext>
                  </a:extLst>
                </a:gridCol>
                <a:gridCol w="1109026">
                  <a:extLst>
                    <a:ext uri="{9D8B030D-6E8A-4147-A177-3AD203B41FA5}">
                      <a16:colId xmlns:a16="http://schemas.microsoft.com/office/drawing/2014/main" val="20001"/>
                    </a:ext>
                  </a:extLst>
                </a:gridCol>
                <a:gridCol w="3434396">
                  <a:extLst>
                    <a:ext uri="{9D8B030D-6E8A-4147-A177-3AD203B41FA5}">
                      <a16:colId xmlns:a16="http://schemas.microsoft.com/office/drawing/2014/main" val="4268982242"/>
                    </a:ext>
                  </a:extLst>
                </a:gridCol>
              </a:tblGrid>
              <a:tr h="455661">
                <a:tc>
                  <a:txBody>
                    <a:bodyPr/>
                    <a:lstStyle/>
                    <a:p>
                      <a:pPr algn="l" fontAlgn="b"/>
                      <a:r>
                        <a:rPr lang="en-US" sz="1400" b="1" u="none" strike="noStrike" dirty="0">
                          <a:solidFill>
                            <a:schemeClr val="tx1"/>
                          </a:solidFill>
                          <a:effectLst/>
                          <a:latin typeface="MULISH REGULAR ROMAN" pitchFamily="2" charset="77"/>
                        </a:rPr>
                        <a:t>Solo Dissents</a:t>
                      </a:r>
                      <a:endParaRPr lang="en-US" sz="1400" b="1" i="0" u="none" strike="noStrike" dirty="0">
                        <a:solidFill>
                          <a:schemeClr val="tx1"/>
                        </a:solidFill>
                        <a:effectLst/>
                        <a:latin typeface="MULISH REGULAR ROMAN" pitchFamily="2" charset="77"/>
                      </a:endParaRPr>
                    </a:p>
                  </a:txBody>
                  <a:tcPr marL="9525" marR="9525" marT="952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OT24</a:t>
                      </a:r>
                    </a:p>
                    <a:p>
                      <a:pPr algn="ctr" fontAlgn="b"/>
                      <a:endParaRPr lang="en-US" sz="200" b="1" i="0" u="none" strike="noStrike" dirty="0">
                        <a:solidFill>
                          <a:schemeClr val="tx1"/>
                        </a:solidFill>
                        <a:effectLst/>
                        <a:latin typeface="MULISH REGULAR ROMAN" pitchFamily="2" charset="77"/>
                      </a:endParaRPr>
                    </a:p>
                  </a:txBody>
                  <a:tcPr marL="9525" marR="9525" marT="9525"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l" fontAlgn="b"/>
                      <a:r>
                        <a:rPr lang="en-US" sz="1100" b="1" i="0" u="none" strike="noStrike" dirty="0">
                          <a:solidFill>
                            <a:schemeClr val="tx1"/>
                          </a:solidFill>
                          <a:effectLst/>
                          <a:latin typeface="MULISH REGULAR ROMAN" pitchFamily="2" charset="77"/>
                        </a:rPr>
                        <a:t>Case(s)</a:t>
                      </a:r>
                    </a:p>
                    <a:p>
                      <a:pPr algn="l" fontAlgn="b"/>
                      <a:endParaRPr lang="en-US" sz="200" b="1" i="0" u="none" strike="noStrike" dirty="0">
                        <a:solidFill>
                          <a:schemeClr val="tx1"/>
                        </a:solidFill>
                        <a:effectLst/>
                        <a:latin typeface="MULISH REGULAR ROMAN" pitchFamily="2" charset="77"/>
                      </a:endParaRPr>
                    </a:p>
                  </a:txBody>
                  <a:tcPr marL="9525" marR="9525" marT="9525"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8600">
                <a:tc>
                  <a:txBody>
                    <a:bodyPr/>
                    <a:lstStyle/>
                    <a:p>
                      <a:pPr algn="ctr" fontAlgn="b"/>
                      <a:r>
                        <a:rPr lang="en-US" sz="1100" b="0" u="none" strike="noStrike" dirty="0">
                          <a:solidFill>
                            <a:schemeClr val="tx1"/>
                          </a:solidFill>
                          <a:effectLst/>
                          <a:latin typeface="MULISH REGULAR ROMAN" pitchFamily="2" charset="77"/>
                        </a:rPr>
                        <a:t>Roberts</a:t>
                      </a:r>
                      <a:endParaRPr lang="en-US" sz="1100" b="0" i="0" u="none" strike="noStrike" dirty="0">
                        <a:solidFill>
                          <a:schemeClr val="tx1"/>
                        </a:solidFill>
                        <a:effectLst/>
                        <a:latin typeface="MULISH REGULAR ROMAN" pitchFamily="2" charset="77"/>
                      </a:endParaRPr>
                    </a:p>
                  </a:txBody>
                  <a:tcPr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600">
                <a:tc>
                  <a:txBody>
                    <a:bodyPr/>
                    <a:lstStyle/>
                    <a:p>
                      <a:pPr algn="ctr" fontAlgn="b"/>
                      <a:r>
                        <a:rPr lang="en-US" sz="1100" b="0" u="none" strike="noStrike" dirty="0">
                          <a:solidFill>
                            <a:schemeClr val="tx1"/>
                          </a:solidFill>
                          <a:effectLst/>
                          <a:latin typeface="MULISH REGULAR ROMAN" pitchFamily="2" charset="77"/>
                        </a:rPr>
                        <a:t>Thomas</a:t>
                      </a:r>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8600">
                <a:tc>
                  <a:txBody>
                    <a:bodyPr/>
                    <a:lstStyle/>
                    <a:p>
                      <a:pPr algn="ctr" fontAlgn="b"/>
                      <a:r>
                        <a:rPr lang="en-US" sz="1100" b="0" i="0" u="none" strike="noStrike" dirty="0">
                          <a:solidFill>
                            <a:schemeClr val="tx1"/>
                          </a:solidFill>
                          <a:effectLst/>
                          <a:latin typeface="MULISH REGULAR ROMAN" pitchFamily="2" charset="77"/>
                        </a:rPr>
                        <a:t>Alito</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600">
                <a:tc>
                  <a:txBody>
                    <a:bodyPr/>
                    <a:lstStyle/>
                    <a:p>
                      <a:pPr algn="ctr" fontAlgn="b"/>
                      <a:r>
                        <a:rPr lang="en-US" sz="1100" b="0" i="0" u="none" strike="noStrike" dirty="0">
                          <a:solidFill>
                            <a:schemeClr val="tx1"/>
                          </a:solidFill>
                          <a:effectLst/>
                          <a:latin typeface="MULISH REGULAR ROMAN" pitchFamily="2" charset="77"/>
                        </a:rPr>
                        <a:t>Sotomayor</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28600">
                <a:tc>
                  <a:txBody>
                    <a:bodyPr/>
                    <a:lstStyle/>
                    <a:p>
                      <a:pPr algn="ctr" fontAlgn="b"/>
                      <a:r>
                        <a:rPr lang="en-US" sz="1100" b="0" i="0" u="none" strike="noStrike" dirty="0">
                          <a:solidFill>
                            <a:schemeClr val="tx1"/>
                          </a:solidFill>
                          <a:effectLst/>
                          <a:latin typeface="MULISH REGULAR ROMAN" pitchFamily="2" charset="77"/>
                        </a:rPr>
                        <a:t>Kagan</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600">
                <a:tc>
                  <a:txBody>
                    <a:bodyPr/>
                    <a:lstStyle/>
                    <a:p>
                      <a:pPr algn="ctr" fontAlgn="b"/>
                      <a:r>
                        <a:rPr lang="en-US" sz="1100" b="0" i="0" u="none" strike="noStrike" dirty="0">
                          <a:solidFill>
                            <a:schemeClr val="tx1"/>
                          </a:solidFill>
                          <a:effectLst/>
                          <a:latin typeface="MULISH REGULAR ROMAN" pitchFamily="2" charset="77"/>
                        </a:rPr>
                        <a:t>Gorsuch</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r>
                        <a:rPr lang="en-US" sz="1100" b="0" i="0" u="none" strike="noStrike" dirty="0">
                          <a:solidFill>
                            <a:schemeClr val="tx1"/>
                          </a:solidFill>
                          <a:effectLst/>
                          <a:latin typeface="MULISH REGULAR ROMAN" pitchFamily="2" charset="77"/>
                        </a:rPr>
                        <a:t>3</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ULISH REGULAR ROMAN" pitchFamily="2" charset="77"/>
                        </a:rPr>
                        <a:t>Miller, Parrish, Zuch</a:t>
                      </a: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8600">
                <a:tc>
                  <a:txBody>
                    <a:bodyPr/>
                    <a:lstStyle/>
                    <a:p>
                      <a:pPr algn="ctr" fontAlgn="b"/>
                      <a:r>
                        <a:rPr lang="en-US" sz="1100" b="0" i="0" u="none" strike="noStrike" dirty="0">
                          <a:solidFill>
                            <a:schemeClr val="tx1"/>
                          </a:solidFill>
                          <a:effectLst/>
                          <a:latin typeface="MULISH REGULAR ROMAN" pitchFamily="2" charset="77"/>
                        </a:rPr>
                        <a:t>Kavanaugh</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r>
                        <a:rPr lang="en-US" sz="1100" b="0" i="0" u="none" strike="noStrike" dirty="0">
                          <a:solidFill>
                            <a:schemeClr val="tx1"/>
                          </a:solidFill>
                          <a:effectLst/>
                          <a:latin typeface="MULISH REGULAR ROMAN" pitchFamily="2" charset="77"/>
                        </a:rPr>
                        <a:t>1</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ULISH REGULAR ROMAN" pitchFamily="2" charset="77"/>
                        </a:rPr>
                        <a:t>Laboratory Corp.</a:t>
                      </a: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600">
                <a:tc>
                  <a:txBody>
                    <a:bodyPr/>
                    <a:lstStyle/>
                    <a:p>
                      <a:pPr algn="ctr" fontAlgn="b"/>
                      <a:r>
                        <a:rPr lang="en-US" sz="1100" b="0" i="0" u="none" strike="noStrike" dirty="0">
                          <a:solidFill>
                            <a:schemeClr val="tx1"/>
                          </a:solidFill>
                          <a:effectLst/>
                          <a:latin typeface="MULISH REGULAR ROMAN" pitchFamily="2" charset="77"/>
                        </a:rPr>
                        <a:t>Barrett</a:t>
                      </a: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l" fontAlgn="b"/>
                      <a:endParaRPr lang="en-US" sz="1100" b="0" i="0" u="none" strike="noStrike" dirty="0">
                        <a:solidFill>
                          <a:schemeClr val="tx1"/>
                        </a:solidFill>
                        <a:effectLst/>
                        <a:latin typeface="MULISH REGULAR ROMAN" pitchFamily="2" charset="77"/>
                      </a:endParaRPr>
                    </a:p>
                  </a:txBody>
                  <a:tcPr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2860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r>
                        <a:rPr lang="en-US" sz="1100" b="0" i="0" u="none" strike="noStrike" dirty="0">
                          <a:solidFill>
                            <a:schemeClr val="tx1"/>
                          </a:solidFill>
                          <a:effectLst/>
                          <a:latin typeface="MULISH REGULAR ROMAN" pitchFamily="2" charset="77"/>
                        </a:rPr>
                        <a:t>Jackson</a:t>
                      </a:r>
                    </a:p>
                  </a:txBody>
                  <a:tcPr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b"/>
                      <a:r>
                        <a:rPr lang="en-US" sz="1100" b="0" i="0" u="none" strike="noStrike" dirty="0">
                          <a:solidFill>
                            <a:schemeClr val="tx1"/>
                          </a:solidFill>
                          <a:effectLst/>
                          <a:latin typeface="MULISH REGULAR ROMAN" pitchFamily="2" charset="77"/>
                        </a:rPr>
                        <a:t>1</a:t>
                      </a:r>
                    </a:p>
                  </a:txBody>
                  <a:tcPr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ULISH REGULAR ROMAN" pitchFamily="2" charset="77"/>
                        </a:rPr>
                        <a:t>Stanley</a:t>
                      </a:r>
                    </a:p>
                  </a:txBody>
                  <a:tcPr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3" name="Slide Number Placeholder 2">
            <a:extLst>
              <a:ext uri="{FF2B5EF4-FFF2-40B4-BE49-F238E27FC236}">
                <a16:creationId xmlns:a16="http://schemas.microsoft.com/office/drawing/2014/main" id="{63057870-EE7F-C86B-2CE1-B44847CF43D8}"/>
              </a:ext>
            </a:extLst>
          </p:cNvPr>
          <p:cNvSpPr>
            <a:spLocks noGrp="1"/>
          </p:cNvSpPr>
          <p:nvPr>
            <p:ph type="sldNum" sz="quarter" idx="12"/>
          </p:nvPr>
        </p:nvSpPr>
        <p:spPr/>
        <p:txBody>
          <a:bodyPr/>
          <a:lstStyle/>
          <a:p>
            <a:fld id="{5E212BD6-99D2-4430-8307-3DFF6CB1AF68}" type="slidenum">
              <a:rPr lang="en-US" smtClean="0"/>
              <a:t>13</a:t>
            </a:fld>
            <a:endParaRPr lang="en-US"/>
          </a:p>
        </p:txBody>
      </p:sp>
      <p:sp>
        <p:nvSpPr>
          <p:cNvPr id="2" name="TextBox 1">
            <a:extLst>
              <a:ext uri="{FF2B5EF4-FFF2-40B4-BE49-F238E27FC236}">
                <a16:creationId xmlns:a16="http://schemas.microsoft.com/office/drawing/2014/main" id="{9DE224FF-55AD-FCBC-8A44-28C5566A10DB}"/>
              </a:ext>
            </a:extLst>
          </p:cNvPr>
          <p:cNvSpPr txBox="1"/>
          <p:nvPr/>
        </p:nvSpPr>
        <p:spPr>
          <a:xfrm>
            <a:off x="6096000" y="345170"/>
            <a:ext cx="5066531" cy="400110"/>
          </a:xfrm>
          <a:prstGeom prst="rect">
            <a:avLst/>
          </a:prstGeom>
          <a:noFill/>
          <a:ln>
            <a:solidFill>
              <a:schemeClr val="tx1"/>
            </a:solidFill>
          </a:ln>
        </p:spPr>
        <p:txBody>
          <a:bodyPr wrap="square">
            <a:spAutoFit/>
          </a:bodyPr>
          <a:lstStyle/>
          <a:p>
            <a:r>
              <a:rPr lang="en-US" sz="1000" dirty="0"/>
              <a:t>Only cases with a signed majority opinion are included in this analysis – cases decided </a:t>
            </a:r>
            <a:r>
              <a:rPr lang="en-US" sz="1000" i="1" dirty="0"/>
              <a:t>per </a:t>
            </a:r>
            <a:r>
              <a:rPr lang="en-US" sz="1000" i="1" dirty="0" err="1"/>
              <a:t>curiam</a:t>
            </a:r>
            <a:r>
              <a:rPr lang="en-US" sz="1000" dirty="0"/>
              <a:t> with no signed majority opinion are omitted. </a:t>
            </a:r>
            <a:r>
              <a:rPr lang="en-US" sz="1000" i="1" dirty="0"/>
              <a:t>Glossip</a:t>
            </a:r>
            <a:r>
              <a:rPr lang="en-US" sz="1000" dirty="0"/>
              <a:t> is included here as a (6-3) opinion. </a:t>
            </a:r>
          </a:p>
        </p:txBody>
      </p:sp>
    </p:spTree>
    <p:extLst>
      <p:ext uri="{BB962C8B-B14F-4D97-AF65-F5344CB8AC3E}">
        <p14:creationId xmlns:p14="http://schemas.microsoft.com/office/powerpoint/2010/main" val="1104016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3E480-6B4D-3550-1BDD-5F489A530B06}"/>
            </a:ext>
          </a:extLst>
        </p:cNvPr>
        <p:cNvGrpSpPr/>
        <p:nvPr/>
      </p:nvGrpSpPr>
      <p:grpSpPr>
        <a:xfrm>
          <a:off x="0" y="0"/>
          <a:ext cx="0" cy="0"/>
          <a:chOff x="0" y="0"/>
          <a:chExt cx="0" cy="0"/>
        </a:xfrm>
      </p:grpSpPr>
      <p:sp>
        <p:nvSpPr>
          <p:cNvPr id="11" name="Title 9">
            <a:extLst>
              <a:ext uri="{FF2B5EF4-FFF2-40B4-BE49-F238E27FC236}">
                <a16:creationId xmlns:a16="http://schemas.microsoft.com/office/drawing/2014/main" id="{CD0EE1E8-E914-C55B-6CE0-92ADC8C79B71}"/>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Closely Divided Cases</a:t>
            </a:r>
          </a:p>
        </p:txBody>
      </p:sp>
      <p:sp>
        <p:nvSpPr>
          <p:cNvPr id="3" name="Slide Number Placeholder 2">
            <a:extLst>
              <a:ext uri="{FF2B5EF4-FFF2-40B4-BE49-F238E27FC236}">
                <a16:creationId xmlns:a16="http://schemas.microsoft.com/office/drawing/2014/main" id="{BF169611-0076-FC6D-A24D-B5679EAF4DC1}"/>
              </a:ext>
            </a:extLst>
          </p:cNvPr>
          <p:cNvSpPr>
            <a:spLocks noGrp="1"/>
          </p:cNvSpPr>
          <p:nvPr>
            <p:ph type="sldNum" sz="quarter" idx="12"/>
          </p:nvPr>
        </p:nvSpPr>
        <p:spPr/>
        <p:txBody>
          <a:bodyPr/>
          <a:lstStyle/>
          <a:p>
            <a:fld id="{5E212BD6-99D2-4430-8307-3DFF6CB1AF68}" type="slidenum">
              <a:rPr lang="en-US" smtClean="0"/>
              <a:t>14</a:t>
            </a:fld>
            <a:endParaRPr lang="en-US"/>
          </a:p>
        </p:txBody>
      </p:sp>
      <p:graphicFrame>
        <p:nvGraphicFramePr>
          <p:cNvPr id="15" name="Table 14">
            <a:extLst>
              <a:ext uri="{FF2B5EF4-FFF2-40B4-BE49-F238E27FC236}">
                <a16:creationId xmlns:a16="http://schemas.microsoft.com/office/drawing/2014/main" id="{8508F7C2-ADCA-7744-5192-1DD0DD812A10}"/>
              </a:ext>
            </a:extLst>
          </p:cNvPr>
          <p:cNvGraphicFramePr>
            <a:graphicFrameLocks noGrp="1"/>
          </p:cNvGraphicFramePr>
          <p:nvPr>
            <p:extLst>
              <p:ext uri="{D42A27DB-BD31-4B8C-83A1-F6EECF244321}">
                <p14:modId xmlns:p14="http://schemas.microsoft.com/office/powerpoint/2010/main" val="3277506130"/>
              </p:ext>
            </p:extLst>
          </p:nvPr>
        </p:nvGraphicFramePr>
        <p:xfrm>
          <a:off x="539763" y="961859"/>
          <a:ext cx="5595779" cy="5688020"/>
        </p:xfrm>
        <a:graphic>
          <a:graphicData uri="http://schemas.openxmlformats.org/drawingml/2006/table">
            <a:tbl>
              <a:tblPr firstRow="1" bandRow="1">
                <a:tableStyleId>{C083E6E3-FA7D-4D7B-A595-EF9225AFEA82}</a:tableStyleId>
              </a:tblPr>
              <a:tblGrid>
                <a:gridCol w="1551806">
                  <a:extLst>
                    <a:ext uri="{9D8B030D-6E8A-4147-A177-3AD203B41FA5}">
                      <a16:colId xmlns:a16="http://schemas.microsoft.com/office/drawing/2014/main" val="3246856301"/>
                    </a:ext>
                  </a:extLst>
                </a:gridCol>
                <a:gridCol w="1370688">
                  <a:extLst>
                    <a:ext uri="{9D8B030D-6E8A-4147-A177-3AD203B41FA5}">
                      <a16:colId xmlns:a16="http://schemas.microsoft.com/office/drawing/2014/main" val="4231977322"/>
                    </a:ext>
                  </a:extLst>
                </a:gridCol>
                <a:gridCol w="1335741">
                  <a:extLst>
                    <a:ext uri="{9D8B030D-6E8A-4147-A177-3AD203B41FA5}">
                      <a16:colId xmlns:a16="http://schemas.microsoft.com/office/drawing/2014/main" val="688701947"/>
                    </a:ext>
                  </a:extLst>
                </a:gridCol>
                <a:gridCol w="1337544">
                  <a:extLst>
                    <a:ext uri="{9D8B030D-6E8A-4147-A177-3AD203B41FA5}">
                      <a16:colId xmlns:a16="http://schemas.microsoft.com/office/drawing/2014/main" val="4148251798"/>
                    </a:ext>
                  </a:extLst>
                </a:gridCol>
              </a:tblGrid>
              <a:tr h="328804">
                <a:tc>
                  <a:txBody>
                    <a:bodyPr/>
                    <a:lstStyle/>
                    <a:p>
                      <a:pPr algn="ctr" fontAlgn="b"/>
                      <a:r>
                        <a:rPr lang="en-US" sz="1100" b="1" i="0" u="none" strike="noStrike" dirty="0">
                          <a:solidFill>
                            <a:schemeClr val="tx1"/>
                          </a:solidFill>
                          <a:effectLst/>
                          <a:latin typeface="MULISH REGULAR ROMAN"/>
                        </a:rPr>
                        <a:t> Condition</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a:rPr>
                        <a:t>Percent of All Cases</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r>
                        <a:rPr lang="en-US" sz="1100" b="1" i="0" u="none" strike="noStrike" dirty="0">
                          <a:solidFill>
                            <a:schemeClr val="tx1"/>
                          </a:solidFill>
                          <a:effectLst/>
                          <a:latin typeface="MULISH REGULAR ROMAN"/>
                        </a:rPr>
                        <a:t>Cases</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dirty="0"/>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885453"/>
                  </a:ext>
                </a:extLst>
              </a:tr>
              <a:tr h="238709">
                <a:tc rowSpan="7">
                  <a:txBody>
                    <a:bodyPr/>
                    <a:lstStyle/>
                    <a:p>
                      <a:pPr algn="ctr" fontAlgn="b"/>
                      <a:r>
                        <a:rPr lang="en-US" sz="1400" b="1" kern="1200" dirty="0">
                          <a:solidFill>
                            <a:schemeClr val="tx1"/>
                          </a:solidFill>
                          <a:effectLst/>
                          <a:latin typeface="MULISH REGULAR ROMAN"/>
                          <a:ea typeface="+mn-ea"/>
                          <a:cs typeface="+mn-cs"/>
                        </a:rPr>
                        <a:t>6-3 with </a:t>
                      </a:r>
                      <a:br>
                        <a:rPr lang="en-US" sz="1400" b="1" kern="1200" dirty="0">
                          <a:solidFill>
                            <a:schemeClr val="tx1"/>
                          </a:solidFill>
                          <a:effectLst/>
                          <a:latin typeface="MULISH REGULAR ROMAN"/>
                          <a:ea typeface="+mn-ea"/>
                          <a:cs typeface="+mn-cs"/>
                        </a:rPr>
                      </a:br>
                      <a:r>
                        <a:rPr lang="en-US" sz="1400" b="1" kern="1200" dirty="0">
                          <a:solidFill>
                            <a:schemeClr val="tx1"/>
                          </a:solidFill>
                          <a:effectLst/>
                          <a:latin typeface="MULISH REGULAR ROMAN"/>
                          <a:ea typeface="+mn-ea"/>
                          <a:cs typeface="+mn-cs"/>
                        </a:rPr>
                        <a:t>Justices Sotomayor, Kagan, and Jackson </a:t>
                      </a:r>
                      <a:r>
                        <a:rPr lang="en-US" sz="1400" b="1" u="sng" kern="1200" dirty="0">
                          <a:solidFill>
                            <a:schemeClr val="tx1"/>
                          </a:solidFill>
                          <a:effectLst/>
                          <a:latin typeface="MULISH REGULAR ROMAN"/>
                          <a:ea typeface="+mn-ea"/>
                          <a:cs typeface="+mn-cs"/>
                        </a:rPr>
                        <a:t>dissenting </a:t>
                      </a:r>
                      <a:endParaRPr lang="en-US" sz="1400" b="1" i="0" u="sng" strike="noStrike" dirty="0">
                        <a:solidFill>
                          <a:schemeClr val="tx1"/>
                        </a:solidFill>
                        <a:effectLst/>
                        <a:latin typeface="MULISH REGULAR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rowSpan="7">
                  <a:txBody>
                    <a:bodyPr/>
                    <a:lstStyle/>
                    <a:p>
                      <a:pPr algn="ctr" fontAlgn="b"/>
                      <a:r>
                        <a:rPr lang="en-US" sz="1400" b="0" i="0" u="none" strike="noStrike" dirty="0">
                          <a:solidFill>
                            <a:schemeClr val="tx1"/>
                          </a:solidFill>
                          <a:effectLst/>
                          <a:latin typeface="MULISH REGULAR ROMAN"/>
                        </a:rPr>
                        <a:t>9%</a:t>
                      </a:r>
                    </a:p>
                  </a:txBody>
                  <a:tcPr marL="3315" marR="3315" marT="331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Trump v. CASA</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242377283"/>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Mahmoud </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4883513"/>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Free Speech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333296706"/>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Medina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605912422"/>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McLaughlin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32362404"/>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err="1">
                          <a:solidFill>
                            <a:srgbClr val="000000"/>
                          </a:solidFill>
                          <a:effectLst/>
                          <a:latin typeface="MULISH REGULAR ROMAN"/>
                        </a:rPr>
                        <a:t>Skrmetti</a:t>
                      </a:r>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41978098"/>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dirty="0"/>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5397624"/>
                  </a:ext>
                </a:extLst>
              </a:tr>
              <a:tr h="0">
                <a:tc>
                  <a:txBody>
                    <a:bodyPr/>
                    <a:lstStyle/>
                    <a:p>
                      <a:pPr algn="ctr" fontAlgn="b"/>
                      <a:endParaRPr lang="en-US" sz="1400" b="1"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800" b="1" i="0" u="none" strike="noStrike" dirty="0">
                        <a:solidFill>
                          <a:schemeClr val="tx1"/>
                        </a:solidFill>
                        <a:effectLst/>
                        <a:latin typeface="MULISH REGULAR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18029873"/>
                  </a:ext>
                </a:extLst>
              </a:tr>
              <a:tr h="238709">
                <a:tc rowSpan="7">
                  <a:txBody>
                    <a:bodyPr/>
                    <a:lstStyle/>
                    <a:p>
                      <a:pPr algn="ctr"/>
                      <a:r>
                        <a:rPr lang="en-US" sz="1400" b="1" kern="1200" dirty="0">
                          <a:solidFill>
                            <a:schemeClr val="tx1"/>
                          </a:solidFill>
                          <a:effectLst/>
                          <a:latin typeface="MULISH REGULAR ROMAN"/>
                          <a:ea typeface="+mn-ea"/>
                          <a:cs typeface="+mn-cs"/>
                        </a:rPr>
                        <a:t>6-3 with </a:t>
                      </a:r>
                      <a:br>
                        <a:rPr lang="en-US" sz="1400" b="1" kern="1200" dirty="0">
                          <a:solidFill>
                            <a:schemeClr val="tx1"/>
                          </a:solidFill>
                          <a:effectLst/>
                          <a:latin typeface="MULISH REGULAR ROMAN"/>
                          <a:ea typeface="+mn-ea"/>
                          <a:cs typeface="+mn-cs"/>
                        </a:rPr>
                      </a:br>
                      <a:r>
                        <a:rPr lang="en-US" sz="1400" b="1" kern="1200" dirty="0">
                          <a:solidFill>
                            <a:schemeClr val="tx1"/>
                          </a:solidFill>
                          <a:effectLst/>
                          <a:latin typeface="MULISH REGULAR ROMAN"/>
                          <a:ea typeface="+mn-ea"/>
                          <a:cs typeface="+mn-cs"/>
                        </a:rPr>
                        <a:t>Justices Thomas, Alito, Gorsuch </a:t>
                      </a:r>
                      <a:r>
                        <a:rPr lang="en-US" sz="1400" b="1" u="sng" kern="1200" dirty="0">
                          <a:solidFill>
                            <a:schemeClr val="tx1"/>
                          </a:solidFill>
                          <a:effectLst/>
                          <a:latin typeface="MULISH REGULAR ROMAN"/>
                          <a:ea typeface="+mn-ea"/>
                          <a:cs typeface="+mn-cs"/>
                        </a:rPr>
                        <a:t>dissenting </a:t>
                      </a:r>
                      <a:endParaRPr lang="en-US" sz="1400" b="1" u="sng" dirty="0">
                        <a:effectLst/>
                        <a:latin typeface="MULISH REGULAR ROMAN"/>
                      </a:endParaRPr>
                    </a:p>
                  </a:txBody>
                  <a:tcPr marL="3315" marR="3315" marT="3315" marB="0" anchor="ctr">
                    <a:lnT>
                      <a:noFill/>
                    </a:lnT>
                  </a:tcPr>
                </a:tc>
                <a:tc rowSpan="7">
                  <a:txBody>
                    <a:bodyPr/>
                    <a:lstStyle/>
                    <a:p>
                      <a:pPr algn="ctr" fontAlgn="b"/>
                      <a:r>
                        <a:rPr lang="en-US" sz="1400" b="0" i="0" u="none" strike="noStrike" dirty="0">
                          <a:solidFill>
                            <a:schemeClr val="tx1"/>
                          </a:solidFill>
                          <a:effectLst/>
                          <a:latin typeface="MULISH REGULAR ROMAN"/>
                        </a:rPr>
                        <a:t>6%</a:t>
                      </a:r>
                    </a:p>
                  </a:txBody>
                  <a:tcPr marL="3315" marR="3315" marT="3315" marB="0" anchor="ctr">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Kennedy</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23943282"/>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Consumers’ Research</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81057661"/>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Gutierrez</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11103900"/>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NRC</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85141592"/>
                  </a:ext>
                </a:extLst>
              </a:tr>
              <a:tr h="238709">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32635498"/>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267471"/>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dirty="0"/>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0611754"/>
                  </a:ext>
                </a:extLst>
              </a:tr>
              <a:tr h="162849">
                <a:tc>
                  <a:txBody>
                    <a:bodyPr/>
                    <a:lstStyle/>
                    <a:p>
                      <a:pPr algn="ctr" fontAlgn="b"/>
                      <a:endParaRPr lang="en-US" sz="1400" b="1" i="0" u="none" strike="noStrike" dirty="0">
                        <a:solidFill>
                          <a:schemeClr val="tx1"/>
                        </a:solidFill>
                        <a:effectLst/>
                        <a:latin typeface="MULISH REGULAR ROMAN"/>
                      </a:endParaRPr>
                    </a:p>
                  </a:txBody>
                  <a:tcPr marL="3315" marR="3315" marT="3315" marB="0" anchor="ctr">
                    <a:lnL>
                      <a:noFill/>
                    </a:lnL>
                    <a:lnR>
                      <a:noFill/>
                    </a:lnR>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3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chemeClr val="tx1"/>
                        </a:solidFill>
                        <a:effectLst/>
                        <a:latin typeface="MULISH REGULAR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16416733"/>
                  </a:ext>
                </a:extLst>
              </a:tr>
              <a:tr h="238709">
                <a:tc rowSpan="7">
                  <a:txBody>
                    <a:bodyPr/>
                    <a:lstStyle/>
                    <a:p>
                      <a:pPr algn="ctr" fontAlgn="b"/>
                      <a:r>
                        <a:rPr lang="en-US" sz="1400" b="1" kern="1200" dirty="0">
                          <a:solidFill>
                            <a:schemeClr val="tx1"/>
                          </a:solidFill>
                          <a:effectLst/>
                          <a:latin typeface="MULISH REGULAR ROMAN"/>
                          <a:ea typeface="+mn-ea"/>
                          <a:cs typeface="+mn-cs"/>
                        </a:rPr>
                        <a:t>Cases with </a:t>
                      </a:r>
                      <a:br>
                        <a:rPr lang="en-US" sz="1400" b="1" kern="1200" dirty="0">
                          <a:solidFill>
                            <a:schemeClr val="tx1"/>
                          </a:solidFill>
                          <a:effectLst/>
                          <a:latin typeface="MULISH REGULAR ROMAN"/>
                          <a:ea typeface="+mn-ea"/>
                          <a:cs typeface="+mn-cs"/>
                        </a:rPr>
                      </a:br>
                      <a:r>
                        <a:rPr lang="en-US" sz="1400" b="1" kern="1200" dirty="0">
                          <a:solidFill>
                            <a:schemeClr val="tx1"/>
                          </a:solidFill>
                          <a:effectLst/>
                          <a:latin typeface="MULISH REGULAR ROMAN"/>
                          <a:ea typeface="+mn-ea"/>
                          <a:cs typeface="+mn-cs"/>
                        </a:rPr>
                        <a:t>Justices Sotomayor, Kagan, and Jackson </a:t>
                      </a:r>
                      <a:br>
                        <a:rPr lang="en-US" sz="1400" b="1" kern="1200" dirty="0">
                          <a:solidFill>
                            <a:schemeClr val="tx1"/>
                          </a:solidFill>
                          <a:effectLst/>
                          <a:latin typeface="MULISH REGULAR ROMAN"/>
                          <a:ea typeface="+mn-ea"/>
                          <a:cs typeface="+mn-cs"/>
                        </a:rPr>
                      </a:br>
                      <a:r>
                        <a:rPr lang="en-US" sz="1400" b="1" u="sng" kern="1200" dirty="0">
                          <a:solidFill>
                            <a:schemeClr val="tx1"/>
                          </a:solidFill>
                          <a:effectLst/>
                          <a:latin typeface="MULISH REGULAR ROMAN"/>
                          <a:ea typeface="+mn-ea"/>
                          <a:cs typeface="+mn-cs"/>
                        </a:rPr>
                        <a:t>all in dissent</a:t>
                      </a:r>
                      <a:endParaRPr lang="en-US" sz="1400" b="1" i="0" u="sng"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rowSpan="7">
                  <a:txBody>
                    <a:bodyPr/>
                    <a:lstStyle/>
                    <a:p>
                      <a:pPr algn="ctr" fontAlgn="b"/>
                      <a:r>
                        <a:rPr lang="en-US" sz="1400" b="0" i="0" u="none" strike="noStrike" dirty="0">
                          <a:solidFill>
                            <a:schemeClr val="tx1"/>
                          </a:solidFill>
                          <a:effectLst/>
                          <a:latin typeface="MULISH REGULAR ROMAN"/>
                        </a:rPr>
                        <a:t>15%</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Trump v. CASA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Trump v. J.G.G.</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2078699"/>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Mahmoud</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DOE v. CA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3836"/>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Free Speech</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Riley</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6762193"/>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Medina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5669722"/>
                  </a:ext>
                </a:extLst>
              </a:tr>
              <a:tr h="215036">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McLaughlin</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45427469"/>
                  </a:ext>
                </a:extLst>
              </a:tr>
              <a:tr h="207034">
                <a:tc vMerge="1">
                  <a:txBody>
                    <a:bodyPr/>
                    <a:lstStyle/>
                    <a:p>
                      <a:pPr algn="ctr" fontAlgn="b"/>
                      <a:endParaRPr lang="en-US" sz="1100" b="1"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err="1">
                          <a:solidFill>
                            <a:schemeClr val="tx1"/>
                          </a:solidFill>
                          <a:effectLst/>
                          <a:latin typeface="MULISH REGULAR ROMAN"/>
                        </a:rPr>
                        <a:t>Skrmetti</a:t>
                      </a:r>
                      <a:endParaRPr lang="en-US" sz="1100" b="0"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9621928"/>
                  </a:ext>
                </a:extLst>
              </a:tr>
              <a:tr h="207034">
                <a:tc vMerge="1">
                  <a:txBody>
                    <a:bodyPr/>
                    <a:lstStyle/>
                    <a:p>
                      <a:pPr algn="ctr" fontAlgn="b"/>
                      <a:endParaRPr lang="en-US" sz="1100" b="1" i="0" u="none" strike="noStrike" dirty="0">
                        <a:solidFill>
                          <a:schemeClr val="tx1"/>
                        </a:solidFill>
                        <a:effectLst/>
                        <a:latin typeface="MULISH REGULAR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dirty="0"/>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a:rPr>
                        <a:t>SF v. EPA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74753601"/>
                  </a:ext>
                </a:extLst>
              </a:tr>
            </a:tbl>
          </a:graphicData>
        </a:graphic>
      </p:graphicFrame>
      <p:graphicFrame>
        <p:nvGraphicFramePr>
          <p:cNvPr id="16" name="Table 15">
            <a:extLst>
              <a:ext uri="{FF2B5EF4-FFF2-40B4-BE49-F238E27FC236}">
                <a16:creationId xmlns:a16="http://schemas.microsoft.com/office/drawing/2014/main" id="{484FD5BE-05CF-144D-D37F-856016CFA329}"/>
              </a:ext>
            </a:extLst>
          </p:cNvPr>
          <p:cNvGraphicFramePr>
            <a:graphicFrameLocks noGrp="1"/>
          </p:cNvGraphicFramePr>
          <p:nvPr>
            <p:extLst>
              <p:ext uri="{D42A27DB-BD31-4B8C-83A1-F6EECF244321}">
                <p14:modId xmlns:p14="http://schemas.microsoft.com/office/powerpoint/2010/main" val="1286605128"/>
              </p:ext>
            </p:extLst>
          </p:nvPr>
        </p:nvGraphicFramePr>
        <p:xfrm>
          <a:off x="6135542" y="961858"/>
          <a:ext cx="5735608" cy="2000672"/>
        </p:xfrm>
        <a:graphic>
          <a:graphicData uri="http://schemas.openxmlformats.org/drawingml/2006/table">
            <a:tbl>
              <a:tblPr firstRow="1" bandRow="1">
                <a:tableStyleId>{C083E6E3-FA7D-4D7B-A595-EF9225AFEA82}</a:tableStyleId>
              </a:tblPr>
              <a:tblGrid>
                <a:gridCol w="1590583">
                  <a:extLst>
                    <a:ext uri="{9D8B030D-6E8A-4147-A177-3AD203B41FA5}">
                      <a16:colId xmlns:a16="http://schemas.microsoft.com/office/drawing/2014/main" val="1190599403"/>
                    </a:ext>
                  </a:extLst>
                </a:gridCol>
                <a:gridCol w="1404939">
                  <a:extLst>
                    <a:ext uri="{9D8B030D-6E8A-4147-A177-3AD203B41FA5}">
                      <a16:colId xmlns:a16="http://schemas.microsoft.com/office/drawing/2014/main" val="1661115979"/>
                    </a:ext>
                  </a:extLst>
                </a:gridCol>
                <a:gridCol w="1422275">
                  <a:extLst>
                    <a:ext uri="{9D8B030D-6E8A-4147-A177-3AD203B41FA5}">
                      <a16:colId xmlns:a16="http://schemas.microsoft.com/office/drawing/2014/main" val="661123820"/>
                    </a:ext>
                  </a:extLst>
                </a:gridCol>
                <a:gridCol w="1317811">
                  <a:extLst>
                    <a:ext uri="{9D8B030D-6E8A-4147-A177-3AD203B41FA5}">
                      <a16:colId xmlns:a16="http://schemas.microsoft.com/office/drawing/2014/main" val="2206763275"/>
                    </a:ext>
                  </a:extLst>
                </a:gridCol>
              </a:tblGrid>
              <a:tr h="328953">
                <a:tc>
                  <a:txBody>
                    <a:bodyPr/>
                    <a:lstStyle/>
                    <a:p>
                      <a:pPr algn="ctr" fontAlgn="b"/>
                      <a:r>
                        <a:rPr lang="en-US" sz="1100" b="1" i="0" u="none" strike="noStrike" dirty="0">
                          <a:solidFill>
                            <a:schemeClr val="tx1"/>
                          </a:solidFill>
                          <a:effectLst/>
                          <a:latin typeface="MULISH REGULAR ROMAN"/>
                        </a:rPr>
                        <a:t> Condition</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a:rPr>
                        <a:t>Percent of All Cases</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r>
                        <a:rPr lang="en-US" sz="1100" b="1" i="0" u="none" strike="noStrike" dirty="0">
                          <a:solidFill>
                            <a:schemeClr val="tx1"/>
                          </a:solidFill>
                          <a:effectLst/>
                          <a:latin typeface="MULISH REGULAR ROMAN"/>
                        </a:rPr>
                        <a:t>Cases</a:t>
                      </a:r>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dirty="0"/>
                    </a:p>
                  </a:txBody>
                  <a:tcPr marL="3315" marR="3315" marT="331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8873646"/>
                  </a:ext>
                </a:extLst>
              </a:tr>
              <a:tr h="238817">
                <a:tc rowSpan="7">
                  <a:txBody>
                    <a:bodyPr/>
                    <a:lstStyle/>
                    <a:p>
                      <a:pPr algn="ctr" fontAlgn="b"/>
                      <a:r>
                        <a:rPr lang="en-US" sz="1400" b="1" kern="1200" dirty="0">
                          <a:solidFill>
                            <a:schemeClr val="tx1"/>
                          </a:solidFill>
                          <a:effectLst/>
                          <a:latin typeface="MULISH REGULAR ROMAN"/>
                          <a:ea typeface="+mn-ea"/>
                          <a:cs typeface="+mn-cs"/>
                        </a:rPr>
                        <a:t>Cases with </a:t>
                      </a:r>
                      <a:br>
                        <a:rPr lang="en-US" sz="1400" b="1" kern="1200" dirty="0">
                          <a:solidFill>
                            <a:schemeClr val="tx1"/>
                          </a:solidFill>
                          <a:effectLst/>
                          <a:latin typeface="MULISH REGULAR ROMAN"/>
                          <a:ea typeface="+mn-ea"/>
                          <a:cs typeface="+mn-cs"/>
                        </a:rPr>
                      </a:br>
                      <a:r>
                        <a:rPr lang="en-US" sz="1400" b="1" kern="1200" dirty="0">
                          <a:solidFill>
                            <a:schemeClr val="tx1"/>
                          </a:solidFill>
                          <a:effectLst/>
                          <a:latin typeface="MULISH REGULAR ROMAN"/>
                          <a:ea typeface="+mn-ea"/>
                          <a:cs typeface="+mn-cs"/>
                        </a:rPr>
                        <a:t>three or more conservative </a:t>
                      </a:r>
                      <a:br>
                        <a:rPr lang="en-US" sz="1400" b="1" kern="1200" dirty="0">
                          <a:solidFill>
                            <a:schemeClr val="tx1"/>
                          </a:solidFill>
                          <a:effectLst/>
                          <a:latin typeface="MULISH REGULAR ROMAN"/>
                          <a:ea typeface="+mn-ea"/>
                          <a:cs typeface="+mn-cs"/>
                        </a:rPr>
                      </a:br>
                      <a:r>
                        <a:rPr lang="en-US" sz="1400" b="1" kern="1200" dirty="0">
                          <a:solidFill>
                            <a:schemeClr val="tx1"/>
                          </a:solidFill>
                          <a:effectLst/>
                          <a:latin typeface="MULISH REGULAR ROMAN"/>
                          <a:ea typeface="+mn-ea"/>
                          <a:cs typeface="+mn-cs"/>
                        </a:rPr>
                        <a:t>justices </a:t>
                      </a:r>
                      <a:br>
                        <a:rPr lang="en-US" sz="1400" b="1" kern="1200" dirty="0">
                          <a:solidFill>
                            <a:schemeClr val="tx1"/>
                          </a:solidFill>
                          <a:effectLst/>
                          <a:latin typeface="MULISH REGULAR ROMAN"/>
                          <a:ea typeface="+mn-ea"/>
                          <a:cs typeface="+mn-cs"/>
                        </a:rPr>
                      </a:br>
                      <a:r>
                        <a:rPr lang="en-US" sz="1400" b="1" u="sng" kern="1200" dirty="0">
                          <a:solidFill>
                            <a:schemeClr val="tx1"/>
                          </a:solidFill>
                          <a:effectLst/>
                          <a:latin typeface="MULISH REGULAR ROMAN"/>
                          <a:ea typeface="+mn-ea"/>
                          <a:cs typeface="+mn-cs"/>
                        </a:rPr>
                        <a:t>dissenting</a:t>
                      </a:r>
                      <a:endParaRPr lang="en-US" sz="1400" b="1" i="0" u="sng" strike="noStrike" dirty="0">
                        <a:solidFill>
                          <a:schemeClr val="tx1"/>
                        </a:solidFill>
                        <a:effectLst/>
                        <a:latin typeface="MULISH REGULAR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rowSpan="7">
                  <a:txBody>
                    <a:bodyPr/>
                    <a:lstStyle/>
                    <a:p>
                      <a:pPr algn="ctr" fontAlgn="b"/>
                      <a:r>
                        <a:rPr lang="en-US" sz="1400" b="0" i="0" u="none" strike="noStrike" dirty="0">
                          <a:solidFill>
                            <a:schemeClr val="tx1"/>
                          </a:solidFill>
                          <a:effectLst/>
                          <a:latin typeface="MULISH REGULAR ROMAN"/>
                        </a:rPr>
                        <a:t>15%</a:t>
                      </a:r>
                    </a:p>
                  </a:txBody>
                  <a:tcPr marL="3315" marR="3315" marT="331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Kennedy</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Perttu</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02973403"/>
                  </a:ext>
                </a:extLst>
              </a:tr>
              <a:tr h="238817">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Consumers’ Research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Hewitt</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38792617"/>
                  </a:ext>
                </a:extLst>
              </a:tr>
              <a:tr h="238817">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Gutierrez</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NRC</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777167640"/>
                  </a:ext>
                </a:extLst>
              </a:tr>
              <a:tr h="238817">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Williams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05960563"/>
                  </a:ext>
                </a:extLst>
              </a:tr>
              <a:tr h="238817">
                <a:tc vMerge="1">
                  <a:txBody>
                    <a:bodyPr/>
                    <a:lstStyle/>
                    <a:p>
                      <a:endParaRPr lang="en-US"/>
                    </a:p>
                  </a:txBody>
                  <a:tcPr marL="3315" marR="3315" marT="3315" marB="0" anchor="b"/>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Glossip</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88616544"/>
                  </a:ext>
                </a:extLst>
              </a:tr>
              <a:tr h="238817">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Medical Marijuana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759771086"/>
                  </a:ext>
                </a:extLst>
              </a:tr>
              <a:tr h="238817">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vMerge="1">
                  <a:txBody>
                    <a:bodyPr/>
                    <a:lstStyle/>
                    <a:p>
                      <a:endParaRPr dirty="0"/>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Velazquez</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REGULAR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30649792"/>
                  </a:ext>
                </a:extLst>
              </a:tr>
            </a:tbl>
          </a:graphicData>
        </a:graphic>
      </p:graphicFrame>
    </p:spTree>
    <p:extLst>
      <p:ext uri="{BB962C8B-B14F-4D97-AF65-F5344CB8AC3E}">
        <p14:creationId xmlns:p14="http://schemas.microsoft.com/office/powerpoint/2010/main" val="213303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9">
            <a:extLst>
              <a:ext uri="{FF2B5EF4-FFF2-40B4-BE49-F238E27FC236}">
                <a16:creationId xmlns:a16="http://schemas.microsoft.com/office/drawing/2014/main" id="{B88B732C-F644-42AC-1E8E-622DED784E6F}"/>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DECISIONS BY VOTE SPLIT – All Cases</a:t>
            </a:r>
          </a:p>
        </p:txBody>
      </p:sp>
      <p:sp>
        <p:nvSpPr>
          <p:cNvPr id="23" name="TextBox 22">
            <a:extLst>
              <a:ext uri="{FF2B5EF4-FFF2-40B4-BE49-F238E27FC236}">
                <a16:creationId xmlns:a16="http://schemas.microsoft.com/office/drawing/2014/main" id="{91C6A3AC-C27A-C02A-3B82-A9B25D6E55A3}"/>
              </a:ext>
            </a:extLst>
          </p:cNvPr>
          <p:cNvSpPr txBox="1"/>
          <p:nvPr/>
        </p:nvSpPr>
        <p:spPr>
          <a:xfrm>
            <a:off x="1154025" y="5898411"/>
            <a:ext cx="9883950" cy="461665"/>
          </a:xfrm>
          <a:prstGeom prst="rect">
            <a:avLst/>
          </a:prstGeom>
          <a:noFill/>
          <a:ln>
            <a:solidFill>
              <a:schemeClr val="tx1"/>
            </a:solidFill>
          </a:ln>
        </p:spPr>
        <p:txBody>
          <a:bodyPr wrap="square" rtlCol="0">
            <a:spAutoFit/>
          </a:bodyPr>
          <a:lstStyle/>
          <a:p>
            <a:r>
              <a:rPr lang="en-US" sz="1200" dirty="0">
                <a:latin typeface="MULISH REGULAR ROMAN"/>
              </a:rPr>
              <a:t>Figures show the percent of cases decided by different coalition sizes between the 2005 and 2024 terms. For instances where justices were recused or did not participate in an otherwise unanimous decision, we coded these as </a:t>
            </a:r>
            <a:r>
              <a:rPr lang="en-US" sz="1200" i="1" dirty="0">
                <a:latin typeface="MULISH REGULAR ROMAN"/>
              </a:rPr>
              <a:t>unanimous </a:t>
            </a:r>
            <a:r>
              <a:rPr lang="en-US" sz="1200" dirty="0">
                <a:latin typeface="MULISH REGULAR ROMAN"/>
              </a:rPr>
              <a:t>(e.g., 8-0 decisions were included in calculating 9-0 coalitions).</a:t>
            </a:r>
          </a:p>
        </p:txBody>
      </p:sp>
      <p:sp>
        <p:nvSpPr>
          <p:cNvPr id="5" name="Slide Number Placeholder 4">
            <a:extLst>
              <a:ext uri="{FF2B5EF4-FFF2-40B4-BE49-F238E27FC236}">
                <a16:creationId xmlns:a16="http://schemas.microsoft.com/office/drawing/2014/main" id="{4FD4F124-A6BF-9C4C-959E-1CD03893D301}"/>
              </a:ext>
            </a:extLst>
          </p:cNvPr>
          <p:cNvSpPr>
            <a:spLocks noGrp="1"/>
          </p:cNvSpPr>
          <p:nvPr>
            <p:ph type="sldNum" sz="quarter" idx="12"/>
          </p:nvPr>
        </p:nvSpPr>
        <p:spPr/>
        <p:txBody>
          <a:bodyPr/>
          <a:lstStyle/>
          <a:p>
            <a:fld id="{5E212BD6-99D2-4430-8307-3DFF6CB1AF68}" type="slidenum">
              <a:rPr lang="en-US" smtClean="0"/>
              <a:t>15</a:t>
            </a:fld>
            <a:endParaRPr lang="en-US"/>
          </a:p>
        </p:txBody>
      </p:sp>
      <p:pic>
        <p:nvPicPr>
          <p:cNvPr id="8" name="Picture 7" descr="A group of pie charts&#10;&#10;AI-generated content may be incorrect.">
            <a:extLst>
              <a:ext uri="{FF2B5EF4-FFF2-40B4-BE49-F238E27FC236}">
                <a16:creationId xmlns:a16="http://schemas.microsoft.com/office/drawing/2014/main" id="{F0FBB714-B724-DDF3-050B-9979C1003F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0" y="0"/>
            <a:ext cx="120015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7DEC-211F-AB21-3E13-710E1699BD10}"/>
            </a:ext>
          </a:extLst>
        </p:cNvPr>
        <p:cNvGrpSpPr/>
        <p:nvPr/>
      </p:nvGrpSpPr>
      <p:grpSpPr>
        <a:xfrm>
          <a:off x="0" y="0"/>
          <a:ext cx="0" cy="0"/>
          <a:chOff x="0" y="0"/>
          <a:chExt cx="0" cy="0"/>
        </a:xfrm>
      </p:grpSpPr>
      <p:sp>
        <p:nvSpPr>
          <p:cNvPr id="12" name="Title 9">
            <a:extLst>
              <a:ext uri="{FF2B5EF4-FFF2-40B4-BE49-F238E27FC236}">
                <a16:creationId xmlns:a16="http://schemas.microsoft.com/office/drawing/2014/main" id="{8A08EC0C-6929-4371-9A49-BE164F8FC8CE}"/>
              </a:ext>
            </a:extLst>
          </p:cNvPr>
          <p:cNvSpPr txBox="1">
            <a:spLocks/>
          </p:cNvSpPr>
          <p:nvPr/>
        </p:nvSpPr>
        <p:spPr>
          <a:xfrm>
            <a:off x="320849" y="128592"/>
            <a:ext cx="11662603"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DECISIONS BY VOTE SPLIT– Ideologically Split Cases</a:t>
            </a:r>
          </a:p>
        </p:txBody>
      </p:sp>
      <p:sp>
        <p:nvSpPr>
          <p:cNvPr id="5" name="TextBox 4">
            <a:extLst>
              <a:ext uri="{FF2B5EF4-FFF2-40B4-BE49-F238E27FC236}">
                <a16:creationId xmlns:a16="http://schemas.microsoft.com/office/drawing/2014/main" id="{A01AE5B9-44A6-BF9D-E556-A5230DCBA08A}"/>
              </a:ext>
            </a:extLst>
          </p:cNvPr>
          <p:cNvSpPr txBox="1"/>
          <p:nvPr/>
        </p:nvSpPr>
        <p:spPr>
          <a:xfrm>
            <a:off x="1154025" y="5898411"/>
            <a:ext cx="9883950" cy="830997"/>
          </a:xfrm>
          <a:prstGeom prst="rect">
            <a:avLst/>
          </a:prstGeom>
          <a:noFill/>
          <a:ln>
            <a:solidFill>
              <a:schemeClr val="tx1"/>
            </a:solidFill>
          </a:ln>
        </p:spPr>
        <p:txBody>
          <a:bodyPr wrap="square" rtlCol="0">
            <a:spAutoFit/>
          </a:bodyPr>
          <a:lstStyle/>
          <a:p>
            <a:r>
              <a:rPr lang="en-US" sz="1200" dirty="0">
                <a:latin typeface="MULISH REGULAR ROMAN"/>
              </a:rPr>
              <a:t>Figures show the percent of cases decided by ideologically split coalitions (e.g., 5-4 or 6-3), such that ideologically liberal and conservative justices represent competing coalitions. Ideology was derived by referencing each justices’ associated </a:t>
            </a:r>
            <a:r>
              <a:rPr lang="en-US" sz="1200" dirty="0">
                <a:latin typeface="MULISH REGULAR ROMAN"/>
                <a:hlinkClick r:id="rId2"/>
              </a:rPr>
              <a:t>Martin-Quinn</a:t>
            </a:r>
            <a:r>
              <a:rPr lang="en-US" sz="1200" dirty="0">
                <a:latin typeface="MULISH REGULAR ROMAN"/>
              </a:rPr>
              <a:t> score. For reference, such a split during the 2024 term would be a majority consisting of Chief Justice Roberts and Justices Thomas, Alito, Gorsuch, Kavanaugh, and Barrett – with a competing (dissenting) coalition of Justices Sotomayor, Kagan, and Jackson. </a:t>
            </a:r>
          </a:p>
        </p:txBody>
      </p:sp>
      <p:sp>
        <p:nvSpPr>
          <p:cNvPr id="6" name="Slide Number Placeholder 5">
            <a:extLst>
              <a:ext uri="{FF2B5EF4-FFF2-40B4-BE49-F238E27FC236}">
                <a16:creationId xmlns:a16="http://schemas.microsoft.com/office/drawing/2014/main" id="{73020708-ECC4-2053-1AFC-E1BA9D99BACD}"/>
              </a:ext>
            </a:extLst>
          </p:cNvPr>
          <p:cNvSpPr>
            <a:spLocks noGrp="1"/>
          </p:cNvSpPr>
          <p:nvPr>
            <p:ph type="sldNum" sz="quarter" idx="12"/>
          </p:nvPr>
        </p:nvSpPr>
        <p:spPr/>
        <p:txBody>
          <a:bodyPr/>
          <a:lstStyle/>
          <a:p>
            <a:fld id="{5E212BD6-99D2-4430-8307-3DFF6CB1AF68}" type="slidenum">
              <a:rPr lang="en-US" smtClean="0"/>
              <a:t>16</a:t>
            </a:fld>
            <a:endParaRPr lang="en-US"/>
          </a:p>
        </p:txBody>
      </p:sp>
      <p:pic>
        <p:nvPicPr>
          <p:cNvPr id="9" name="Picture 8" descr="A diagram of a pie chart&#10;&#10;AI-generated content may be incorrect.">
            <a:extLst>
              <a:ext uri="{FF2B5EF4-FFF2-40B4-BE49-F238E27FC236}">
                <a16:creationId xmlns:a16="http://schemas.microsoft.com/office/drawing/2014/main" id="{590383DD-6158-C48D-700A-1AB2387E90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004647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056959863"/>
              </p:ext>
            </p:extLst>
          </p:nvPr>
        </p:nvGraphicFramePr>
        <p:xfrm>
          <a:off x="344807" y="918414"/>
          <a:ext cx="10648855" cy="4872780"/>
        </p:xfrm>
        <a:graphic>
          <a:graphicData uri="http://schemas.openxmlformats.org/drawingml/2006/table">
            <a:tbl>
              <a:tblPr firstRow="1" bandRow="1">
                <a:tableStyleId>{C083E6E3-FA7D-4D7B-A595-EF9225AFEA82}</a:tableStyleId>
              </a:tblPr>
              <a:tblGrid>
                <a:gridCol w="1521265">
                  <a:extLst>
                    <a:ext uri="{9D8B030D-6E8A-4147-A177-3AD203B41FA5}">
                      <a16:colId xmlns:a16="http://schemas.microsoft.com/office/drawing/2014/main" val="20000"/>
                    </a:ext>
                  </a:extLst>
                </a:gridCol>
                <a:gridCol w="1521265">
                  <a:extLst>
                    <a:ext uri="{9D8B030D-6E8A-4147-A177-3AD203B41FA5}">
                      <a16:colId xmlns:a16="http://schemas.microsoft.com/office/drawing/2014/main" val="20001"/>
                    </a:ext>
                  </a:extLst>
                </a:gridCol>
                <a:gridCol w="1521265">
                  <a:extLst>
                    <a:ext uri="{9D8B030D-6E8A-4147-A177-3AD203B41FA5}">
                      <a16:colId xmlns:a16="http://schemas.microsoft.com/office/drawing/2014/main" val="1275153510"/>
                    </a:ext>
                  </a:extLst>
                </a:gridCol>
                <a:gridCol w="1521265">
                  <a:extLst>
                    <a:ext uri="{9D8B030D-6E8A-4147-A177-3AD203B41FA5}">
                      <a16:colId xmlns:a16="http://schemas.microsoft.com/office/drawing/2014/main" val="20004"/>
                    </a:ext>
                  </a:extLst>
                </a:gridCol>
                <a:gridCol w="1521265">
                  <a:extLst>
                    <a:ext uri="{9D8B030D-6E8A-4147-A177-3AD203B41FA5}">
                      <a16:colId xmlns:a16="http://schemas.microsoft.com/office/drawing/2014/main" val="20005"/>
                    </a:ext>
                  </a:extLst>
                </a:gridCol>
                <a:gridCol w="1521265">
                  <a:extLst>
                    <a:ext uri="{9D8B030D-6E8A-4147-A177-3AD203B41FA5}">
                      <a16:colId xmlns:a16="http://schemas.microsoft.com/office/drawing/2014/main" val="20006"/>
                    </a:ext>
                  </a:extLst>
                </a:gridCol>
                <a:gridCol w="1521265">
                  <a:extLst>
                    <a:ext uri="{9D8B030D-6E8A-4147-A177-3AD203B41FA5}">
                      <a16:colId xmlns:a16="http://schemas.microsoft.com/office/drawing/2014/main" val="20007"/>
                    </a:ext>
                  </a:extLst>
                </a:gridCol>
              </a:tblGrid>
              <a:tr h="324852">
                <a:tc>
                  <a:txBody>
                    <a:bodyPr/>
                    <a:lstStyle/>
                    <a:p>
                      <a:pPr marL="0" algn="ctr" rtl="0" eaLnBrk="1" fontAlgn="auto" latinLnBrk="0" hangingPunct="1">
                        <a:spcBef>
                          <a:spcPts val="0"/>
                        </a:spcBef>
                        <a:spcAft>
                          <a:spcPts val="0"/>
                        </a:spcAft>
                      </a:pPr>
                      <a:r>
                        <a:rPr lang="en-US" sz="1100" b="1" kern="1200" dirty="0">
                          <a:latin typeface="MULISH REGULAR ROMAN"/>
                        </a:rPr>
                        <a:t>​Court below</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r>
                        <a:rPr lang="en-US" sz="1100" b="1" kern="1200" dirty="0">
                          <a:effectLst/>
                          <a:latin typeface="MULISH REGULAR ROMAN"/>
                        </a:rPr>
                        <a:t># of Cases</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100" b="1" kern="1200" dirty="0">
                          <a:effectLst/>
                          <a:latin typeface="MULISH REGULAR ROMAN"/>
                        </a:rPr>
                        <a:t># Decided</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r>
                        <a:rPr lang="en-US" sz="1100" b="1" kern="1200" dirty="0">
                          <a:latin typeface="MULISH REGULAR ROMAN"/>
                        </a:rPr>
                        <a:t># Affirmed</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r>
                        <a:rPr lang="en-US" sz="1100" b="1" kern="1200" dirty="0">
                          <a:latin typeface="MULISH REGULAR ROMAN"/>
                        </a:rPr>
                        <a:t># Reversed</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rtl="0">
                        <a:spcBef>
                          <a:spcPts val="0"/>
                        </a:spcBef>
                        <a:spcAft>
                          <a:spcPts val="0"/>
                        </a:spcAft>
                      </a:pPr>
                      <a:r>
                        <a:rPr lang="en-US" sz="1100" b="1" dirty="0">
                          <a:effectLst/>
                          <a:latin typeface="MULISH REGULAR ROMAN"/>
                        </a:rPr>
                        <a:t>% Affirmed</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rtl="0">
                        <a:spcBef>
                          <a:spcPts val="0"/>
                        </a:spcBef>
                        <a:spcAft>
                          <a:spcPts val="0"/>
                        </a:spcAft>
                      </a:pPr>
                      <a:r>
                        <a:rPr lang="en-US" sz="1100" b="1" kern="1200" dirty="0">
                          <a:effectLst/>
                          <a:latin typeface="MULISH REGULAR ROMAN"/>
                        </a:rPr>
                        <a:t>% Reversed</a:t>
                      </a:r>
                      <a:endParaRPr lang="en-US" sz="1100" b="1" dirty="0">
                        <a:effectLst/>
                        <a:latin typeface="MULISH REGULAR ROMAN"/>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4852">
                <a:tc>
                  <a:txBody>
                    <a:bodyPr/>
                    <a:lstStyle/>
                    <a:p>
                      <a:pPr marL="0" algn="ctr" rtl="0" eaLnBrk="1" fontAlgn="base" latinLnBrk="0" hangingPunct="1">
                        <a:spcBef>
                          <a:spcPts val="0"/>
                        </a:spcBef>
                        <a:spcAft>
                          <a:spcPts val="0"/>
                        </a:spcAft>
                      </a:pPr>
                      <a:r>
                        <a:rPr lang="en-US" sz="1100" b="0" kern="1200" dirty="0">
                          <a:latin typeface="MULISH REGULAR ROMAN"/>
                        </a:rPr>
                        <a:t>1</a:t>
                      </a:r>
                      <a:r>
                        <a:rPr lang="en-US" sz="1100" b="0" kern="1200" baseline="30000" dirty="0">
                          <a:latin typeface="MULISH REGULAR ROMAN"/>
                        </a:rPr>
                        <a:t>st</a:t>
                      </a:r>
                      <a:r>
                        <a:rPr lang="en-US" sz="1100" b="0" kern="1200" dirty="0">
                          <a:latin typeface="MULISH REGULAR ROMAN"/>
                        </a:rPr>
                        <a:t> Circuit</a:t>
                      </a:r>
                      <a:endParaRPr lang="en-US" sz="1100" b="0" dirty="0">
                        <a:effectLst/>
                        <a:latin typeface="MULISH REGULAR ROMAN"/>
                      </a:endParaRPr>
                    </a:p>
                  </a:txBody>
                  <a:tcPr marL="0" marR="0" marT="0" marB="0" anchor="ctr">
                    <a:lnT w="12700" cmpd="sng">
                      <a:noFill/>
                    </a:lnT>
                  </a:tcP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lnT w="12700" cmpd="sng">
                      <a:noFill/>
                    </a:lnT>
                  </a:tcP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lnT w="12700" cmpd="sng">
                      <a:noFill/>
                    </a:lnT>
                  </a:tcP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lnT w="12700" cmpd="sng">
                      <a:noFill/>
                    </a:lnT>
                  </a:tcP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lnT w="12700" cmpd="sng">
                      <a:noFill/>
                    </a:lnT>
                  </a:tcPr>
                </a:tc>
                <a:tc>
                  <a:txBody>
                    <a:bodyPr/>
                    <a:lstStyle/>
                    <a:p>
                      <a:pPr algn="ctr" fontAlgn="b"/>
                      <a:r>
                        <a:rPr lang="en-US" sz="1100" b="0" i="0" u="none" strike="noStrike">
                          <a:solidFill>
                            <a:srgbClr val="000000"/>
                          </a:solidFill>
                          <a:effectLst/>
                          <a:latin typeface="MULISH REGULAR ROMAN"/>
                        </a:rPr>
                        <a:t>0%</a:t>
                      </a:r>
                    </a:p>
                  </a:txBody>
                  <a:tcPr marL="9525" marR="9525" marT="9525" marB="0" anchor="ctr">
                    <a:lnT w="12700" cmpd="sng">
                      <a:noFill/>
                    </a:lnT>
                  </a:tcPr>
                </a:tc>
                <a:tc>
                  <a:txBody>
                    <a:bodyPr/>
                    <a:lstStyle/>
                    <a:p>
                      <a:pPr algn="ctr" fontAlgn="b"/>
                      <a:r>
                        <a:rPr lang="en-US" sz="1100" b="0" i="0" u="none" strike="noStrike">
                          <a:solidFill>
                            <a:srgbClr val="000000"/>
                          </a:solidFill>
                          <a:effectLst/>
                          <a:latin typeface="MULISH REGULAR ROMAN"/>
                        </a:rPr>
                        <a:t>100%</a:t>
                      </a:r>
                    </a:p>
                  </a:txBody>
                  <a:tcPr marL="9525" marR="9525" marT="9525" marB="0" anchor="ctr">
                    <a:lnT w="12700" cmpd="sng">
                      <a:noFill/>
                    </a:lnT>
                  </a:tcPr>
                </a:tc>
                <a:extLst>
                  <a:ext uri="{0D108BD9-81ED-4DB2-BD59-A6C34878D82A}">
                    <a16:rowId xmlns:a16="http://schemas.microsoft.com/office/drawing/2014/main" val="10002"/>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2</a:t>
                      </a:r>
                      <a:r>
                        <a:rPr lang="en-US" sz="1100" b="0" kern="1200" baseline="30000" dirty="0">
                          <a:effectLst/>
                          <a:latin typeface="MULISH REGULAR ROMAN"/>
                        </a:rPr>
                        <a:t>nd</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dirty="0">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3</a:t>
                      </a:r>
                    </a:p>
                  </a:txBody>
                  <a:tcPr marL="9525" marR="9525" marT="9525" marB="0" anchor="ctr"/>
                </a:tc>
                <a:tc>
                  <a:txBody>
                    <a:bodyPr/>
                    <a:lstStyle/>
                    <a:p>
                      <a:pPr algn="ctr" fontAlgn="b"/>
                      <a:r>
                        <a:rPr lang="en-US" sz="1100" b="0" i="0" u="none" strike="noStrike">
                          <a:solidFill>
                            <a:srgbClr val="000000"/>
                          </a:solidFill>
                          <a:effectLst/>
                          <a:latin typeface="MULISH REGULAR ROMAN"/>
                        </a:rPr>
                        <a:t>40%</a:t>
                      </a:r>
                    </a:p>
                  </a:txBody>
                  <a:tcPr marL="9525" marR="9525" marT="9525" marB="0" anchor="ctr"/>
                </a:tc>
                <a:tc>
                  <a:txBody>
                    <a:bodyPr/>
                    <a:lstStyle/>
                    <a:p>
                      <a:pPr algn="ctr" fontAlgn="b"/>
                      <a:r>
                        <a:rPr lang="en-US" sz="1100" b="0" i="0" u="none" strike="noStrike">
                          <a:solidFill>
                            <a:srgbClr val="000000"/>
                          </a:solidFill>
                          <a:effectLst/>
                          <a:latin typeface="MULISH REGULAR ROMAN"/>
                        </a:rPr>
                        <a:t>60%</a:t>
                      </a:r>
                    </a:p>
                  </a:txBody>
                  <a:tcPr marL="9525" marR="9525" marT="9525" marB="0" anchor="ctr"/>
                </a:tc>
                <a:extLst>
                  <a:ext uri="{0D108BD9-81ED-4DB2-BD59-A6C34878D82A}">
                    <a16:rowId xmlns:a16="http://schemas.microsoft.com/office/drawing/2014/main" val="10003"/>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3</a:t>
                      </a:r>
                      <a:r>
                        <a:rPr lang="en-US" sz="1100" b="0" kern="1200" baseline="30000" dirty="0">
                          <a:effectLst/>
                          <a:latin typeface="MULISH REGULAR ROMAN"/>
                        </a:rPr>
                        <a:t>rd</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a:solidFill>
                            <a:srgbClr val="000000"/>
                          </a:solidFill>
                          <a:effectLst/>
                          <a:latin typeface="MULISH REGULAR ROMAN"/>
                        </a:rPr>
                        <a:t>1</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extLst>
                  <a:ext uri="{0D108BD9-81ED-4DB2-BD59-A6C34878D82A}">
                    <a16:rowId xmlns:a16="http://schemas.microsoft.com/office/drawing/2014/main" val="10004"/>
                  </a:ext>
                </a:extLst>
              </a:tr>
              <a:tr h="324852">
                <a:tc>
                  <a:txBody>
                    <a:bodyPr/>
                    <a:lstStyle/>
                    <a:p>
                      <a:pPr marL="0" algn="ctr" rtl="0" eaLnBrk="1" fontAlgn="base" latinLnBrk="0" hangingPunct="1">
                        <a:spcBef>
                          <a:spcPts val="0"/>
                        </a:spcBef>
                        <a:spcAft>
                          <a:spcPts val="0"/>
                        </a:spcAft>
                      </a:pPr>
                      <a:r>
                        <a:rPr lang="en-US" sz="1100" b="0" kern="1200" dirty="0">
                          <a:latin typeface="MULISH REGULAR ROMAN"/>
                        </a:rPr>
                        <a:t>4</a:t>
                      </a:r>
                      <a:r>
                        <a:rPr lang="en-US" sz="1100" b="0" kern="1200" baseline="30000" dirty="0">
                          <a:latin typeface="MULISH REGULAR ROMAN"/>
                        </a:rPr>
                        <a:t>th</a:t>
                      </a:r>
                      <a:r>
                        <a:rPr lang="en-US" sz="1100" b="0" kern="1200" dirty="0">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dirty="0">
                          <a:solidFill>
                            <a:srgbClr val="000000"/>
                          </a:solidFill>
                          <a:effectLst/>
                          <a:latin typeface="MULISH REGULAR ROMAN"/>
                        </a:rPr>
                        <a:t>8</a:t>
                      </a:r>
                    </a:p>
                  </a:txBody>
                  <a:tcPr marL="9525" marR="9525" marT="9525" marB="0" anchor="ctr"/>
                </a:tc>
                <a:tc>
                  <a:txBody>
                    <a:bodyPr/>
                    <a:lstStyle/>
                    <a:p>
                      <a:pPr algn="ctr" fontAlgn="b"/>
                      <a:r>
                        <a:rPr lang="en-US" sz="1100" b="0" i="0" u="none" strike="noStrike" dirty="0">
                          <a:solidFill>
                            <a:srgbClr val="000000"/>
                          </a:solidFill>
                          <a:effectLst/>
                          <a:latin typeface="MULISH REGULAR ROMAN"/>
                        </a:rPr>
                        <a:t>8</a:t>
                      </a:r>
                    </a:p>
                  </a:txBody>
                  <a:tcPr marL="9525" marR="9525" marT="9525" marB="0" anchor="ct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tc>
                <a:tc>
                  <a:txBody>
                    <a:bodyPr/>
                    <a:lstStyle/>
                    <a:p>
                      <a:pPr algn="ctr" fontAlgn="b"/>
                      <a:r>
                        <a:rPr lang="en-US" sz="1100" b="0" i="0" u="none" strike="noStrike" dirty="0">
                          <a:solidFill>
                            <a:srgbClr val="000000"/>
                          </a:solidFill>
                          <a:effectLst/>
                          <a:latin typeface="MULISH REGULAR ROMAN"/>
                        </a:rPr>
                        <a:t>8</a:t>
                      </a:r>
                    </a:p>
                  </a:txBody>
                  <a:tcPr marL="9525" marR="9525" marT="9525" marB="0" anchor="ctr"/>
                </a:tc>
                <a:tc>
                  <a:txBody>
                    <a:bodyPr/>
                    <a:lstStyle/>
                    <a:p>
                      <a:pPr algn="ctr" fontAlgn="b"/>
                      <a:r>
                        <a:rPr lang="en-US" sz="1100" b="0" i="0" u="none" strike="noStrike">
                          <a:solidFill>
                            <a:srgbClr val="000000"/>
                          </a:solidFill>
                          <a:effectLst/>
                          <a:latin typeface="MULISH REGULAR ROMAN"/>
                        </a:rPr>
                        <a:t>0%</a:t>
                      </a:r>
                    </a:p>
                  </a:txBody>
                  <a:tcPr marL="9525" marR="9525" marT="9525" marB="0" anchor="ctr"/>
                </a:tc>
                <a:tc>
                  <a:txBody>
                    <a:bodyPr/>
                    <a:lstStyle/>
                    <a:p>
                      <a:pPr algn="ctr" fontAlgn="b"/>
                      <a:r>
                        <a:rPr lang="en-US" sz="1100" b="0" i="0" u="none" strike="noStrike">
                          <a:solidFill>
                            <a:srgbClr val="000000"/>
                          </a:solidFill>
                          <a:effectLst/>
                          <a:latin typeface="MULISH REGULAR ROMAN"/>
                        </a:rPr>
                        <a:t>100%</a:t>
                      </a:r>
                    </a:p>
                  </a:txBody>
                  <a:tcPr marL="9525" marR="9525" marT="9525" marB="0" anchor="ctr"/>
                </a:tc>
                <a:extLst>
                  <a:ext uri="{0D108BD9-81ED-4DB2-BD59-A6C34878D82A}">
                    <a16:rowId xmlns:a16="http://schemas.microsoft.com/office/drawing/2014/main" val="10005"/>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5</a:t>
                      </a:r>
                      <a:r>
                        <a:rPr lang="en-US" sz="1100" b="0" kern="1200" baseline="30000" dirty="0">
                          <a:effectLst/>
                          <a:latin typeface="MULISH REGULAR ROMAN"/>
                        </a:rPr>
                        <a:t>th</a:t>
                      </a:r>
                      <a:r>
                        <a:rPr lang="en-US" sz="1100" b="0" kern="1200" dirty="0">
                          <a:effectLst/>
                          <a:latin typeface="MULISH REGULAR ROMAN"/>
                        </a:rPr>
                        <a:t> </a:t>
                      </a:r>
                      <a:r>
                        <a:rPr lang="en-US" sz="1100" b="0" kern="1200" baseline="30000" dirty="0">
                          <a:effectLst/>
                          <a:latin typeface="MULISH REGULAR ROMAN"/>
                        </a:rPr>
                        <a:t> </a:t>
                      </a:r>
                      <a:r>
                        <a:rPr lang="en-US" sz="1100" b="0" kern="1200" dirty="0">
                          <a:effectLst/>
                          <a:latin typeface="MULISH REGULAR ROMAN"/>
                        </a:rPr>
                        <a:t>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13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10</a:t>
                      </a:r>
                    </a:p>
                  </a:txBody>
                  <a:tcPr marL="9525" marR="9525" marT="9525" marB="0" anchor="ctr"/>
                </a:tc>
                <a:tc>
                  <a:txBody>
                    <a:bodyPr/>
                    <a:lstStyle/>
                    <a:p>
                      <a:pPr algn="ctr" fontAlgn="b"/>
                      <a:r>
                        <a:rPr lang="en-US" sz="1100" b="0" i="0" u="none" strike="noStrike">
                          <a:solidFill>
                            <a:srgbClr val="000000"/>
                          </a:solidFill>
                          <a:effectLst/>
                          <a:latin typeface="MULISH REGULAR ROMAN"/>
                        </a:rPr>
                        <a:t>23.1%</a:t>
                      </a:r>
                    </a:p>
                  </a:txBody>
                  <a:tcPr marL="9525" marR="9525" marT="9525" marB="0" anchor="ctr"/>
                </a:tc>
                <a:tc>
                  <a:txBody>
                    <a:bodyPr/>
                    <a:lstStyle/>
                    <a:p>
                      <a:pPr algn="ctr" fontAlgn="b"/>
                      <a:r>
                        <a:rPr lang="en-US" sz="1100" b="0" i="0" u="none" strike="noStrike">
                          <a:solidFill>
                            <a:srgbClr val="000000"/>
                          </a:solidFill>
                          <a:effectLst/>
                          <a:latin typeface="MULISH REGULAR ROMAN"/>
                        </a:rPr>
                        <a:t>76.9%</a:t>
                      </a:r>
                    </a:p>
                  </a:txBody>
                  <a:tcPr marL="9525" marR="9525" marT="9525" marB="0" anchor="ctr"/>
                </a:tc>
                <a:extLst>
                  <a:ext uri="{0D108BD9-81ED-4DB2-BD59-A6C34878D82A}">
                    <a16:rowId xmlns:a16="http://schemas.microsoft.com/office/drawing/2014/main" val="10006"/>
                  </a:ext>
                </a:extLst>
              </a:tr>
              <a:tr h="324852">
                <a:tc>
                  <a:txBody>
                    <a:bodyPr/>
                    <a:lstStyle/>
                    <a:p>
                      <a:pPr marL="0" algn="ctr" rtl="0" eaLnBrk="1" fontAlgn="base" latinLnBrk="0" hangingPunct="1">
                        <a:spcBef>
                          <a:spcPts val="0"/>
                        </a:spcBef>
                        <a:spcAft>
                          <a:spcPts val="0"/>
                        </a:spcAft>
                      </a:pPr>
                      <a:r>
                        <a:rPr lang="en-US" sz="1100" b="0" kern="1200" dirty="0">
                          <a:latin typeface="MULISH REGULAR ROMAN"/>
                        </a:rPr>
                        <a:t>6</a:t>
                      </a:r>
                      <a:r>
                        <a:rPr lang="en-US" sz="1100" b="0" kern="1200" baseline="30000" dirty="0">
                          <a:latin typeface="MULISH REGULAR ROMAN"/>
                        </a:rPr>
                        <a:t>th</a:t>
                      </a:r>
                      <a:r>
                        <a:rPr lang="en-US" sz="1100" b="0" kern="1200" dirty="0">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extLst>
                  <a:ext uri="{0D108BD9-81ED-4DB2-BD59-A6C34878D82A}">
                    <a16:rowId xmlns:a16="http://schemas.microsoft.com/office/drawing/2014/main" val="10007"/>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7</a:t>
                      </a:r>
                      <a:r>
                        <a:rPr lang="en-US" sz="1100" b="0" kern="1200" baseline="30000" dirty="0">
                          <a:effectLst/>
                          <a:latin typeface="MULISH REGULAR ROMAN"/>
                        </a:rPr>
                        <a:t>th</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extLst>
                  <a:ext uri="{0D108BD9-81ED-4DB2-BD59-A6C34878D82A}">
                    <a16:rowId xmlns:a16="http://schemas.microsoft.com/office/drawing/2014/main" val="10008"/>
                  </a:ext>
                </a:extLst>
              </a:tr>
              <a:tr h="324852">
                <a:tc>
                  <a:txBody>
                    <a:bodyPr/>
                    <a:lstStyle/>
                    <a:p>
                      <a:pPr marL="0" algn="ctr" rtl="0" eaLnBrk="1" fontAlgn="base" latinLnBrk="0" hangingPunct="1">
                        <a:spcBef>
                          <a:spcPts val="0"/>
                        </a:spcBef>
                        <a:spcAft>
                          <a:spcPts val="0"/>
                        </a:spcAft>
                      </a:pPr>
                      <a:r>
                        <a:rPr lang="en-US" sz="1100" b="0" kern="1200" dirty="0">
                          <a:latin typeface="MULISH REGULAR ROMAN"/>
                        </a:rPr>
                        <a:t>8</a:t>
                      </a:r>
                      <a:r>
                        <a:rPr lang="en-US" sz="1100" b="0" kern="1200" baseline="30000" dirty="0">
                          <a:latin typeface="MULISH REGULAR ROMAN"/>
                        </a:rPr>
                        <a:t>th</a:t>
                      </a:r>
                      <a:r>
                        <a:rPr lang="en-US" sz="1100" b="0" kern="1200" dirty="0">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extLst>
                  <a:ext uri="{0D108BD9-81ED-4DB2-BD59-A6C34878D82A}">
                    <a16:rowId xmlns:a16="http://schemas.microsoft.com/office/drawing/2014/main" val="10009"/>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9</a:t>
                      </a:r>
                      <a:r>
                        <a:rPr lang="en-US" sz="1100" b="0" kern="1200" baseline="30000" dirty="0">
                          <a:effectLst/>
                          <a:latin typeface="MULISH REGULAR ROMAN"/>
                        </a:rPr>
                        <a:t>th</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dirty="0">
                          <a:solidFill>
                            <a:srgbClr val="000000"/>
                          </a:solidFill>
                          <a:effectLst/>
                          <a:latin typeface="MULISH REGULAR ROMAN"/>
                        </a:rPr>
                        <a:t>7*</a:t>
                      </a:r>
                    </a:p>
                  </a:txBody>
                  <a:tcPr marL="9525" marR="9525" marT="9525" marB="0" anchor="ctr"/>
                </a:tc>
                <a:tc>
                  <a:txBody>
                    <a:bodyPr/>
                    <a:lstStyle/>
                    <a:p>
                      <a:pPr algn="ctr" fontAlgn="b"/>
                      <a:r>
                        <a:rPr lang="en-US" sz="1100" b="0" i="0" u="none" strike="noStrike" dirty="0">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tc>
                <a:tc>
                  <a:txBody>
                    <a:bodyPr/>
                    <a:lstStyle/>
                    <a:p>
                      <a:pPr algn="ctr" fontAlgn="b"/>
                      <a:r>
                        <a:rPr lang="en-US" sz="1100" b="0" i="0" u="none" strike="noStrike" dirty="0">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tc>
                <a:tc>
                  <a:txBody>
                    <a:bodyPr/>
                    <a:lstStyle/>
                    <a:p>
                      <a:pPr algn="ctr" fontAlgn="b"/>
                      <a:r>
                        <a:rPr lang="en-US" sz="1100" b="0" i="0" u="none" strike="noStrike">
                          <a:solidFill>
                            <a:srgbClr val="000000"/>
                          </a:solidFill>
                          <a:effectLst/>
                          <a:latin typeface="MULISH REGULAR ROMAN"/>
                        </a:rPr>
                        <a:t>100%</a:t>
                      </a:r>
                    </a:p>
                  </a:txBody>
                  <a:tcPr marL="9525" marR="9525" marT="9525" marB="0" anchor="ctr"/>
                </a:tc>
                <a:extLst>
                  <a:ext uri="{0D108BD9-81ED-4DB2-BD59-A6C34878D82A}">
                    <a16:rowId xmlns:a16="http://schemas.microsoft.com/office/drawing/2014/main" val="10010"/>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10</a:t>
                      </a:r>
                      <a:r>
                        <a:rPr lang="en-US" sz="1100" b="0" kern="1200" baseline="30000" dirty="0">
                          <a:effectLst/>
                          <a:latin typeface="MULISH REGULAR ROMAN"/>
                        </a:rPr>
                        <a:t>th</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tc>
                <a:tc>
                  <a:txBody>
                    <a:bodyPr/>
                    <a:lstStyle/>
                    <a:p>
                      <a:pPr algn="ctr" fontAlgn="b"/>
                      <a:r>
                        <a:rPr lang="en-US" sz="1100" b="0" i="0" u="none" strike="noStrike" dirty="0">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0%</a:t>
                      </a:r>
                    </a:p>
                  </a:txBody>
                  <a:tcPr marL="9525" marR="9525" marT="9525" marB="0" anchor="ctr"/>
                </a:tc>
                <a:tc>
                  <a:txBody>
                    <a:bodyPr/>
                    <a:lstStyle/>
                    <a:p>
                      <a:pPr algn="ctr" fontAlgn="b"/>
                      <a:r>
                        <a:rPr lang="en-US" sz="1100" b="0" i="0" u="none" strike="noStrike">
                          <a:solidFill>
                            <a:srgbClr val="000000"/>
                          </a:solidFill>
                          <a:effectLst/>
                          <a:latin typeface="MULISH REGULAR ROMAN"/>
                        </a:rPr>
                        <a:t>100%</a:t>
                      </a:r>
                    </a:p>
                  </a:txBody>
                  <a:tcPr marL="9525" marR="9525" marT="9525" marB="0" anchor="ctr"/>
                </a:tc>
                <a:extLst>
                  <a:ext uri="{0D108BD9-81ED-4DB2-BD59-A6C34878D82A}">
                    <a16:rowId xmlns:a16="http://schemas.microsoft.com/office/drawing/2014/main" val="10011"/>
                  </a:ext>
                </a:extLst>
              </a:tr>
              <a:tr h="324852">
                <a:tc>
                  <a:txBody>
                    <a:bodyPr/>
                    <a:lstStyle/>
                    <a:p>
                      <a:pPr marL="0" algn="ctr" rtl="0" eaLnBrk="1" fontAlgn="base" latinLnBrk="0" hangingPunct="1">
                        <a:spcBef>
                          <a:spcPts val="0"/>
                        </a:spcBef>
                        <a:spcAft>
                          <a:spcPts val="0"/>
                        </a:spcAft>
                      </a:pPr>
                      <a:r>
                        <a:rPr lang="en-US" sz="1100" b="0" kern="1200" dirty="0">
                          <a:effectLst/>
                          <a:latin typeface="MULISH REGULAR ROMAN"/>
                        </a:rPr>
                        <a:t>11</a:t>
                      </a:r>
                      <a:r>
                        <a:rPr lang="en-US" sz="1100" b="0" kern="1200" baseline="30000" dirty="0">
                          <a:effectLst/>
                          <a:latin typeface="MULISH REGULAR ROMAN"/>
                        </a:rPr>
                        <a:t>th</a:t>
                      </a:r>
                      <a:r>
                        <a:rPr lang="en-US" sz="1100" b="0" kern="1200" dirty="0">
                          <a:effectLst/>
                          <a:latin typeface="MULISH REGULAR ROMAN"/>
                        </a:rPr>
                        <a:t>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4</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a:solidFill>
                            <a:srgbClr val="000000"/>
                          </a:solidFill>
                          <a:effectLst/>
                          <a:latin typeface="MULISH REGULAR ROMAN"/>
                        </a:rPr>
                        <a:t>50%</a:t>
                      </a:r>
                    </a:p>
                  </a:txBody>
                  <a:tcPr marL="9525" marR="9525" marT="9525" marB="0" anchor="ctr"/>
                </a:tc>
                <a:tc>
                  <a:txBody>
                    <a:bodyPr/>
                    <a:lstStyle/>
                    <a:p>
                      <a:pPr algn="ctr" fontAlgn="b"/>
                      <a:r>
                        <a:rPr lang="en-US" sz="1100" b="0" i="0" u="none" strike="noStrike" dirty="0">
                          <a:solidFill>
                            <a:srgbClr val="000000"/>
                          </a:solidFill>
                          <a:effectLst/>
                          <a:latin typeface="MULISH REGULAR ROMAN"/>
                        </a:rPr>
                        <a:t>50%</a:t>
                      </a:r>
                    </a:p>
                  </a:txBody>
                  <a:tcPr marL="9525" marR="9525" marT="9525" marB="0" anchor="ctr"/>
                </a:tc>
                <a:extLst>
                  <a:ext uri="{0D108BD9-81ED-4DB2-BD59-A6C34878D82A}">
                    <a16:rowId xmlns:a16="http://schemas.microsoft.com/office/drawing/2014/main" val="10012"/>
                  </a:ext>
                </a:extLst>
              </a:tr>
              <a:tr h="324852">
                <a:tc>
                  <a:txBody>
                    <a:bodyPr/>
                    <a:lstStyle/>
                    <a:p>
                      <a:pPr marL="0" algn="ctr" rtl="0">
                        <a:spcBef>
                          <a:spcPts val="0"/>
                        </a:spcBef>
                        <a:spcAft>
                          <a:spcPts val="0"/>
                        </a:spcAft>
                      </a:pPr>
                      <a:r>
                        <a:rPr lang="en-US" sz="1100" b="0" kern="1200" dirty="0">
                          <a:effectLst/>
                          <a:latin typeface="MULISH REGULAR ROMAN"/>
                        </a:rPr>
                        <a:t>D.C. Circuit</a:t>
                      </a:r>
                      <a:endParaRPr lang="en-US" sz="1100" b="0" dirty="0">
                        <a:effectLst/>
                        <a:latin typeface="MULISH REGULAR ROMAN"/>
                      </a:endParaRPr>
                    </a:p>
                  </a:txBody>
                  <a:tcPr marL="0" marR="0" marT="0" marB="0" anchor="ctr"/>
                </a:tc>
                <a:tc>
                  <a:txBody>
                    <a:bodyPr/>
                    <a:lstStyle/>
                    <a:p>
                      <a:pPr algn="ctr" fontAlgn="b"/>
                      <a:r>
                        <a:rPr lang="en-US" sz="1100" b="0" i="0" u="none" strike="noStrike">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5</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dirty="0">
                          <a:solidFill>
                            <a:srgbClr val="000000"/>
                          </a:solidFill>
                          <a:effectLst/>
                          <a:latin typeface="MULISH REGULAR ROMAN"/>
                        </a:rPr>
                        <a:t>3</a:t>
                      </a:r>
                    </a:p>
                  </a:txBody>
                  <a:tcPr marL="9525" marR="9525" marT="9525" marB="0" anchor="ctr"/>
                </a:tc>
                <a:tc>
                  <a:txBody>
                    <a:bodyPr/>
                    <a:lstStyle/>
                    <a:p>
                      <a:pPr algn="ctr" fontAlgn="b"/>
                      <a:r>
                        <a:rPr lang="en-US" sz="1100" b="0" i="0" u="none" strike="noStrike">
                          <a:solidFill>
                            <a:srgbClr val="000000"/>
                          </a:solidFill>
                          <a:effectLst/>
                          <a:latin typeface="MULISH REGULAR ROMAN"/>
                        </a:rPr>
                        <a:t>40%</a:t>
                      </a:r>
                    </a:p>
                  </a:txBody>
                  <a:tcPr marL="9525" marR="9525" marT="9525" marB="0" anchor="ctr"/>
                </a:tc>
                <a:tc>
                  <a:txBody>
                    <a:bodyPr/>
                    <a:lstStyle/>
                    <a:p>
                      <a:pPr algn="ctr" fontAlgn="b"/>
                      <a:r>
                        <a:rPr lang="en-US" sz="1100" b="0" i="0" u="none" strike="noStrike" dirty="0">
                          <a:solidFill>
                            <a:srgbClr val="000000"/>
                          </a:solidFill>
                          <a:effectLst/>
                          <a:latin typeface="MULISH REGULAR ROMAN"/>
                        </a:rPr>
                        <a:t>60%</a:t>
                      </a:r>
                    </a:p>
                  </a:txBody>
                  <a:tcPr marL="9525" marR="9525" marT="9525" marB="0" anchor="ctr"/>
                </a:tc>
                <a:extLst>
                  <a:ext uri="{0D108BD9-81ED-4DB2-BD59-A6C34878D82A}">
                    <a16:rowId xmlns:a16="http://schemas.microsoft.com/office/drawing/2014/main" val="10013"/>
                  </a:ext>
                </a:extLst>
              </a:tr>
              <a:tr h="324852">
                <a:tc>
                  <a:txBody>
                    <a:bodyPr/>
                    <a:lstStyle/>
                    <a:p>
                      <a:pPr marL="0" algn="ctr" rtl="0">
                        <a:spcBef>
                          <a:spcPts val="0"/>
                        </a:spcBef>
                        <a:spcAft>
                          <a:spcPts val="0"/>
                        </a:spcAft>
                      </a:pPr>
                      <a:r>
                        <a:rPr lang="en-US" sz="1100" b="0" kern="1200" dirty="0">
                          <a:latin typeface="MULISH REGULAR ROMAN"/>
                        </a:rPr>
                        <a:t>Fed. Circuit​</a:t>
                      </a:r>
                      <a:endParaRPr lang="en-US" sz="1100" b="0" dirty="0">
                        <a:effectLst/>
                        <a:latin typeface="MULISH REGULAR ROMAN"/>
                      </a:endParaRPr>
                    </a:p>
                  </a:txBody>
                  <a:tcPr marL="0" marR="0" marT="0" marB="0" anchor="ctr"/>
                </a:tc>
                <a:tc>
                  <a:txBody>
                    <a:bodyPr/>
                    <a:lstStyle/>
                    <a:p>
                      <a:pPr algn="ctr" fontAlgn="b"/>
                      <a:r>
                        <a:rPr lang="en-US" sz="1100" b="0" i="0" u="none" strike="noStrike" dirty="0">
                          <a:solidFill>
                            <a:srgbClr val="000000"/>
                          </a:solidFill>
                          <a:effectLst/>
                          <a:latin typeface="MULISH REGULAR ROMAN"/>
                        </a:rPr>
                        <a:t>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1</a:t>
                      </a:r>
                    </a:p>
                  </a:txBody>
                  <a:tcPr marL="9525" marR="9525" marT="9525" marB="0" anchor="ctr"/>
                </a:tc>
                <a:tc>
                  <a:txBody>
                    <a:bodyPr/>
                    <a:lstStyle/>
                    <a:p>
                      <a:pPr algn="ctr" fontAlgn="b"/>
                      <a:r>
                        <a:rPr lang="en-US" sz="1100" b="0" i="0" u="none" strike="noStrike" dirty="0">
                          <a:solidFill>
                            <a:srgbClr val="000000"/>
                          </a:solidFill>
                          <a:effectLst/>
                          <a:latin typeface="MULISH REGULAR ROMAN"/>
                        </a:rPr>
                        <a:t>2</a:t>
                      </a:r>
                    </a:p>
                  </a:txBody>
                  <a:tcPr marL="9525" marR="9525" marT="9525" marB="0" anchor="ctr"/>
                </a:tc>
                <a:tc>
                  <a:txBody>
                    <a:bodyPr/>
                    <a:lstStyle/>
                    <a:p>
                      <a:pPr algn="ctr" fontAlgn="b"/>
                      <a:r>
                        <a:rPr lang="en-US" sz="1100" b="0" i="0" u="none" strike="noStrike">
                          <a:solidFill>
                            <a:srgbClr val="000000"/>
                          </a:solidFill>
                          <a:effectLst/>
                          <a:latin typeface="MULISH REGULAR ROMAN"/>
                        </a:rPr>
                        <a:t>33.3%</a:t>
                      </a:r>
                    </a:p>
                  </a:txBody>
                  <a:tcPr marL="9525" marR="9525" marT="9525" marB="0" anchor="ctr"/>
                </a:tc>
                <a:tc>
                  <a:txBody>
                    <a:bodyPr/>
                    <a:lstStyle/>
                    <a:p>
                      <a:pPr algn="ctr" fontAlgn="b"/>
                      <a:r>
                        <a:rPr lang="en-US" sz="1100" b="0" i="0" u="none" strike="noStrike" dirty="0">
                          <a:solidFill>
                            <a:srgbClr val="000000"/>
                          </a:solidFill>
                          <a:effectLst/>
                          <a:latin typeface="MULISH REGULAR ROMAN"/>
                        </a:rPr>
                        <a:t>66.7%</a:t>
                      </a:r>
                    </a:p>
                  </a:txBody>
                  <a:tcPr marL="9525" marR="9525" marT="9525" marB="0" anchor="ctr"/>
                </a:tc>
                <a:extLst>
                  <a:ext uri="{0D108BD9-81ED-4DB2-BD59-A6C34878D82A}">
                    <a16:rowId xmlns:a16="http://schemas.microsoft.com/office/drawing/2014/main" val="10014"/>
                  </a:ext>
                </a:extLst>
              </a:tr>
              <a:tr h="324852">
                <a:tc>
                  <a:txBody>
                    <a:bodyPr/>
                    <a:lstStyle/>
                    <a:p>
                      <a:pPr marL="0" algn="ctr" rtl="0" eaLnBrk="1" fontAlgn="auto" latinLnBrk="0" hangingPunct="1">
                        <a:spcBef>
                          <a:spcPts val="0"/>
                        </a:spcBef>
                        <a:spcAft>
                          <a:spcPts val="0"/>
                        </a:spcAft>
                      </a:pPr>
                      <a:r>
                        <a:rPr lang="en-US" sz="1100" b="1" kern="1200" dirty="0">
                          <a:latin typeface="MULISH REGULAR ROMAN" pitchFamily="2" charset="77"/>
                        </a:rPr>
                        <a:t>​Total</a:t>
                      </a:r>
                      <a:endParaRPr lang="en-US" sz="1100" b="1" dirty="0">
                        <a:effectLst/>
                        <a:latin typeface="MULISH REGULAR ROMAN" pitchFamily="2" charset="77"/>
                      </a:endParaRP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r>
                        <a:rPr lang="en-US" sz="1100" b="1" dirty="0">
                          <a:effectLst/>
                          <a:latin typeface="MULISH REGULAR ROMAN" pitchFamily="2" charset="77"/>
                        </a:rPr>
                        <a:t>62</a:t>
                      </a: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auto" latinLnBrk="0" hangingPunct="1">
                        <a:spcBef>
                          <a:spcPts val="0"/>
                        </a:spcBef>
                        <a:spcAft>
                          <a:spcPts val="0"/>
                        </a:spcAft>
                      </a:pPr>
                      <a:r>
                        <a:rPr lang="en-US" sz="1100" b="1" dirty="0">
                          <a:effectLst/>
                          <a:latin typeface="MULISH REGULAR ROMAN" pitchFamily="2" charset="77"/>
                        </a:rPr>
                        <a:t>59</a:t>
                      </a: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auto" latinLnBrk="0" hangingPunct="1">
                        <a:spcBef>
                          <a:spcPts val="0"/>
                        </a:spcBef>
                        <a:spcAft>
                          <a:spcPts val="0"/>
                        </a:spcAft>
                      </a:pPr>
                      <a:r>
                        <a:rPr lang="en-US" sz="1100" b="1" dirty="0">
                          <a:effectLst/>
                          <a:latin typeface="MULISH REGULAR ROMAN" pitchFamily="2" charset="77"/>
                        </a:rPr>
                        <a:t>15</a:t>
                      </a: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auto" latinLnBrk="0" hangingPunct="1">
                        <a:spcBef>
                          <a:spcPts val="0"/>
                        </a:spcBef>
                        <a:spcAft>
                          <a:spcPts val="0"/>
                        </a:spcAft>
                      </a:pPr>
                      <a:r>
                        <a:rPr lang="en-US" sz="1100" b="1" dirty="0">
                          <a:effectLst/>
                          <a:latin typeface="MULISH REGULAR ROMAN" pitchFamily="2" charset="77"/>
                        </a:rPr>
                        <a:t>44</a:t>
                      </a: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endParaRPr lang="en-US" sz="1100" b="1" dirty="0">
                        <a:effectLst/>
                        <a:latin typeface="MULISH REGULAR ROMAN" pitchFamily="2" charset="77"/>
                      </a:endParaRPr>
                    </a:p>
                  </a:txBody>
                  <a:tcPr marL="0" marR="0" marT="0" marB="0" anchor="ctr">
                    <a:lnL>
                      <a:noFill/>
                    </a:lnL>
                    <a:lnR>
                      <a:noFill/>
                    </a:lnR>
                    <a:lnB w="12700" cmpd="sng">
                      <a:noFill/>
                    </a:lnB>
                    <a:lnTlToBr w="12700" cmpd="sng">
                      <a:noFill/>
                      <a:prstDash val="solid"/>
                    </a:lnTlToBr>
                    <a:lnBlToTr w="12700" cmpd="sng">
                      <a:noFill/>
                      <a:prstDash val="solid"/>
                    </a:lnBlToTr>
                  </a:tcPr>
                </a:tc>
                <a:tc>
                  <a:txBody>
                    <a:bodyPr/>
                    <a:lstStyle/>
                    <a:p>
                      <a:pPr marL="0" algn="ctr" rtl="0" eaLnBrk="1" fontAlgn="base" latinLnBrk="0" hangingPunct="1">
                        <a:spcBef>
                          <a:spcPts val="0"/>
                        </a:spcBef>
                        <a:spcAft>
                          <a:spcPts val="0"/>
                        </a:spcAft>
                      </a:pPr>
                      <a:endParaRPr lang="en-US" sz="1100" b="1" dirty="0">
                        <a:effectLst/>
                        <a:latin typeface="MULISH REGULAR ROMAN" pitchFamily="2" charset="77"/>
                      </a:endParaRPr>
                    </a:p>
                  </a:txBody>
                  <a:tcPr marL="0" marR="0" marT="0" marB="0" anchor="ctr">
                    <a:lnL>
                      <a:noFill/>
                    </a:lnL>
                    <a:lnR>
                      <a:noFill/>
                    </a:lnR>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9"/>
                  </a:ext>
                </a:extLst>
              </a:tr>
            </a:tbl>
          </a:graphicData>
        </a:graphic>
      </p:graphicFrame>
      <p:sp>
        <p:nvSpPr>
          <p:cNvPr id="9" name="Title 9">
            <a:extLst>
              <a:ext uri="{FF2B5EF4-FFF2-40B4-BE49-F238E27FC236}">
                <a16:creationId xmlns:a16="http://schemas.microsoft.com/office/drawing/2014/main" id="{FB458F45-4DA8-A94D-8CED-F9D64AF83BD0}"/>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CIRCUIT SCORECARD</a:t>
            </a:r>
          </a:p>
        </p:txBody>
      </p:sp>
      <p:sp>
        <p:nvSpPr>
          <p:cNvPr id="2" name="TextBox 1">
            <a:extLst>
              <a:ext uri="{FF2B5EF4-FFF2-40B4-BE49-F238E27FC236}">
                <a16:creationId xmlns:a16="http://schemas.microsoft.com/office/drawing/2014/main" id="{6B70F8D5-0CCD-8D43-B264-3D7D2506C878}"/>
              </a:ext>
            </a:extLst>
          </p:cNvPr>
          <p:cNvSpPr txBox="1"/>
          <p:nvPr/>
        </p:nvSpPr>
        <p:spPr>
          <a:xfrm>
            <a:off x="320847" y="6003935"/>
            <a:ext cx="10672816" cy="738664"/>
          </a:xfrm>
          <a:prstGeom prst="rect">
            <a:avLst/>
          </a:prstGeom>
          <a:noFill/>
          <a:ln>
            <a:solidFill>
              <a:schemeClr val="tx1"/>
            </a:solidFill>
          </a:ln>
        </p:spPr>
        <p:txBody>
          <a:bodyPr wrap="square" rtlCol="0">
            <a:spAutoFit/>
          </a:bodyPr>
          <a:lstStyle/>
          <a:p>
            <a:r>
              <a:rPr lang="en-US" sz="1050" dirty="0">
                <a:latin typeface="MULISH BLACK ROMAN"/>
                <a:cs typeface="Calibri" panose="020F0502020204030204"/>
              </a:rPr>
              <a:t>We treat consolidated cases emerging from the same lower court as single entries. Alternatively, we treat </a:t>
            </a:r>
            <a:r>
              <a:rPr lang="en-US" sz="1050" i="1" dirty="0">
                <a:latin typeface="MULISH BLACK ROMAN"/>
                <a:cs typeface="Calibri" panose="020F0502020204030204"/>
              </a:rPr>
              <a:t>Trump v. CASA</a:t>
            </a:r>
            <a:r>
              <a:rPr lang="en-US" sz="1050" dirty="0">
                <a:latin typeface="MULISH BLACK ROMAN"/>
                <a:cs typeface="Calibri" panose="020F0502020204030204"/>
              </a:rPr>
              <a:t> as three separate entries that reversed the U.S. Courts of Appeal for the First, Fourth, and Ninth Circuits. </a:t>
            </a:r>
          </a:p>
          <a:p>
            <a:endParaRPr lang="en-US" sz="1050" dirty="0">
              <a:latin typeface="MULISH BLACK ROMAN"/>
              <a:cs typeface="Calibri" panose="020F0502020204030204"/>
            </a:endParaRPr>
          </a:p>
          <a:p>
            <a:r>
              <a:rPr lang="en-US" sz="1050" dirty="0">
                <a:latin typeface="MULISH BLACK ROMAN"/>
                <a:cs typeface="Calibri" panose="020F0502020204030204"/>
              </a:rPr>
              <a:t>* Three cases from the U.S. Court of Appeals for the Ninth Circuit were dismissed as improvidently granted and are not recorded as having been affirmed or reversed. </a:t>
            </a:r>
          </a:p>
        </p:txBody>
      </p:sp>
      <p:sp>
        <p:nvSpPr>
          <p:cNvPr id="4" name="Slide Number Placeholder 3">
            <a:extLst>
              <a:ext uri="{FF2B5EF4-FFF2-40B4-BE49-F238E27FC236}">
                <a16:creationId xmlns:a16="http://schemas.microsoft.com/office/drawing/2014/main" id="{38E6075F-5AE1-A00C-D457-F834E0B564D9}"/>
              </a:ext>
            </a:extLst>
          </p:cNvPr>
          <p:cNvSpPr>
            <a:spLocks noGrp="1"/>
          </p:cNvSpPr>
          <p:nvPr>
            <p:ph type="sldNum" sz="quarter" idx="12"/>
          </p:nvPr>
        </p:nvSpPr>
        <p:spPr/>
        <p:txBody>
          <a:bodyPr/>
          <a:lstStyle/>
          <a:p>
            <a:fld id="{5E212BD6-99D2-4430-8307-3DFF6CB1AF68}" type="slidenum">
              <a:rPr lang="en-US" smtClean="0"/>
              <a:t>17</a:t>
            </a:fld>
            <a:endParaRPr lang="en-US" dirty="0"/>
          </a:p>
        </p:txBody>
      </p:sp>
    </p:spTree>
    <p:extLst>
      <p:ext uri="{BB962C8B-B14F-4D97-AF65-F5344CB8AC3E}">
        <p14:creationId xmlns:p14="http://schemas.microsoft.com/office/powerpoint/2010/main" val="1033537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406D52-82A8-6473-8110-4FD9B07680DD}"/>
              </a:ext>
            </a:extLst>
          </p:cNvPr>
          <p:cNvSpPr>
            <a:spLocks noGrp="1" noRot="1" noMove="1" noResize="1" noEditPoints="1" noAdjustHandles="1" noChangeArrowheads="1" noChangeShapeType="1"/>
          </p:cNvSpPr>
          <p:nvPr/>
        </p:nvSpPr>
        <p:spPr>
          <a:xfrm>
            <a:off x="6133437" y="786952"/>
            <a:ext cx="5215463" cy="3137041"/>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82556918"/>
              </p:ext>
            </p:extLst>
          </p:nvPr>
        </p:nvGraphicFramePr>
        <p:xfrm>
          <a:off x="207817" y="3923993"/>
          <a:ext cx="11141083" cy="2470929"/>
        </p:xfrm>
        <a:graphic>
          <a:graphicData uri="http://schemas.openxmlformats.org/drawingml/2006/table">
            <a:tbl>
              <a:tblPr firstRow="1" bandRow="1">
                <a:tableStyleId>{C083E6E3-FA7D-4D7B-A595-EF9225AFEA82}</a:tableStyleId>
              </a:tblPr>
              <a:tblGrid>
                <a:gridCol w="904859">
                  <a:extLst>
                    <a:ext uri="{9D8B030D-6E8A-4147-A177-3AD203B41FA5}">
                      <a16:colId xmlns:a16="http://schemas.microsoft.com/office/drawing/2014/main" val="20000"/>
                    </a:ext>
                  </a:extLst>
                </a:gridCol>
                <a:gridCol w="768100">
                  <a:extLst>
                    <a:ext uri="{9D8B030D-6E8A-4147-A177-3AD203B41FA5}">
                      <a16:colId xmlns:a16="http://schemas.microsoft.com/office/drawing/2014/main" val="20001"/>
                    </a:ext>
                  </a:extLst>
                </a:gridCol>
                <a:gridCol w="2554941">
                  <a:extLst>
                    <a:ext uri="{9D8B030D-6E8A-4147-A177-3AD203B41FA5}">
                      <a16:colId xmlns:a16="http://schemas.microsoft.com/office/drawing/2014/main" val="20002"/>
                    </a:ext>
                  </a:extLst>
                </a:gridCol>
                <a:gridCol w="912222">
                  <a:extLst>
                    <a:ext uri="{9D8B030D-6E8A-4147-A177-3AD203B41FA5}">
                      <a16:colId xmlns:a16="http://schemas.microsoft.com/office/drawing/2014/main" val="20003"/>
                    </a:ext>
                  </a:extLst>
                </a:gridCol>
                <a:gridCol w="1249105">
                  <a:extLst>
                    <a:ext uri="{9D8B030D-6E8A-4147-A177-3AD203B41FA5}">
                      <a16:colId xmlns:a16="http://schemas.microsoft.com/office/drawing/2014/main" val="20004"/>
                    </a:ext>
                  </a:extLst>
                </a:gridCol>
                <a:gridCol w="1313491">
                  <a:extLst>
                    <a:ext uri="{9D8B030D-6E8A-4147-A177-3AD203B41FA5}">
                      <a16:colId xmlns:a16="http://schemas.microsoft.com/office/drawing/2014/main" val="20005"/>
                    </a:ext>
                  </a:extLst>
                </a:gridCol>
                <a:gridCol w="1622550">
                  <a:extLst>
                    <a:ext uri="{9D8B030D-6E8A-4147-A177-3AD203B41FA5}">
                      <a16:colId xmlns:a16="http://schemas.microsoft.com/office/drawing/2014/main" val="20006"/>
                    </a:ext>
                  </a:extLst>
                </a:gridCol>
                <a:gridCol w="1815815">
                  <a:extLst>
                    <a:ext uri="{9D8B030D-6E8A-4147-A177-3AD203B41FA5}">
                      <a16:colId xmlns:a16="http://schemas.microsoft.com/office/drawing/2014/main" val="20007"/>
                    </a:ext>
                  </a:extLst>
                </a:gridCol>
              </a:tblGrid>
              <a:tr h="290014">
                <a:tc>
                  <a:txBody>
                    <a:bodyPr/>
                    <a:lstStyle/>
                    <a:p>
                      <a:pPr algn="l"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Rank</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Case</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Days</a:t>
                      </a:r>
                      <a:endParaRPr lang="en-US" sz="1100" b="1" i="0" u="none" strike="noStrike" dirty="0">
                        <a:solidFill>
                          <a:schemeClr val="tx1"/>
                        </a:solidFill>
                        <a:effectLst/>
                        <a:latin typeface="MULISH REGULAR ROMAN" pitchFamily="2" charset="77"/>
                      </a:endParaRPr>
                    </a:p>
                  </a:txBody>
                  <a:tcPr marL="0"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Author</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Vote</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Argued</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Decided</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98265">
                <a:tc rowSpan="5">
                  <a:txBody>
                    <a:bodyPr/>
                    <a:lstStyle/>
                    <a:p>
                      <a:pPr algn="ctr" fontAlgn="b"/>
                      <a:r>
                        <a:rPr lang="en-US" sz="1100" b="1" u="none" strike="noStrike" dirty="0">
                          <a:solidFill>
                            <a:schemeClr val="tx1"/>
                          </a:solidFill>
                          <a:effectLst/>
                          <a:latin typeface="MULISH REGULAR ROMAN" pitchFamily="2" charset="77"/>
                        </a:rPr>
                        <a:t>Shortest</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u="none" strike="noStrike" dirty="0">
                          <a:solidFill>
                            <a:schemeClr val="tx1"/>
                          </a:solidFill>
                          <a:effectLst/>
                          <a:latin typeface="MULISH REGULAR ROMAN" pitchFamily="2" charset="77"/>
                        </a:rPr>
                        <a:t>1</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TikTok</a:t>
                      </a:r>
                    </a:p>
                  </a:txBody>
                  <a:tcPr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8</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9-0</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01/10/2025</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01/17/2025</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2</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Facebook</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17</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11/06/2024</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11/22/2024</a:t>
                      </a: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3</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Drummond</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23</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4-4</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04/30/2025</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05/22/2025</a:t>
                      </a: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4</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NVIDIA</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29</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PC</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11/13/2024</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12/11/2024</a:t>
                      </a: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5</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Laboratory Corp</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38</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PC</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04/29/2025</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06/05/2025</a:t>
                      </a:r>
                    </a:p>
                  </a:txBody>
                  <a:tcPr marL="9525" marR="9525" marT="952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98265">
                <a:tc rowSpan="6">
                  <a:txBody>
                    <a:bodyPr/>
                    <a:lstStyle/>
                    <a:p>
                      <a:pPr algn="ctr" fontAlgn="b"/>
                      <a:r>
                        <a:rPr lang="en-US" sz="1100" b="1" u="none" strike="noStrike" dirty="0">
                          <a:solidFill>
                            <a:schemeClr val="tx1"/>
                          </a:solidFill>
                          <a:effectLst/>
                          <a:latin typeface="MULISH REGULAR ROMAN" pitchFamily="2" charset="77"/>
                        </a:rPr>
                        <a:t>Longest</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1</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err="1">
                          <a:solidFill>
                            <a:srgbClr val="000000"/>
                          </a:solidFill>
                          <a:effectLst/>
                          <a:latin typeface="Calibri" panose="020F0502020204030204" pitchFamily="34" charset="0"/>
                        </a:rPr>
                        <a:t>Skrmetti</a:t>
                      </a:r>
                      <a:endParaRPr lang="en-US" sz="1100" b="0" i="1"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197</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Roberts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12/04/2024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06/18/2025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2</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Calibri" panose="020F0502020204030204" pitchFamily="34" charset="0"/>
                        </a:rPr>
                        <a:t>Advocate Christ Medical</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176</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Barrett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11/05/2024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04/29/2025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3</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Calibri" panose="020F0502020204030204" pitchFamily="34" charset="0"/>
                        </a:rPr>
                        <a:t>Seven County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171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Kavanaugh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8-0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12/10/2024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05/29/2025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4</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Calibri" panose="020F0502020204030204" pitchFamily="34" charset="0"/>
                        </a:rPr>
                        <a:t>Vanderstok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170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Gorsuch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10/08/2024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03/26/2025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19826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5</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Calibri" panose="020F0502020204030204" pitchFamily="34" charset="0"/>
                        </a:rPr>
                        <a:t>Medical Marijuana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170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Barrett</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5-4</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10/15/2024</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04/02/2025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7"/>
                  </a:ext>
                </a:extLst>
              </a:tr>
            </a:tbl>
          </a:graphicData>
        </a:graphic>
      </p:graphicFrame>
      <p:graphicFrame>
        <p:nvGraphicFramePr>
          <p:cNvPr id="12" name="Table 11">
            <a:extLst>
              <a:ext uri="{FF2B5EF4-FFF2-40B4-BE49-F238E27FC236}">
                <a16:creationId xmlns:a16="http://schemas.microsoft.com/office/drawing/2014/main" id="{77B39914-3BE8-3842-B5A4-CA67D740F9D1}"/>
              </a:ext>
            </a:extLst>
          </p:cNvPr>
          <p:cNvGraphicFramePr>
            <a:graphicFrameLocks noGrp="1"/>
          </p:cNvGraphicFramePr>
          <p:nvPr>
            <p:extLst>
              <p:ext uri="{D42A27DB-BD31-4B8C-83A1-F6EECF244321}">
                <p14:modId xmlns:p14="http://schemas.microsoft.com/office/powerpoint/2010/main" val="1537620183"/>
              </p:ext>
            </p:extLst>
          </p:nvPr>
        </p:nvGraphicFramePr>
        <p:xfrm>
          <a:off x="441315" y="808786"/>
          <a:ext cx="2743200" cy="2932045"/>
        </p:xfrm>
        <a:graphic>
          <a:graphicData uri="http://schemas.openxmlformats.org/drawingml/2006/table">
            <a:tbl>
              <a:tblPr bandRow="1">
                <a:tableStyleId>{C083E6E3-FA7D-4D7B-A595-EF9225AFEA82}</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gridSpan="2">
                  <a:txBody>
                    <a:bodyPr/>
                    <a:lstStyle/>
                    <a:p>
                      <a:pPr algn="ctr" fontAlgn="b"/>
                      <a:endParaRPr lang="en-US" sz="1400" b="1" i="0" u="none" strike="noStrike" dirty="0">
                        <a:solidFill>
                          <a:schemeClr val="tx1"/>
                        </a:solidFill>
                        <a:effectLst/>
                        <a:latin typeface="MULISH BOLD ROMAN" pitchFamily="2" charset="77"/>
                      </a:endParaRPr>
                    </a:p>
                  </a:txBody>
                  <a:tcPr marL="9525" marR="9525" marT="9525" marB="0" anchor="ctr">
                    <a:lnL>
                      <a:noFill/>
                    </a:lnL>
                    <a:lnR>
                      <a:noFill/>
                    </a:lnR>
                    <a:lnT w="12700" cmpd="sng">
                      <a:noFill/>
                    </a:lnT>
                    <a:lnB>
                      <a:noFill/>
                    </a:lnB>
                    <a:lnTlToBr w="12700" cmpd="sng">
                      <a:noFill/>
                      <a:prstDash val="solid"/>
                    </a:lnTlToBr>
                    <a:lnBlToTr w="12700" cmpd="sng">
                      <a:noFill/>
                      <a:prstDash val="solid"/>
                    </a:lnBlToTr>
                    <a:solidFill>
                      <a:schemeClr val="bg1">
                        <a:alpha val="20000"/>
                      </a:schemeClr>
                    </a:solidFill>
                  </a:tcPr>
                </a:tc>
                <a:tc hMerge="1">
                  <a:txBody>
                    <a:bodyPr/>
                    <a:lstStyle/>
                    <a:p>
                      <a:endParaRPr lang="en-US"/>
                    </a:p>
                  </a:txBody>
                  <a:tcPr/>
                </a:tc>
                <a:extLst>
                  <a:ext uri="{0D108BD9-81ED-4DB2-BD59-A6C34878D82A}">
                    <a16:rowId xmlns:a16="http://schemas.microsoft.com/office/drawing/2014/main" val="1513308354"/>
                  </a:ext>
                </a:extLst>
              </a:tr>
              <a:tr h="448584">
                <a:tc gridSpan="2">
                  <a:txBody>
                    <a:bodyPr/>
                    <a:lstStyle/>
                    <a:p>
                      <a:pPr algn="ctr" fontAlgn="b"/>
                      <a:r>
                        <a:rPr lang="en-US" sz="1300" b="1" i="0" u="none" strike="noStrike" dirty="0">
                          <a:solidFill>
                            <a:schemeClr val="tx1"/>
                          </a:solidFill>
                          <a:effectLst/>
                          <a:latin typeface="MULISH BOLD ROMAN" pitchFamily="2" charset="77"/>
                        </a:rPr>
                        <a:t>Average Days by Justice</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254523">
                <a:tc>
                  <a:txBody>
                    <a:bodyPr/>
                    <a:lstStyle/>
                    <a:p>
                      <a:pPr algn="ctr" fontAlgn="b"/>
                      <a:r>
                        <a:rPr lang="en-US" sz="1100" b="0" i="0" u="none" strike="noStrike" dirty="0">
                          <a:solidFill>
                            <a:srgbClr val="000000"/>
                          </a:solidFill>
                          <a:effectLst/>
                          <a:latin typeface="MULISH REGULAR ROMAN" pitchFamily="2" charset="77"/>
                        </a:rPr>
                        <a:t>Roberts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107.67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4523">
                <a:tc>
                  <a:txBody>
                    <a:bodyPr/>
                    <a:lstStyle/>
                    <a:p>
                      <a:pPr algn="ctr" fontAlgn="b"/>
                      <a:r>
                        <a:rPr lang="en-US" sz="1100" b="0" u="none" strike="noStrike" dirty="0">
                          <a:solidFill>
                            <a:srgbClr val="000000"/>
                          </a:solidFill>
                          <a:effectLst/>
                          <a:latin typeface="MULISH REGULAR ROMAN" pitchFamily="2" charset="77"/>
                        </a:rPr>
                        <a:t>Thomas</a:t>
                      </a:r>
                      <a:endParaRPr lang="en-US" sz="1100" b="0" i="0" u="none" strike="noStrike" dirty="0">
                        <a:solidFill>
                          <a:srgbClr val="000000"/>
                        </a:solidFill>
                        <a:effectLst/>
                        <a:latin typeface="MULISH REGULAR ROMAN" pitchFamily="2" charset="77"/>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106.86</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392">
                <a:tc>
                  <a:txBody>
                    <a:bodyPr/>
                    <a:lstStyle/>
                    <a:p>
                      <a:pPr algn="ctr" fontAlgn="b"/>
                      <a:r>
                        <a:rPr lang="en-US" sz="1100" b="0" i="0" u="none" strike="noStrike" dirty="0">
                          <a:solidFill>
                            <a:srgbClr val="000000"/>
                          </a:solidFill>
                          <a:effectLst/>
                          <a:latin typeface="MULISH REGULAR ROMAN" pitchFamily="2" charset="77"/>
                        </a:rPr>
                        <a:t>Alito</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93.83</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4523">
                <a:tc>
                  <a:txBody>
                    <a:bodyPr/>
                    <a:lstStyle/>
                    <a:p>
                      <a:pPr algn="ctr" fontAlgn="b"/>
                      <a:r>
                        <a:rPr lang="en-US" sz="1100" b="0" u="none" strike="noStrike" dirty="0">
                          <a:solidFill>
                            <a:srgbClr val="000000"/>
                          </a:solidFill>
                          <a:effectLst/>
                          <a:latin typeface="MULISH REGULAR ROMAN" pitchFamily="2" charset="77"/>
                        </a:rPr>
                        <a:t>Sotomayor</a:t>
                      </a:r>
                      <a:endParaRPr lang="en-US" sz="1100" b="0" i="0" u="none" strike="noStrike" dirty="0">
                        <a:solidFill>
                          <a:srgbClr val="000000"/>
                        </a:solidFill>
                        <a:effectLst/>
                        <a:latin typeface="MULISH REGULAR ROMAN" pitchFamily="2" charset="77"/>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91.67</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54523">
                <a:tc>
                  <a:txBody>
                    <a:bodyPr/>
                    <a:lstStyle/>
                    <a:p>
                      <a:pPr algn="ctr" fontAlgn="b"/>
                      <a:r>
                        <a:rPr lang="en-US" sz="1100" b="0" u="none" strike="noStrike" dirty="0">
                          <a:solidFill>
                            <a:srgbClr val="000000"/>
                          </a:solidFill>
                          <a:effectLst/>
                          <a:latin typeface="MULISH REGULAR ROMAN" pitchFamily="2" charset="77"/>
                        </a:rPr>
                        <a:t>Kagan</a:t>
                      </a:r>
                      <a:endParaRPr lang="en-US" sz="1100" b="0" i="0" u="none" strike="noStrike" dirty="0">
                        <a:solidFill>
                          <a:srgbClr val="000000"/>
                        </a:solidFill>
                        <a:effectLst/>
                        <a:latin typeface="MULISH REGULAR ROMAN" pitchFamily="2" charset="77"/>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98.5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54523">
                <a:tc>
                  <a:txBody>
                    <a:bodyPr/>
                    <a:lstStyle/>
                    <a:p>
                      <a:pPr algn="ctr" fontAlgn="b"/>
                      <a:r>
                        <a:rPr lang="en-US" sz="1100" b="0" i="0" u="none" strike="noStrike" dirty="0">
                          <a:solidFill>
                            <a:srgbClr val="000000"/>
                          </a:solidFill>
                          <a:effectLst/>
                          <a:latin typeface="MULISH REGULAR ROMAN" pitchFamily="2" charset="77"/>
                        </a:rPr>
                        <a:t>Gorsuch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127.5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54523">
                <a:tc>
                  <a:txBody>
                    <a:bodyPr/>
                    <a:lstStyle/>
                    <a:p>
                      <a:pPr algn="ctr" fontAlgn="b"/>
                      <a:r>
                        <a:rPr lang="en-US" sz="1100" b="0" u="none" strike="noStrike" dirty="0">
                          <a:solidFill>
                            <a:srgbClr val="000000"/>
                          </a:solidFill>
                          <a:effectLst/>
                          <a:latin typeface="MULISH REGULAR ROMAN" pitchFamily="2" charset="77"/>
                        </a:rPr>
                        <a:t>Kavanaugh</a:t>
                      </a:r>
                      <a:endParaRPr lang="en-US" sz="1100" b="0" i="0" u="none" strike="noStrike" dirty="0">
                        <a:solidFill>
                          <a:srgbClr val="000000"/>
                        </a:solidFill>
                        <a:effectLst/>
                        <a:latin typeface="MULISH REGULAR ROMAN" pitchFamily="2" charset="77"/>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109.29</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54523">
                <a:tc>
                  <a:txBody>
                    <a:bodyPr/>
                    <a:lstStyle/>
                    <a:p>
                      <a:pPr algn="ctr" fontAlgn="b"/>
                      <a:r>
                        <a:rPr lang="en-US" sz="1100" b="0" i="0" u="none" strike="noStrike" dirty="0">
                          <a:solidFill>
                            <a:srgbClr val="000000"/>
                          </a:solidFill>
                          <a:effectLst/>
                          <a:latin typeface="MULISH REGULAR ROMAN" pitchFamily="2" charset="77"/>
                        </a:rPr>
                        <a:t>Barrett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124.86</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54523">
                <a:tc>
                  <a:txBody>
                    <a:bodyPr/>
                    <a:lstStyle/>
                    <a:p>
                      <a:pPr algn="ctr" fontAlgn="b"/>
                      <a:r>
                        <a:rPr lang="en-US" sz="1100" b="0" i="0" u="none" strike="noStrike" dirty="0">
                          <a:solidFill>
                            <a:srgbClr val="000000"/>
                          </a:solidFill>
                          <a:effectLst/>
                          <a:latin typeface="MULISH REGULAR ROMAN" pitchFamily="2" charset="77"/>
                        </a:rPr>
                        <a:t>Jackson</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102.2</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8" name="Title 9">
            <a:extLst>
              <a:ext uri="{FF2B5EF4-FFF2-40B4-BE49-F238E27FC236}">
                <a16:creationId xmlns:a16="http://schemas.microsoft.com/office/drawing/2014/main" id="{1158FEDE-D390-394F-8BD0-9BEC52197111}"/>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DAYS BETWEEN ARGUMENT &amp; OPINION</a:t>
            </a:r>
          </a:p>
        </p:txBody>
      </p:sp>
      <p:sp>
        <p:nvSpPr>
          <p:cNvPr id="6" name="TextBox 5">
            <a:extLst>
              <a:ext uri="{FF2B5EF4-FFF2-40B4-BE49-F238E27FC236}">
                <a16:creationId xmlns:a16="http://schemas.microsoft.com/office/drawing/2014/main" id="{9A4C9617-2FF2-3240-A229-AA4D72AB9586}"/>
              </a:ext>
            </a:extLst>
          </p:cNvPr>
          <p:cNvSpPr txBox="1"/>
          <p:nvPr/>
        </p:nvSpPr>
        <p:spPr>
          <a:xfrm>
            <a:off x="3887873" y="1173965"/>
            <a:ext cx="1690778" cy="292388"/>
          </a:xfrm>
          <a:prstGeom prst="rect">
            <a:avLst/>
          </a:prstGeom>
          <a:noFill/>
        </p:spPr>
        <p:txBody>
          <a:bodyPr wrap="square" rtlCol="0">
            <a:spAutoFit/>
          </a:bodyPr>
          <a:lstStyle/>
          <a:p>
            <a:pPr algn="ctr"/>
            <a:r>
              <a:rPr lang="en-US" sz="1300" b="1" dirty="0">
                <a:latin typeface="MULISH BOLD ROMAN" pitchFamily="2" charset="77"/>
              </a:rPr>
              <a:t>Average Days by Term</a:t>
            </a:r>
          </a:p>
        </p:txBody>
      </p:sp>
      <p:sp>
        <p:nvSpPr>
          <p:cNvPr id="2" name="TextBox 1">
            <a:extLst>
              <a:ext uri="{FF2B5EF4-FFF2-40B4-BE49-F238E27FC236}">
                <a16:creationId xmlns:a16="http://schemas.microsoft.com/office/drawing/2014/main" id="{D94AC198-E753-1886-71E0-46B240C76C77}"/>
              </a:ext>
            </a:extLst>
          </p:cNvPr>
          <p:cNvSpPr txBox="1"/>
          <p:nvPr/>
        </p:nvSpPr>
        <p:spPr>
          <a:xfrm>
            <a:off x="3887873" y="1466353"/>
            <a:ext cx="1690777" cy="1107996"/>
          </a:xfrm>
          <a:prstGeom prst="rect">
            <a:avLst/>
          </a:prstGeom>
          <a:noFill/>
          <a:ln>
            <a:solidFill>
              <a:schemeClr val="tx1"/>
            </a:solidFill>
          </a:ln>
        </p:spPr>
        <p:txBody>
          <a:bodyPr wrap="square" rtlCol="0">
            <a:spAutoFit/>
          </a:bodyPr>
          <a:lstStyle/>
          <a:p>
            <a:r>
              <a:rPr lang="en-US" sz="1100" dirty="0">
                <a:latin typeface="MULISH REGULAR ROMAN"/>
              </a:rPr>
              <a:t>Figure shows the average number of days between oral arguments and the rendering of a decision for a case between the 2005 and 2024 terms. </a:t>
            </a:r>
          </a:p>
        </p:txBody>
      </p:sp>
      <p:sp>
        <p:nvSpPr>
          <p:cNvPr id="9" name="Slide Number Placeholder 8">
            <a:extLst>
              <a:ext uri="{FF2B5EF4-FFF2-40B4-BE49-F238E27FC236}">
                <a16:creationId xmlns:a16="http://schemas.microsoft.com/office/drawing/2014/main" id="{C58BBD9E-901F-8D77-A3B8-73BF64F90814}"/>
              </a:ext>
            </a:extLst>
          </p:cNvPr>
          <p:cNvSpPr>
            <a:spLocks noGrp="1"/>
          </p:cNvSpPr>
          <p:nvPr>
            <p:ph type="sldNum" sz="quarter" idx="12"/>
          </p:nvPr>
        </p:nvSpPr>
        <p:spPr/>
        <p:txBody>
          <a:bodyPr/>
          <a:lstStyle/>
          <a:p>
            <a:fld id="{5E212BD6-99D2-4430-8307-3DFF6CB1AF68}" type="slidenum">
              <a:rPr lang="en-US" smtClean="0"/>
              <a:t>18</a:t>
            </a:fld>
            <a:endParaRPr lang="en-US"/>
          </a:p>
        </p:txBody>
      </p:sp>
      <p:pic>
        <p:nvPicPr>
          <p:cNvPr id="4" name="Picture 3" descr="A graph with numbers and lines&#10;&#10;AI-generated content may be incorrect.">
            <a:extLst>
              <a:ext uri="{FF2B5EF4-FFF2-40B4-BE49-F238E27FC236}">
                <a16:creationId xmlns:a16="http://schemas.microsoft.com/office/drawing/2014/main" id="{0AC436F4-A748-447E-D11E-96635A4580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33437" y="772253"/>
            <a:ext cx="5252900" cy="3151740"/>
          </a:xfrm>
          <a:prstGeom prst="rect">
            <a:avLst/>
          </a:prstGeom>
        </p:spPr>
      </p:pic>
    </p:spTree>
    <p:extLst>
      <p:ext uri="{BB962C8B-B14F-4D97-AF65-F5344CB8AC3E}">
        <p14:creationId xmlns:p14="http://schemas.microsoft.com/office/powerpoint/2010/main" val="605018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FEE743B-3743-7B46-A02B-4C621618C449}"/>
              </a:ext>
            </a:extLst>
          </p:cNvPr>
          <p:cNvGraphicFramePr>
            <a:graphicFrameLocks noGrp="1"/>
          </p:cNvGraphicFramePr>
          <p:nvPr>
            <p:extLst>
              <p:ext uri="{D42A27DB-BD31-4B8C-83A1-F6EECF244321}">
                <p14:modId xmlns:p14="http://schemas.microsoft.com/office/powerpoint/2010/main" val="1182959336"/>
              </p:ext>
            </p:extLst>
          </p:nvPr>
        </p:nvGraphicFramePr>
        <p:xfrm>
          <a:off x="224287" y="961859"/>
          <a:ext cx="11645661" cy="5351850"/>
        </p:xfrm>
        <a:graphic>
          <a:graphicData uri="http://schemas.openxmlformats.org/drawingml/2006/table">
            <a:tbl>
              <a:tblPr firstRow="1" bandRow="1">
                <a:tableStyleId>{C083E6E3-FA7D-4D7B-A595-EF9225AFEA82}</a:tableStyleId>
              </a:tblPr>
              <a:tblGrid>
                <a:gridCol w="853902">
                  <a:extLst>
                    <a:ext uri="{9D8B030D-6E8A-4147-A177-3AD203B41FA5}">
                      <a16:colId xmlns:a16="http://schemas.microsoft.com/office/drawing/2014/main" val="20000"/>
                    </a:ext>
                  </a:extLst>
                </a:gridCol>
                <a:gridCol w="341651">
                  <a:extLst>
                    <a:ext uri="{9D8B030D-6E8A-4147-A177-3AD203B41FA5}">
                      <a16:colId xmlns:a16="http://schemas.microsoft.com/office/drawing/2014/main" val="1952344982"/>
                    </a:ext>
                  </a:extLst>
                </a:gridCol>
                <a:gridCol w="1080468">
                  <a:extLst>
                    <a:ext uri="{9D8B030D-6E8A-4147-A177-3AD203B41FA5}">
                      <a16:colId xmlns:a16="http://schemas.microsoft.com/office/drawing/2014/main" val="20001"/>
                    </a:ext>
                  </a:extLst>
                </a:gridCol>
                <a:gridCol w="1080468">
                  <a:extLst>
                    <a:ext uri="{9D8B030D-6E8A-4147-A177-3AD203B41FA5}">
                      <a16:colId xmlns:a16="http://schemas.microsoft.com/office/drawing/2014/main" val="20002"/>
                    </a:ext>
                  </a:extLst>
                </a:gridCol>
                <a:gridCol w="1080468">
                  <a:extLst>
                    <a:ext uri="{9D8B030D-6E8A-4147-A177-3AD203B41FA5}">
                      <a16:colId xmlns:a16="http://schemas.microsoft.com/office/drawing/2014/main" val="20003"/>
                    </a:ext>
                  </a:extLst>
                </a:gridCol>
                <a:gridCol w="1080468">
                  <a:extLst>
                    <a:ext uri="{9D8B030D-6E8A-4147-A177-3AD203B41FA5}">
                      <a16:colId xmlns:a16="http://schemas.microsoft.com/office/drawing/2014/main" val="20004"/>
                    </a:ext>
                  </a:extLst>
                </a:gridCol>
                <a:gridCol w="1080468">
                  <a:extLst>
                    <a:ext uri="{9D8B030D-6E8A-4147-A177-3AD203B41FA5}">
                      <a16:colId xmlns:a16="http://schemas.microsoft.com/office/drawing/2014/main" val="20005"/>
                    </a:ext>
                  </a:extLst>
                </a:gridCol>
                <a:gridCol w="1080468">
                  <a:extLst>
                    <a:ext uri="{9D8B030D-6E8A-4147-A177-3AD203B41FA5}">
                      <a16:colId xmlns:a16="http://schemas.microsoft.com/office/drawing/2014/main" val="20006"/>
                    </a:ext>
                  </a:extLst>
                </a:gridCol>
                <a:gridCol w="1080468">
                  <a:extLst>
                    <a:ext uri="{9D8B030D-6E8A-4147-A177-3AD203B41FA5}">
                      <a16:colId xmlns:a16="http://schemas.microsoft.com/office/drawing/2014/main" val="20007"/>
                    </a:ext>
                  </a:extLst>
                </a:gridCol>
                <a:gridCol w="1144295">
                  <a:extLst>
                    <a:ext uri="{9D8B030D-6E8A-4147-A177-3AD203B41FA5}">
                      <a16:colId xmlns:a16="http://schemas.microsoft.com/office/drawing/2014/main" val="3152721366"/>
                    </a:ext>
                  </a:extLst>
                </a:gridCol>
                <a:gridCol w="1233578">
                  <a:extLst>
                    <a:ext uri="{9D8B030D-6E8A-4147-A177-3AD203B41FA5}">
                      <a16:colId xmlns:a16="http://schemas.microsoft.com/office/drawing/2014/main" val="2599236381"/>
                    </a:ext>
                  </a:extLst>
                </a:gridCol>
                <a:gridCol w="508959">
                  <a:extLst>
                    <a:ext uri="{9D8B030D-6E8A-4147-A177-3AD203B41FA5}">
                      <a16:colId xmlns:a16="http://schemas.microsoft.com/office/drawing/2014/main" val="706058003"/>
                    </a:ext>
                  </a:extLst>
                </a:gridCol>
              </a:tblGrid>
              <a:tr h="349173">
                <a:tc>
                  <a:txBody>
                    <a:bodyPr/>
                    <a:lstStyle/>
                    <a:p>
                      <a:pPr algn="l"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a:solidFill>
                            <a:schemeClr val="tx1"/>
                          </a:solidFill>
                          <a:effectLst/>
                          <a:latin typeface="MULISH REGULAR ROMAN" pitchFamily="2" charset="77"/>
                        </a:rPr>
                        <a:t>Roberts</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a:solidFill>
                            <a:schemeClr val="tx1"/>
                          </a:solidFill>
                          <a:effectLst/>
                          <a:latin typeface="MULISH REGULAR ROMAN" pitchFamily="2" charset="77"/>
                        </a:rPr>
                        <a:t>Thomas</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Alito</a:t>
                      </a:r>
                      <a:endParaRPr lang="en-US" sz="1100" b="1" i="0" u="none" strike="noStrike" dirty="0">
                        <a:solidFill>
                          <a:schemeClr val="tx1"/>
                        </a:solidFill>
                        <a:effectLst/>
                        <a:latin typeface="MULISH REGULAR ROMAN" pitchFamily="2" charset="77"/>
                      </a:endParaRPr>
                    </a:p>
                  </a:txBody>
                  <a:tcPr marL="0"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Sotomayor</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Kagan</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Gorsuch</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Kavanaugh</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Barrett</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Jackson</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Total</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38709">
                <a:tc rowSpan="5">
                  <a:txBody>
                    <a:bodyPr/>
                    <a:lstStyle/>
                    <a:p>
                      <a:pPr algn="ctr" fontAlgn="b"/>
                      <a:r>
                        <a:rPr lang="en-US" sz="1100" b="1" u="none" strike="noStrike" dirty="0">
                          <a:solidFill>
                            <a:schemeClr val="tx1"/>
                          </a:solidFill>
                          <a:effectLst/>
                          <a:latin typeface="MULISH REGULAR ROMAN" pitchFamily="2" charset="77"/>
                        </a:rPr>
                        <a:t>Majority</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Lackey</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Bufkin</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Waetzig</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Hungary</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Royal Canin</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Vanderstok</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E.M.D. Sales</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Medical Marijuana</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Bouarfa</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rowSpan="5">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38709">
                <a:tc vMerge="1">
                  <a:txBody>
                    <a:bodyPr/>
                    <a:lstStyle/>
                    <a:p>
                      <a:endParaRPr lang="en-US"/>
                    </a:p>
                  </a:txBody>
                  <a:tcPr marL="3315" marR="3315" marT="3315" marB="0" anchor="b"/>
                </a:tc>
                <a:tc>
                  <a:txBody>
                    <a:bodyPr/>
                    <a:lstStyle/>
                    <a:p>
                      <a:pPr algn="ctr" fontAlgn="b"/>
                      <a:r>
                        <a:rPr lang="en-US" sz="900" b="0" u="none" strike="noStrike" dirty="0">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Thompson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Delligatti</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SF v. EPA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Glossip</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Wisconsin Bell</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Velazquez</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Williams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Advocate Christ Medical</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Miller</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A.J.T.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BLOM Bank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Wages and White Lion </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Cunningham</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Dewberry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Feliciano</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Seven County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Kousisis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Ames</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Perttu</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Soto</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CC/Devas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Catholic Charities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Barnes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Martin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NRC</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Zuch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Rivers</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Skrmetti</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Oklahoma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Riley</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Parrish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Smith and Wesson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Stanley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Diamond</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Esteras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Hewitt</a:t>
                      </a: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64347164"/>
                  </a:ext>
                </a:extLst>
              </a:tr>
              <a:tr h="238709">
                <a:tc rowSpan="7">
                  <a:txBody>
                    <a:bodyPr/>
                    <a:lstStyle/>
                    <a:p>
                      <a:pPr algn="ctr"/>
                      <a:r>
                        <a:rPr lang="en-US" sz="1100" b="1" dirty="0">
                          <a:latin typeface="MULISH REGULAR ROMAN" pitchFamily="2" charset="77"/>
                        </a:rPr>
                        <a:t>Concurring</a:t>
                      </a:r>
                    </a:p>
                  </a:txBody>
                  <a:tcPr marL="3315" marR="3315" marT="3315" marB="0" anchor="ctr">
                    <a:lnT>
                      <a:noFill/>
                    </a:lnT>
                  </a:tcPr>
                </a:tc>
                <a:tc>
                  <a:txBody>
                    <a:bodyPr/>
                    <a:lstStyle/>
                    <a:p>
                      <a:pPr algn="ctr" fontAlgn="b"/>
                      <a:r>
                        <a:rPr lang="en-US" sz="900" b="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Wisconsin Bell</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Andrew</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TikTok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E.M.D. Sales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Wisconsin Bell</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err="1">
                          <a:solidFill>
                            <a:srgbClr val="000000"/>
                          </a:solidFill>
                          <a:effectLst/>
                          <a:latin typeface="MULISH BLACK ROMAN"/>
                        </a:rPr>
                        <a:t>Skrmetti</a:t>
                      </a:r>
                      <a:endParaRPr lang="en-US" sz="9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Thompson</a:t>
                      </a:r>
                    </a:p>
                  </a:txBody>
                  <a:tcPr marL="9525" marR="9525" marT="9525" marB="0" anchor="ctr">
                    <a:lnL>
                      <a:noFill/>
                    </a:lnL>
                    <a:lnR>
                      <a:noFill/>
                    </a:lnR>
                    <a:lnT>
                      <a:noFill/>
                    </a:lnT>
                    <a:lnB>
                      <a:noFill/>
                    </a:lnB>
                    <a:lnTlToBr w="12700" cmpd="sng">
                      <a:noFill/>
                      <a:prstDash val="solid"/>
                    </a:lnTlToBr>
                    <a:lnBlToTr w="12700" cmpd="sng">
                      <a:noFill/>
                      <a:prstDash val="solid"/>
                    </a:lnBlToTr>
                  </a:tcPr>
                </a:tc>
                <a:tc rowSpan="7">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Kousisis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Thompson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Dewberry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TikTok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Vanderstok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Gutierrez</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Vanderstok</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Ames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Cunningham</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Vanderstok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Kousisis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Trump v. J.G.G.</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Medical Marijuana</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Smith and Wesson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err="1">
                          <a:solidFill>
                            <a:srgbClr val="000000"/>
                          </a:solidFill>
                          <a:effectLst/>
                          <a:latin typeface="MULISH BLACK ROMAN"/>
                        </a:rPr>
                        <a:t>Skrmetti</a:t>
                      </a:r>
                      <a:endParaRPr lang="en-US" sz="9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Wages and White Lion </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Oklahoma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Barnes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Smith and Wesson</a:t>
                      </a:r>
                    </a:p>
                  </a:txBody>
                  <a:tcPr marL="9525" marR="9525" marT="952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Catholic Charities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Kousisis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A.A.R.P v. Trump</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Catholic Charities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6</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A.J.T.</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Seven County</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BLOM Bank</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26377539"/>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7</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err="1">
                          <a:solidFill>
                            <a:srgbClr val="000000"/>
                          </a:solidFill>
                          <a:effectLst/>
                          <a:latin typeface="MULISH BLACK ROMAN"/>
                        </a:rPr>
                        <a:t>Skrmetti</a:t>
                      </a:r>
                      <a:endParaRPr lang="en-US" sz="900" b="0" i="0" u="none" strike="noStrike" dirty="0">
                        <a:solidFill>
                          <a:srgbClr val="000000"/>
                        </a:solidFill>
                        <a:effectLst/>
                        <a:latin typeface="MULISH BLACK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A.J.T.</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Consumers’ Research</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Parrish</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29529959"/>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09626801"/>
                  </a:ext>
                </a:extLst>
              </a:tr>
              <a:tr h="238709">
                <a:tc rowSpan="5">
                  <a:txBody>
                    <a:bodyPr/>
                    <a:lstStyle/>
                    <a:p>
                      <a:pPr algn="ctr" fontAlgn="b"/>
                      <a:r>
                        <a:rPr lang="en-US" sz="1100" b="1" i="0" u="none" strike="noStrike">
                          <a:solidFill>
                            <a:schemeClr val="tx1"/>
                          </a:solidFill>
                          <a:effectLst/>
                          <a:latin typeface="MULISH REGULAR ROMAN" pitchFamily="2" charset="77"/>
                        </a:rPr>
                        <a:t>Dissenting</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i="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Andrew</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Vanderstok</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Trump v. J.G.G.</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DOE v. CA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Delligatti</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Medical Marijuana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Glossip</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Lackey</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rowSpan="5">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56917612"/>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Williams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Velazquez</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Skrmetti</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Skrmetti</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Miller</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Laboratory Corp.</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SF v. EPA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Bufkin</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96628581"/>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Glossip</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A.A.R.P v. Trump</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Diamond</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McLaughlin</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Parrish</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Velazquez</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DOE v. CA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4379330"/>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Vanderstok</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Esteras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Riley</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Free Speech</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Zuch</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Perttu</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Trump v. J.G.G.</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191570"/>
                  </a:ext>
                </a:extLst>
              </a:tr>
              <a:tr h="215036">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Medical Marijuana</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Hewitt</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Calumet </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Advocate Christ Medical</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6520741"/>
                  </a:ext>
                </a:extLst>
              </a:tr>
              <a:tr h="207034">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i="0" u="none" strike="noStrike">
                          <a:solidFill>
                            <a:schemeClr val="tx1"/>
                          </a:solidFill>
                          <a:effectLst/>
                          <a:latin typeface="MULISH REGULAR ROMAN" pitchFamily="2" charset="77"/>
                        </a:rPr>
                        <a:t>6</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Velazquez</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Gutierrez</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Mahmoud</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NRC</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Stanley</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4924686"/>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MULISH REGULAR ROMAN" pitchFamily="2" charset="77"/>
                        </a:rPr>
                        <a:t>7</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Feliciano</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Consumers’ Research</a:t>
                      </a: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Diamond</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0884629"/>
                  </a:ext>
                </a:extLst>
              </a:tr>
            </a:tbl>
          </a:graphicData>
        </a:graphic>
      </p:graphicFrame>
      <p:sp>
        <p:nvSpPr>
          <p:cNvPr id="10" name="Title 9">
            <a:extLst>
              <a:ext uri="{FF2B5EF4-FFF2-40B4-BE49-F238E27FC236}">
                <a16:creationId xmlns:a16="http://schemas.microsoft.com/office/drawing/2014/main" id="{D366379E-E9D8-DB42-B1E2-38F621A2306F}"/>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OPINIONS AUTHORED BY EACH JUSTICE</a:t>
            </a:r>
          </a:p>
        </p:txBody>
      </p:sp>
      <p:sp>
        <p:nvSpPr>
          <p:cNvPr id="4" name="Slide Number Placeholder 3">
            <a:extLst>
              <a:ext uri="{FF2B5EF4-FFF2-40B4-BE49-F238E27FC236}">
                <a16:creationId xmlns:a16="http://schemas.microsoft.com/office/drawing/2014/main" id="{DD6EFB87-8186-B3D8-B837-DD402793E267}"/>
              </a:ext>
            </a:extLst>
          </p:cNvPr>
          <p:cNvSpPr>
            <a:spLocks noGrp="1"/>
          </p:cNvSpPr>
          <p:nvPr>
            <p:ph type="sldNum" sz="quarter" idx="12"/>
          </p:nvPr>
        </p:nvSpPr>
        <p:spPr/>
        <p:txBody>
          <a:bodyPr/>
          <a:lstStyle/>
          <a:p>
            <a:fld id="{5E212BD6-99D2-4430-8307-3DFF6CB1AF68}"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CAFF-35EF-A31C-3A79-383876C24CC9}"/>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429B786-8089-1690-EEDC-B162E02C5351}"/>
              </a:ext>
            </a:extLst>
          </p:cNvPr>
          <p:cNvGraphicFramePr>
            <a:graphicFrameLocks noGrp="1"/>
          </p:cNvGraphicFramePr>
          <p:nvPr>
            <p:extLst>
              <p:ext uri="{D42A27DB-BD31-4B8C-83A1-F6EECF244321}">
                <p14:modId xmlns:p14="http://schemas.microsoft.com/office/powerpoint/2010/main" val="2249456028"/>
              </p:ext>
            </p:extLst>
          </p:nvPr>
        </p:nvGraphicFramePr>
        <p:xfrm>
          <a:off x="224287" y="961859"/>
          <a:ext cx="11645661" cy="5545423"/>
        </p:xfrm>
        <a:graphic>
          <a:graphicData uri="http://schemas.openxmlformats.org/drawingml/2006/table">
            <a:tbl>
              <a:tblPr firstRow="1" bandRow="1">
                <a:tableStyleId>{C083E6E3-FA7D-4D7B-A595-EF9225AFEA82}</a:tableStyleId>
              </a:tblPr>
              <a:tblGrid>
                <a:gridCol w="853902">
                  <a:extLst>
                    <a:ext uri="{9D8B030D-6E8A-4147-A177-3AD203B41FA5}">
                      <a16:colId xmlns:a16="http://schemas.microsoft.com/office/drawing/2014/main" val="20000"/>
                    </a:ext>
                  </a:extLst>
                </a:gridCol>
                <a:gridCol w="341651">
                  <a:extLst>
                    <a:ext uri="{9D8B030D-6E8A-4147-A177-3AD203B41FA5}">
                      <a16:colId xmlns:a16="http://schemas.microsoft.com/office/drawing/2014/main" val="1952344982"/>
                    </a:ext>
                  </a:extLst>
                </a:gridCol>
                <a:gridCol w="1080468">
                  <a:extLst>
                    <a:ext uri="{9D8B030D-6E8A-4147-A177-3AD203B41FA5}">
                      <a16:colId xmlns:a16="http://schemas.microsoft.com/office/drawing/2014/main" val="20001"/>
                    </a:ext>
                  </a:extLst>
                </a:gridCol>
                <a:gridCol w="1080468">
                  <a:extLst>
                    <a:ext uri="{9D8B030D-6E8A-4147-A177-3AD203B41FA5}">
                      <a16:colId xmlns:a16="http://schemas.microsoft.com/office/drawing/2014/main" val="20002"/>
                    </a:ext>
                  </a:extLst>
                </a:gridCol>
                <a:gridCol w="1080468">
                  <a:extLst>
                    <a:ext uri="{9D8B030D-6E8A-4147-A177-3AD203B41FA5}">
                      <a16:colId xmlns:a16="http://schemas.microsoft.com/office/drawing/2014/main" val="20003"/>
                    </a:ext>
                  </a:extLst>
                </a:gridCol>
                <a:gridCol w="1080468">
                  <a:extLst>
                    <a:ext uri="{9D8B030D-6E8A-4147-A177-3AD203B41FA5}">
                      <a16:colId xmlns:a16="http://schemas.microsoft.com/office/drawing/2014/main" val="20004"/>
                    </a:ext>
                  </a:extLst>
                </a:gridCol>
                <a:gridCol w="1080468">
                  <a:extLst>
                    <a:ext uri="{9D8B030D-6E8A-4147-A177-3AD203B41FA5}">
                      <a16:colId xmlns:a16="http://schemas.microsoft.com/office/drawing/2014/main" val="20005"/>
                    </a:ext>
                  </a:extLst>
                </a:gridCol>
                <a:gridCol w="1080468">
                  <a:extLst>
                    <a:ext uri="{9D8B030D-6E8A-4147-A177-3AD203B41FA5}">
                      <a16:colId xmlns:a16="http://schemas.microsoft.com/office/drawing/2014/main" val="20006"/>
                    </a:ext>
                  </a:extLst>
                </a:gridCol>
                <a:gridCol w="1080468">
                  <a:extLst>
                    <a:ext uri="{9D8B030D-6E8A-4147-A177-3AD203B41FA5}">
                      <a16:colId xmlns:a16="http://schemas.microsoft.com/office/drawing/2014/main" val="20007"/>
                    </a:ext>
                  </a:extLst>
                </a:gridCol>
                <a:gridCol w="1144295">
                  <a:extLst>
                    <a:ext uri="{9D8B030D-6E8A-4147-A177-3AD203B41FA5}">
                      <a16:colId xmlns:a16="http://schemas.microsoft.com/office/drawing/2014/main" val="3152721366"/>
                    </a:ext>
                  </a:extLst>
                </a:gridCol>
                <a:gridCol w="1233578">
                  <a:extLst>
                    <a:ext uri="{9D8B030D-6E8A-4147-A177-3AD203B41FA5}">
                      <a16:colId xmlns:a16="http://schemas.microsoft.com/office/drawing/2014/main" val="2599236381"/>
                    </a:ext>
                  </a:extLst>
                </a:gridCol>
                <a:gridCol w="508959">
                  <a:extLst>
                    <a:ext uri="{9D8B030D-6E8A-4147-A177-3AD203B41FA5}">
                      <a16:colId xmlns:a16="http://schemas.microsoft.com/office/drawing/2014/main" val="706058003"/>
                    </a:ext>
                  </a:extLst>
                </a:gridCol>
              </a:tblGrid>
              <a:tr h="349173">
                <a:tc>
                  <a:txBody>
                    <a:bodyPr/>
                    <a:lstStyle/>
                    <a:p>
                      <a:pPr algn="l"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a:solidFill>
                            <a:schemeClr val="tx1"/>
                          </a:solidFill>
                          <a:effectLst/>
                          <a:latin typeface="MULISH REGULAR ROMAN" pitchFamily="2" charset="77"/>
                        </a:rPr>
                        <a:t>Roberts</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a:solidFill>
                            <a:schemeClr val="tx1"/>
                          </a:solidFill>
                          <a:effectLst/>
                          <a:latin typeface="MULISH REGULAR ROMAN" pitchFamily="2" charset="77"/>
                        </a:rPr>
                        <a:t>Thomas</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Alito</a:t>
                      </a:r>
                      <a:endParaRPr lang="en-US" sz="1100" b="1" i="0" u="none" strike="noStrike" dirty="0">
                        <a:solidFill>
                          <a:schemeClr val="tx1"/>
                        </a:solidFill>
                        <a:effectLst/>
                        <a:latin typeface="MULISH REGULAR ROMAN" pitchFamily="2" charset="77"/>
                      </a:endParaRPr>
                    </a:p>
                  </a:txBody>
                  <a:tcPr marL="0"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Sotomayor</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Kagan</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Gorsuch</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Kavanaugh</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Barrett</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Jackson</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a:solidFill>
                            <a:schemeClr val="tx1"/>
                          </a:solidFill>
                          <a:effectLst/>
                          <a:latin typeface="MULISH REGULAR ROMAN" pitchFamily="2" charset="77"/>
                        </a:rPr>
                        <a:t>Total</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38709">
                <a:tc rowSpan="5">
                  <a:txBody>
                    <a:bodyPr/>
                    <a:lstStyle/>
                    <a:p>
                      <a:pPr algn="ctr" fontAlgn="b"/>
                      <a:r>
                        <a:rPr lang="en-US" sz="1100" b="1" u="none" strike="noStrike" dirty="0">
                          <a:solidFill>
                            <a:schemeClr val="tx1"/>
                          </a:solidFill>
                          <a:effectLst/>
                          <a:latin typeface="MULISH REGULAR ROMAN" pitchFamily="2" charset="77"/>
                        </a:rPr>
                        <a:t>Majority</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Fuld</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Calumet </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Mahmoud</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Gutierrez</a:t>
                      </a:r>
                    </a:p>
                  </a:txBody>
                  <a:tcPr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Consumers’ Research</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Medina</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ULISH BLACK ROMAN"/>
                        </a:rPr>
                        <a:t>McLaughlin</a:t>
                      </a: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 R.J. Reynolds </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tc rowSpan="5">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38709">
                <a:tc vMerge="1">
                  <a:txBody>
                    <a:bodyPr/>
                    <a:lstStyle/>
                    <a:p>
                      <a:endParaRPr lang="en-US"/>
                    </a:p>
                  </a:txBody>
                  <a:tcPr marL="3315" marR="3315" marT="3315" marB="0" anchor="b"/>
                </a:tc>
                <a:tc>
                  <a:txBody>
                    <a:bodyPr/>
                    <a:lstStyle/>
                    <a:p>
                      <a:pPr algn="ctr" fontAlgn="b"/>
                      <a:r>
                        <a:rPr lang="en-US" sz="900" b="0" u="none" strike="noStrike" dirty="0">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Free Speech</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Kennedy</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64347164"/>
                  </a:ext>
                </a:extLst>
              </a:tr>
              <a:tr h="238709">
                <a:tc rowSpan="7">
                  <a:txBody>
                    <a:bodyPr/>
                    <a:lstStyle/>
                    <a:p>
                      <a:pPr algn="ctr"/>
                      <a:r>
                        <a:rPr lang="en-US" sz="1100" b="1">
                          <a:latin typeface="MULISH REGULAR ROMAN" pitchFamily="2" charset="77"/>
                        </a:rPr>
                        <a:t>Concurring</a:t>
                      </a:r>
                      <a:endParaRPr lang="en-US" sz="1100" b="1" dirty="0">
                        <a:latin typeface="MULISH REGULAR ROMAN" pitchFamily="2" charset="77"/>
                      </a:endParaRPr>
                    </a:p>
                  </a:txBody>
                  <a:tcPr marL="3315" marR="3315" marT="3315" marB="0" anchor="ctr">
                    <a:lnT>
                      <a:noFill/>
                    </a:lnT>
                  </a:tcPr>
                </a:tc>
                <a:tc>
                  <a:txBody>
                    <a:bodyPr/>
                    <a:lstStyle/>
                    <a:p>
                      <a:pPr algn="ctr" fontAlgn="b"/>
                      <a:r>
                        <a:rPr lang="en-US" sz="900" b="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Fuld</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Martin</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Esteras</a:t>
                      </a:r>
                    </a:p>
                  </a:txBody>
                  <a:tcPr marL="9525" marR="9525" marT="9525" marB="0" anchor="ctr">
                    <a:lnL>
                      <a:noFill/>
                    </a:lnL>
                    <a:lnR>
                      <a:noFill/>
                    </a:lnR>
                    <a:lnT>
                      <a:noFill/>
                    </a:lnT>
                    <a:lnB>
                      <a:noFill/>
                    </a:lnB>
                    <a:lnTlToBr w="12700" cmpd="sng">
                      <a:noFill/>
                      <a:prstDash val="solid"/>
                    </a:lnTlToBr>
                    <a:lnBlToTr w="12700" cmpd="sng">
                      <a:noFill/>
                      <a:prstDash val="solid"/>
                    </a:lnBlToTr>
                  </a:tcPr>
                </a:tc>
                <a:tc rowSpan="7">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Stanley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Stanley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Consumers’ Research</a:t>
                      </a: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Medina</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Esteras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Riley</a:t>
                      </a: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38709">
                <a:tc vMerge="1">
                  <a:txBody>
                    <a:bodyPr/>
                    <a:lstStyle/>
                    <a:p>
                      <a:endParaRPr lang="en-US"/>
                    </a:p>
                  </a:txBody>
                  <a:tcPr marL="3315" marR="3315" marT="3315" marB="0" anchor="b"/>
                </a:tc>
                <a:tc>
                  <a:txBody>
                    <a:bodyPr/>
                    <a:lstStyle/>
                    <a:p>
                      <a:pPr algn="ctr" fontAlgn="b"/>
                      <a:r>
                        <a:rPr lang="en-US" sz="900" b="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6</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Mahmoud</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26377539"/>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7</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29529959"/>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09626801"/>
                  </a:ext>
                </a:extLst>
              </a:tr>
              <a:tr h="238709">
                <a:tc rowSpan="5">
                  <a:txBody>
                    <a:bodyPr/>
                    <a:lstStyle/>
                    <a:p>
                      <a:pPr algn="ctr" fontAlgn="b"/>
                      <a:r>
                        <a:rPr lang="en-US" sz="1100" b="1" i="0" u="none" strike="noStrike">
                          <a:solidFill>
                            <a:schemeClr val="tx1"/>
                          </a:solidFill>
                          <a:effectLst/>
                          <a:latin typeface="MULISH REGULAR ROMAN" pitchFamily="2" charset="77"/>
                        </a:rPr>
                        <a:t>Dissenting</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i="0" u="none" strike="noStrike">
                          <a:solidFill>
                            <a:schemeClr val="tx1"/>
                          </a:solidFill>
                          <a:effectLst/>
                          <a:latin typeface="MULISH REGULAR ROMAN" pitchFamily="2" charset="77"/>
                        </a:rPr>
                        <a:t>1</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Gutierrez</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MULISH BLACK ROMAN"/>
                        </a:rPr>
                        <a:t>R.J. Reynolds</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rowSpan="5">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56917612"/>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2</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Kennedy</a:t>
                      </a: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Medina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96628581"/>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3</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900" b="0" i="0" u="none" strike="noStrike" dirty="0">
                          <a:solidFill>
                            <a:schemeClr val="tx1"/>
                          </a:solidFill>
                          <a:effectLst/>
                          <a:latin typeface="MULISH BLACK ROMAN"/>
                        </a:rPr>
                        <a:t>Trump v. CASA</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4379330"/>
                  </a:ext>
                </a:extLst>
              </a:tr>
              <a:tr h="238709">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4</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191570"/>
                  </a:ext>
                </a:extLst>
              </a:tr>
              <a:tr h="215036">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900" b="0" i="0" u="none" strike="noStrike">
                          <a:solidFill>
                            <a:schemeClr val="tx1"/>
                          </a:solidFill>
                          <a:effectLst/>
                          <a:latin typeface="MULISH REGULAR ROMAN" pitchFamily="2" charset="77"/>
                        </a:rPr>
                        <a:t>5</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vMerge="1">
                  <a:txBody>
                    <a:bodyPr/>
                    <a:lstStyle/>
                    <a:p>
                      <a:pPr algn="ctr"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6520741"/>
                  </a:ext>
                </a:extLst>
              </a:tr>
              <a:tr h="207034">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fontAlgn="b"/>
                      <a:r>
                        <a:rPr lang="en-US" sz="900" b="0" i="0" u="none" strike="noStrike">
                          <a:solidFill>
                            <a:schemeClr val="tx1"/>
                          </a:solidFill>
                          <a:effectLst/>
                          <a:latin typeface="MULISH REGULAR ROMAN" pitchFamily="2" charset="77"/>
                        </a:rPr>
                        <a:t>6</a:t>
                      </a:r>
                      <a:endParaRPr lang="en-US" sz="9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4924686"/>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a:solidFill>
                            <a:schemeClr val="tx1"/>
                          </a:solidFill>
                          <a:effectLst/>
                          <a:latin typeface="MULISH REGULAR ROMAN" pitchFamily="2" charset="77"/>
                        </a:rPr>
                        <a:t>7</a:t>
                      </a:r>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0"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0884629"/>
                  </a:ext>
                </a:extLst>
              </a:tr>
              <a:tr h="238709">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1" u="none" strike="noStrike" dirty="0">
                        <a:solidFill>
                          <a:schemeClr val="tx1"/>
                        </a:solidFill>
                        <a:effectLst/>
                        <a:latin typeface="MULISH BLACK ROMAN"/>
                      </a:endParaRPr>
                    </a:p>
                  </a:txBody>
                  <a:tcPr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b"/>
                      <a:endParaRPr lang="en-US" sz="900" b="1" i="0" u="none" strike="noStrike" dirty="0">
                        <a:solidFill>
                          <a:schemeClr val="tx1"/>
                        </a:solidFill>
                        <a:effectLst/>
                        <a:latin typeface="MULISH BLACK ROMAN"/>
                      </a:endParaRPr>
                    </a:p>
                  </a:txBody>
                  <a:tcPr marL="3315" marR="3315" marT="3315" marB="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0498362"/>
                  </a:ext>
                </a:extLst>
              </a:tr>
            </a:tbl>
          </a:graphicData>
        </a:graphic>
      </p:graphicFrame>
      <p:sp>
        <p:nvSpPr>
          <p:cNvPr id="10" name="Title 9">
            <a:extLst>
              <a:ext uri="{FF2B5EF4-FFF2-40B4-BE49-F238E27FC236}">
                <a16:creationId xmlns:a16="http://schemas.microsoft.com/office/drawing/2014/main" id="{9F183FF2-1AE8-6854-7729-AE3AD1BCDB4C}"/>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OPINIONS AUTHORED BY EACH JUSTICE (Cont.)</a:t>
            </a:r>
          </a:p>
        </p:txBody>
      </p:sp>
      <p:sp>
        <p:nvSpPr>
          <p:cNvPr id="4" name="Slide Number Placeholder 3">
            <a:extLst>
              <a:ext uri="{FF2B5EF4-FFF2-40B4-BE49-F238E27FC236}">
                <a16:creationId xmlns:a16="http://schemas.microsoft.com/office/drawing/2014/main" id="{C7F68B7E-19AD-F0EC-1052-89ABB6D37898}"/>
              </a:ext>
            </a:extLst>
          </p:cNvPr>
          <p:cNvSpPr>
            <a:spLocks noGrp="1"/>
          </p:cNvSpPr>
          <p:nvPr>
            <p:ph type="sldNum" sz="quarter" idx="12"/>
          </p:nvPr>
        </p:nvSpPr>
        <p:spPr/>
        <p:txBody>
          <a:bodyPr/>
          <a:lstStyle/>
          <a:p>
            <a:fld id="{5E212BD6-99D2-4430-8307-3DFF6CB1AF68}" type="slidenum">
              <a:rPr lang="en-US" smtClean="0"/>
              <a:t>20</a:t>
            </a:fld>
            <a:endParaRPr lang="en-US"/>
          </a:p>
        </p:txBody>
      </p:sp>
    </p:spTree>
    <p:extLst>
      <p:ext uri="{BB962C8B-B14F-4D97-AF65-F5344CB8AC3E}">
        <p14:creationId xmlns:p14="http://schemas.microsoft.com/office/powerpoint/2010/main" val="444612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86C6B9-BD05-508C-FE45-BCD85A385E22}"/>
              </a:ext>
            </a:extLst>
          </p:cNvPr>
          <p:cNvSpPr>
            <a:spLocks noGrp="1" noRot="1" noMove="1" noResize="1" noEditPoints="1" noAdjustHandles="1" noChangeArrowheads="1" noChangeShapeType="1"/>
          </p:cNvSpPr>
          <p:nvPr/>
        </p:nvSpPr>
        <p:spPr>
          <a:xfrm>
            <a:off x="978132" y="1027978"/>
            <a:ext cx="9604086" cy="4802043"/>
          </a:xfrm>
          <a:prstGeom prst="rect">
            <a:avLst/>
          </a:prstGeom>
          <a:solidFill>
            <a:schemeClr val="accent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86565480-92B6-5A4E-8946-30A6E964E5AD}"/>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OPINIONS AUTHORED BY EACH JUSTICE (Cont.)</a:t>
            </a:r>
          </a:p>
        </p:txBody>
      </p:sp>
      <p:sp>
        <p:nvSpPr>
          <p:cNvPr id="9" name="TextBox 8">
            <a:extLst>
              <a:ext uri="{FF2B5EF4-FFF2-40B4-BE49-F238E27FC236}">
                <a16:creationId xmlns:a16="http://schemas.microsoft.com/office/drawing/2014/main" id="{947E37C0-7C6B-D515-8322-D32828E334A1}"/>
              </a:ext>
            </a:extLst>
          </p:cNvPr>
          <p:cNvSpPr txBox="1"/>
          <p:nvPr/>
        </p:nvSpPr>
        <p:spPr>
          <a:xfrm>
            <a:off x="838200" y="6083077"/>
            <a:ext cx="9883950" cy="461665"/>
          </a:xfrm>
          <a:prstGeom prst="rect">
            <a:avLst/>
          </a:prstGeom>
          <a:noFill/>
          <a:ln>
            <a:solidFill>
              <a:schemeClr val="tx1"/>
            </a:solidFill>
          </a:ln>
        </p:spPr>
        <p:txBody>
          <a:bodyPr wrap="square" rtlCol="0">
            <a:spAutoFit/>
          </a:bodyPr>
          <a:lstStyle/>
          <a:p>
            <a:pPr algn="ctr"/>
            <a:r>
              <a:rPr lang="en-US" sz="1200" dirty="0">
                <a:latin typeface="MULISH REGULAR ROMAN"/>
              </a:rPr>
              <a:t>Figure shows the volume &amp; proportion of opinions (by type) authored by each justice during the 2024 term. </a:t>
            </a:r>
            <a:br>
              <a:rPr lang="en-US" sz="1200" dirty="0">
                <a:latin typeface="MULISH REGULAR ROMAN"/>
              </a:rPr>
            </a:br>
            <a:r>
              <a:rPr lang="en-US" sz="1200" dirty="0">
                <a:latin typeface="MULISH REGULAR ROMAN"/>
              </a:rPr>
              <a:t>Special concurrences (</a:t>
            </a:r>
            <a:r>
              <a:rPr lang="en-US" sz="1200" i="1" dirty="0">
                <a:latin typeface="MULISH REGULAR ROMAN"/>
              </a:rPr>
              <a:t>in part</a:t>
            </a:r>
            <a:r>
              <a:rPr lang="en-US" sz="1200" dirty="0">
                <a:latin typeface="MULISH REGULAR ROMAN"/>
              </a:rPr>
              <a:t>) and those concurring </a:t>
            </a:r>
            <a:r>
              <a:rPr lang="en-US" sz="1200" i="1" dirty="0">
                <a:latin typeface="MULISH REGULAR ROMAN"/>
              </a:rPr>
              <a:t>in judgment </a:t>
            </a:r>
            <a:r>
              <a:rPr lang="en-US" sz="1200" dirty="0">
                <a:latin typeface="MULISH REGULAR ROMAN"/>
              </a:rPr>
              <a:t>are similarly coded as concurrences.</a:t>
            </a:r>
          </a:p>
        </p:txBody>
      </p:sp>
      <p:sp>
        <p:nvSpPr>
          <p:cNvPr id="6" name="Slide Number Placeholder 5">
            <a:extLst>
              <a:ext uri="{FF2B5EF4-FFF2-40B4-BE49-F238E27FC236}">
                <a16:creationId xmlns:a16="http://schemas.microsoft.com/office/drawing/2014/main" id="{647DD8CC-8561-5C93-CAFB-07E360467679}"/>
              </a:ext>
            </a:extLst>
          </p:cNvPr>
          <p:cNvSpPr>
            <a:spLocks noGrp="1"/>
          </p:cNvSpPr>
          <p:nvPr>
            <p:ph type="sldNum" sz="quarter" idx="12"/>
          </p:nvPr>
        </p:nvSpPr>
        <p:spPr/>
        <p:txBody>
          <a:bodyPr/>
          <a:lstStyle/>
          <a:p>
            <a:fld id="{5E212BD6-99D2-4430-8307-3DFF6CB1AF68}" type="slidenum">
              <a:rPr lang="en-US" smtClean="0"/>
              <a:t>21</a:t>
            </a:fld>
            <a:endParaRPr lang="en-US"/>
          </a:p>
        </p:txBody>
      </p:sp>
      <p:pic>
        <p:nvPicPr>
          <p:cNvPr id="8" name="Picture 7" descr="A graph with multiple colored squares&#10;&#10;AI-generated content may be incorrect.">
            <a:extLst>
              <a:ext uri="{FF2B5EF4-FFF2-40B4-BE49-F238E27FC236}">
                <a16:creationId xmlns:a16="http://schemas.microsoft.com/office/drawing/2014/main" id="{2BC38A5D-F62B-1370-6167-ABC0061D04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8132" y="1027978"/>
            <a:ext cx="9604086" cy="4802043"/>
          </a:xfrm>
          <a:prstGeom prst="rect">
            <a:avLst/>
          </a:prstGeom>
        </p:spPr>
      </p:pic>
    </p:spTree>
    <p:extLst>
      <p:ext uri="{BB962C8B-B14F-4D97-AF65-F5344CB8AC3E}">
        <p14:creationId xmlns:p14="http://schemas.microsoft.com/office/powerpoint/2010/main" val="4162859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A1D1-F953-5D16-7EBA-10112726D9E9}"/>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966D5FF6-606B-C211-0B63-2E90696B73ED}"/>
              </a:ext>
            </a:extLst>
          </p:cNvPr>
          <p:cNvGraphicFramePr>
            <a:graphicFrameLocks noGrp="1"/>
          </p:cNvGraphicFramePr>
          <p:nvPr>
            <p:extLst>
              <p:ext uri="{D42A27DB-BD31-4B8C-83A1-F6EECF244321}">
                <p14:modId xmlns:p14="http://schemas.microsoft.com/office/powerpoint/2010/main" val="1792899122"/>
              </p:ext>
            </p:extLst>
          </p:nvPr>
        </p:nvGraphicFramePr>
        <p:xfrm>
          <a:off x="0" y="792698"/>
          <a:ext cx="12192000" cy="5429545"/>
        </p:xfrm>
        <a:graphic>
          <a:graphicData uri="http://schemas.openxmlformats.org/drawingml/2006/table">
            <a:tbl>
              <a:tblPr firstRow="1" bandRow="1">
                <a:tableStyleId>{C083E6E3-FA7D-4D7B-A595-EF9225AFEA82}</a:tableStyleId>
              </a:tblPr>
              <a:tblGrid>
                <a:gridCol w="1353671">
                  <a:extLst>
                    <a:ext uri="{9D8B030D-6E8A-4147-A177-3AD203B41FA5}">
                      <a16:colId xmlns:a16="http://schemas.microsoft.com/office/drawing/2014/main" val="20000"/>
                    </a:ext>
                  </a:extLst>
                </a:gridCol>
                <a:gridCol w="477096">
                  <a:extLst>
                    <a:ext uri="{9D8B030D-6E8A-4147-A177-3AD203B41FA5}">
                      <a16:colId xmlns:a16="http://schemas.microsoft.com/office/drawing/2014/main" val="20001"/>
                    </a:ext>
                  </a:extLst>
                </a:gridCol>
                <a:gridCol w="2346786">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2205318">
                  <a:extLst>
                    <a:ext uri="{9D8B030D-6E8A-4147-A177-3AD203B41FA5}">
                      <a16:colId xmlns:a16="http://schemas.microsoft.com/office/drawing/2014/main" val="20004"/>
                    </a:ext>
                  </a:extLst>
                </a:gridCol>
                <a:gridCol w="1132031">
                  <a:extLst>
                    <a:ext uri="{9D8B030D-6E8A-4147-A177-3AD203B41FA5}">
                      <a16:colId xmlns:a16="http://schemas.microsoft.com/office/drawing/2014/main" val="20005"/>
                    </a:ext>
                  </a:extLst>
                </a:gridCol>
                <a:gridCol w="1775602">
                  <a:extLst>
                    <a:ext uri="{9D8B030D-6E8A-4147-A177-3AD203B41FA5}">
                      <a16:colId xmlns:a16="http://schemas.microsoft.com/office/drawing/2014/main" val="20006"/>
                    </a:ext>
                  </a:extLst>
                </a:gridCol>
                <a:gridCol w="1987096">
                  <a:extLst>
                    <a:ext uri="{9D8B030D-6E8A-4147-A177-3AD203B41FA5}">
                      <a16:colId xmlns:a16="http://schemas.microsoft.com/office/drawing/2014/main" val="20007"/>
                    </a:ext>
                  </a:extLst>
                </a:gridCol>
              </a:tblGrid>
              <a:tr h="372904">
                <a:tc>
                  <a:txBody>
                    <a:bodyPr/>
                    <a:lstStyle/>
                    <a:p>
                      <a:pPr algn="l" fontAlgn="b"/>
                      <a:endParaRPr lang="en-US" sz="1100" b="0"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Rank</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Case</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i="0" u="none" strike="noStrike" dirty="0">
                          <a:solidFill>
                            <a:schemeClr val="tx1"/>
                          </a:solidFill>
                          <a:effectLst/>
                          <a:latin typeface="MULISH REGULAR ROMAN" pitchFamily="2" charset="77"/>
                        </a:rPr>
                        <a:t>Opinion Type</a:t>
                      </a:r>
                    </a:p>
                  </a:txBody>
                  <a:tcPr marL="0"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Author</a:t>
                      </a:r>
                      <a:endParaRPr lang="en-US" sz="1100" b="1" i="0" u="none" strike="noStrike" dirty="0">
                        <a:solidFill>
                          <a:schemeClr val="tx1"/>
                        </a:solidFill>
                        <a:effectLst/>
                        <a:latin typeface="MULISH REGULAR ROMAN" pitchFamily="2" charset="77"/>
                      </a:endParaRPr>
                    </a:p>
                  </a:txBody>
                  <a:tcPr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Vote</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Word Count</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100" b="1" u="none" strike="noStrike" dirty="0">
                          <a:solidFill>
                            <a:schemeClr val="tx1"/>
                          </a:solidFill>
                          <a:effectLst/>
                          <a:latin typeface="MULISH REGULAR ROMAN" pitchFamily="2" charset="77"/>
                        </a:rPr>
                        <a:t>Decided</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18355">
                <a:tc rowSpan="5">
                  <a:txBody>
                    <a:bodyPr/>
                    <a:lstStyle/>
                    <a:p>
                      <a:pPr algn="ctr" fontAlgn="b"/>
                      <a:r>
                        <a:rPr lang="en-US" sz="1100" b="1" u="none" strike="noStrike" dirty="0">
                          <a:solidFill>
                            <a:schemeClr val="tx1"/>
                          </a:solidFill>
                          <a:effectLst/>
                          <a:latin typeface="MULISH REGULAR ROMAN" pitchFamily="2" charset="77"/>
                        </a:rPr>
                        <a:t>Shortest</a:t>
                      </a:r>
                      <a:br>
                        <a:rPr lang="en-US" sz="1100" b="1" u="none" strike="noStrike" dirty="0">
                          <a:solidFill>
                            <a:schemeClr val="tx1"/>
                          </a:solidFill>
                          <a:effectLst/>
                          <a:latin typeface="MULISH REGULAR ROMAN" pitchFamily="2" charset="77"/>
                        </a:rPr>
                      </a:br>
                      <a:r>
                        <a:rPr lang="en-US" sz="1100" b="1" u="none" strike="noStrike" dirty="0">
                          <a:solidFill>
                            <a:schemeClr val="tx1"/>
                          </a:solidFill>
                          <a:effectLst/>
                          <a:latin typeface="MULISH REGULAR ROMAN" pitchFamily="2" charset="77"/>
                        </a:rPr>
                        <a:t>(Individual Opinions)</a:t>
                      </a:r>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fontAlgn="b"/>
                      <a:r>
                        <a:rPr lang="en-US" sz="1100" b="0" u="none" strike="noStrike" dirty="0">
                          <a:solidFill>
                            <a:schemeClr val="tx1"/>
                          </a:solidFill>
                          <a:effectLst/>
                          <a:latin typeface="MULISH REGULAR ROMAN" pitchFamily="2" charset="77"/>
                        </a:rPr>
                        <a:t>1</a:t>
                      </a:r>
                      <a:endParaRPr lang="en-US" sz="1100" b="0" i="0" u="none" strike="noStrike" dirty="0">
                        <a:solidFill>
                          <a:schemeClr val="tx1"/>
                        </a:solidFill>
                        <a:effectLst/>
                        <a:latin typeface="MULISH REGULAR ROMAN" pitchFamily="2" charset="77"/>
                      </a:endParaRPr>
                    </a:p>
                  </a:txBody>
                  <a:tcPr marL="45720" marR="4572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NVIDIA</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13</a:t>
                      </a:r>
                    </a:p>
                  </a:txBody>
                  <a:tcPr marL="45720" marR="4572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12/11/2024</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1835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2</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a:solidFill>
                            <a:srgbClr val="000000"/>
                          </a:solidFill>
                          <a:effectLst/>
                          <a:latin typeface="MULISH BLACK ROMAN"/>
                        </a:rPr>
                        <a:t>Facebook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13</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11/22/2024</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1893">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3</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a:solidFill>
                            <a:srgbClr val="000000"/>
                          </a:solidFill>
                          <a:effectLst/>
                          <a:latin typeface="MULISH BLACK ROMAN"/>
                        </a:rPr>
                        <a:t>Laboratory Corp.</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 (8-1)</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13</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6/5/2025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18355">
                <a:tc vMerge="1">
                  <a:txBody>
                    <a:bodyPr/>
                    <a:lstStyle/>
                    <a:p>
                      <a:endParaRPr lang="en-US"/>
                    </a:p>
                  </a:txBody>
                  <a:tcPr marL="3315" marR="3315" marT="3315" marB="0" anchor="b"/>
                </a:tc>
                <a:tc>
                  <a:txBody>
                    <a:bodyPr/>
                    <a:lstStyle/>
                    <a:p>
                      <a:pPr algn="ctr" fontAlgn="b"/>
                      <a:r>
                        <a:rPr lang="en-US" sz="1100" b="0" u="none" strike="noStrike">
                          <a:solidFill>
                            <a:schemeClr val="tx1"/>
                          </a:solidFill>
                          <a:effectLst/>
                          <a:latin typeface="MULISH REGULAR ROMAN" pitchFamily="2" charset="77"/>
                        </a:rPr>
                        <a:t>4</a:t>
                      </a:r>
                      <a:endParaRPr lang="en-US" sz="1100" b="0" i="0" u="none" strike="noStrike">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a:solidFill>
                            <a:srgbClr val="000000"/>
                          </a:solidFill>
                          <a:effectLst/>
                          <a:latin typeface="MULISH BLACK ROMAN"/>
                        </a:rPr>
                        <a:t>Drummond</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PC</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4-4</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22</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5/22/2025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8234">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5</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Oklahoma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Concurrence</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Gorsuch</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8-0</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BLACK ROMAN"/>
                        </a:rPr>
                        <a:t>81</a:t>
                      </a: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06/18/2025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18355">
                <a:tc rowSpan="6">
                  <a:txBody>
                    <a:bodyPr/>
                    <a:lstStyle/>
                    <a:p>
                      <a:pPr algn="ctr" fontAlgn="b"/>
                      <a:r>
                        <a:rPr lang="en-US" sz="1100" b="1" u="none" strike="noStrike" dirty="0">
                          <a:solidFill>
                            <a:schemeClr val="tx1"/>
                          </a:solidFill>
                          <a:effectLst/>
                          <a:latin typeface="MULISH REGULAR ROMAN" pitchFamily="2" charset="77"/>
                        </a:rPr>
                        <a:t>Longest</a:t>
                      </a:r>
                    </a:p>
                    <a:p>
                      <a:pPr algn="ctr" fontAlgn="b"/>
                      <a:r>
                        <a:rPr lang="en-US" sz="1100" b="1" i="0" u="none" strike="noStrike" dirty="0">
                          <a:solidFill>
                            <a:schemeClr val="tx1"/>
                          </a:solidFill>
                          <a:effectLst/>
                          <a:latin typeface="MULISH REGULAR ROMAN" pitchFamily="2" charset="77"/>
                        </a:rPr>
                        <a:t>(Individual Opinions)</a:t>
                      </a:r>
                    </a:p>
                  </a:txBody>
                  <a:tcPr marL="3315" marR="3315" marT="3315"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18355">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1</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Glossip</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Dissent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Thomas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14,200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2/25/2025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372904">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2</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Wages and White Lion </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Majority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Alito</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14,100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4/2/2025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372904">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3</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Trump v. CASA</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Dissent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Sotomayor</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≈13,800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06/27/2025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372904">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4</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Kennedy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Majority</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Kavanaugh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≈12,100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06/27/2025</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16842">
                <a:tc vMerge="1">
                  <a:txBody>
                    <a:bodyPr/>
                    <a:lstStyle/>
                    <a:p>
                      <a:endParaRPr lang="en-US"/>
                    </a:p>
                  </a:txBody>
                  <a:tcPr marL="3315" marR="3315" marT="3315" marB="0" anchor="b"/>
                </a:tc>
                <a:tc>
                  <a:txBody>
                    <a:bodyPr/>
                    <a:lstStyle/>
                    <a:p>
                      <a:pPr algn="ctr" fontAlgn="b"/>
                      <a:r>
                        <a:rPr lang="en-US" sz="1100" b="0" u="none" strike="noStrike" dirty="0">
                          <a:solidFill>
                            <a:schemeClr val="tx1"/>
                          </a:solidFill>
                          <a:effectLst/>
                          <a:latin typeface="MULISH REGULAR ROMAN" pitchFamily="2" charset="77"/>
                        </a:rPr>
                        <a:t>5</a:t>
                      </a:r>
                      <a:endParaRPr lang="en-US" sz="1100" b="0" i="0" u="none" strike="noStrike" dirty="0">
                        <a:solidFill>
                          <a:schemeClr val="tx1"/>
                        </a:solidFill>
                        <a:effectLst/>
                        <a:latin typeface="MULISH REGULAR ROMAN" pitchFamily="2" charset="77"/>
                      </a:endParaRPr>
                    </a:p>
                  </a:txBody>
                  <a:tcPr marL="45720" marR="4572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1" u="none" strike="noStrike" dirty="0">
                          <a:solidFill>
                            <a:srgbClr val="000000"/>
                          </a:solidFill>
                          <a:effectLst/>
                          <a:latin typeface="MULISH BLACK ROMAN"/>
                        </a:rPr>
                        <a:t>Mahmoud</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Majority</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Alito</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≈11,900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ULISH BLACK ROMAN"/>
                          <a:ea typeface="+mn-ea"/>
                          <a:cs typeface="+mn-cs"/>
                        </a:rPr>
                        <a:t>06/27/2025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358589">
                <a:tc rowSpan="5">
                  <a:txBody>
                    <a:bodyPr/>
                    <a:lstStyle/>
                    <a:p>
                      <a:pPr algn="ctr" fontAlgn="b"/>
                      <a:r>
                        <a:rPr lang="en-US" sz="1100" b="1" i="0" u="none" strike="noStrike" dirty="0">
                          <a:solidFill>
                            <a:schemeClr val="tx1"/>
                          </a:solidFill>
                          <a:effectLst/>
                          <a:latin typeface="MULISH REGULAR ROMAN" pitchFamily="2" charset="77"/>
                        </a:rPr>
                        <a:t>Longest</a:t>
                      </a:r>
                    </a:p>
                    <a:p>
                      <a:pPr algn="ctr" fontAlgn="b"/>
                      <a:r>
                        <a:rPr lang="en-US" sz="1100" b="1" i="0" u="none" strike="noStrike" dirty="0">
                          <a:solidFill>
                            <a:schemeClr val="tx1"/>
                          </a:solidFill>
                          <a:effectLst/>
                          <a:latin typeface="MULISH REGULAR ROMAN" pitchFamily="2" charset="77"/>
                        </a:rPr>
                        <a:t>(Total Combined)</a:t>
                      </a: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1" i="0" u="none" strike="noStrike" dirty="0">
                          <a:solidFill>
                            <a:schemeClr val="tx1"/>
                          </a:solidFill>
                          <a:effectLst/>
                          <a:latin typeface="MULISH REGULAR ROMAN" pitchFamily="2" charset="77"/>
                        </a:rPr>
                        <a:t>Rank</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Case</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No. Opinions</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Authors</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Vote</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Total Words</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fontAlgn="b"/>
                      <a:r>
                        <a:rPr lang="en-US" sz="1100" b="1" i="0" u="none" strike="noStrike" dirty="0">
                          <a:solidFill>
                            <a:schemeClr val="tx1"/>
                          </a:solidFill>
                          <a:effectLst/>
                          <a:latin typeface="MULISH REGULAR ROMAN" pitchFamily="2" charset="77"/>
                        </a:rPr>
                        <a:t>Decided</a:t>
                      </a:r>
                    </a:p>
                  </a:txBody>
                  <a:tcPr marL="45720" marR="457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820390063"/>
                  </a:ext>
                </a:extLst>
              </a:tr>
              <a:tr h="218355">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chemeClr val="tx1"/>
                          </a:solidFill>
                          <a:effectLst/>
                          <a:latin typeface="MULISH REGULAR ROMAN" pitchFamily="2" charset="77"/>
                        </a:rPr>
                        <a:t>1</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Trump v. CASA</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Alito; Barrett; Jackson; Kavanaugh; Sotomayor; Thomas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35,200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6/27/2025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3902669"/>
                  </a:ext>
                </a:extLst>
              </a:tr>
              <a:tr h="218355">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chemeClr val="tx1"/>
                          </a:solidFill>
                          <a:effectLst/>
                          <a:latin typeface="MULISH REGULAR ROMAN" pitchFamily="2" charset="77"/>
                        </a:rPr>
                        <a:t>2</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err="1">
                          <a:solidFill>
                            <a:schemeClr val="tx1"/>
                          </a:solidFill>
                          <a:effectLst/>
                          <a:latin typeface="MULISH REGULAR ROMAN" pitchFamily="2" charset="77"/>
                        </a:rPr>
                        <a:t>Skrmetti</a:t>
                      </a:r>
                      <a:endParaRPr lang="en-US" sz="1100" b="0" i="1" u="none" strike="noStrike" dirty="0">
                        <a:solidFill>
                          <a:schemeClr val="tx1"/>
                        </a:solidFill>
                        <a:effectLst/>
                        <a:latin typeface="MULISH REGULAR ROMAN" pitchFamily="2" charset="77"/>
                      </a:endParaRP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Alito; Barrett; Kagan; Roberts; Sotomayor; Thomas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30,400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6/18/2025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56293749"/>
                  </a:ext>
                </a:extLst>
              </a:tr>
              <a:tr h="218355">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chemeClr val="tx1"/>
                          </a:solidFill>
                          <a:effectLst/>
                          <a:latin typeface="MULISH REGULAR ROMAN" pitchFamily="2" charset="77"/>
                        </a:rPr>
                        <a:t>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Mahmoud</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Alito; Sotomayor; Thomas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≈26,000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6/27/2025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8595251"/>
                  </a:ext>
                </a:extLst>
              </a:tr>
              <a:tr h="218355">
                <a:tc vMerge="1">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chemeClr val="tx1"/>
                          </a:solidFill>
                          <a:effectLst/>
                          <a:latin typeface="MULISH REGULAR ROMAN" pitchFamily="2" charset="77"/>
                        </a:rPr>
                        <a:t>4</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Glossip</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Barrett; Sotomayor; Thomas</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5-3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≈25,000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2/25/2025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7410"/>
                  </a:ext>
                </a:extLst>
              </a:tr>
              <a:tr h="218355">
                <a:tc>
                  <a:txBody>
                    <a:bodyPr/>
                    <a:lstStyle/>
                    <a:p>
                      <a:pPr algn="ctr" fontAlgn="b"/>
                      <a:endParaRPr lang="en-US" sz="1100" b="1" i="0" u="none" strike="noStrike" dirty="0">
                        <a:solidFill>
                          <a:schemeClr val="tx1"/>
                        </a:solidFill>
                        <a:effectLst/>
                        <a:latin typeface="MULISH REGULAR ROMAN" pitchFamily="2" charset="77"/>
                      </a:endParaRPr>
                    </a:p>
                  </a:txBody>
                  <a:tcPr marL="3315" marR="3315" marT="3315" marB="0"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fontAlgn="b"/>
                      <a:r>
                        <a:rPr lang="en-US" sz="1100" b="0" i="0" u="none" strike="noStrike" dirty="0">
                          <a:solidFill>
                            <a:schemeClr val="tx1"/>
                          </a:solidFill>
                          <a:effectLst/>
                          <a:latin typeface="MULISH REGULAR ROMAN" pitchFamily="2" charset="77"/>
                        </a:rPr>
                        <a:t>5</a:t>
                      </a:r>
                    </a:p>
                  </a:txBody>
                  <a:tcPr marL="3315" marR="3315" marT="331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1" u="none" strike="noStrike" dirty="0">
                          <a:solidFill>
                            <a:schemeClr val="tx1"/>
                          </a:solidFill>
                          <a:effectLst/>
                          <a:latin typeface="MULISH REGULAR ROMAN" pitchFamily="2" charset="77"/>
                        </a:rPr>
                        <a:t>Consumers’ Research</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4</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REGULAR ROMAN"/>
                        </a:rPr>
                        <a:t>Gorsuch; Jackson; Kagan; Kavanaugh</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chemeClr val="tx1"/>
                          </a:solidFill>
                          <a:effectLst/>
                          <a:latin typeface="MULISH REGULAR ROMAN" pitchFamily="2" charset="77"/>
                        </a:rPr>
                        <a:t>6-3</a:t>
                      </a:r>
                    </a:p>
                  </a:txBody>
                  <a:tcPr marL="45720" marR="4572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≈24,000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6/27/2025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6509378"/>
                  </a:ext>
                </a:extLst>
              </a:tr>
            </a:tbl>
          </a:graphicData>
        </a:graphic>
      </p:graphicFrame>
      <p:sp>
        <p:nvSpPr>
          <p:cNvPr id="8" name="Title 9">
            <a:extLst>
              <a:ext uri="{FF2B5EF4-FFF2-40B4-BE49-F238E27FC236}">
                <a16:creationId xmlns:a16="http://schemas.microsoft.com/office/drawing/2014/main" id="{2AB498F5-9DEA-9996-05E5-B004EE4EB6FA}"/>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OPINION LENGTHS</a:t>
            </a:r>
          </a:p>
        </p:txBody>
      </p:sp>
      <p:sp>
        <p:nvSpPr>
          <p:cNvPr id="7" name="Slide Number Placeholder 6">
            <a:extLst>
              <a:ext uri="{FF2B5EF4-FFF2-40B4-BE49-F238E27FC236}">
                <a16:creationId xmlns:a16="http://schemas.microsoft.com/office/drawing/2014/main" id="{F196D688-3261-49DC-C33B-4E598CE5D507}"/>
              </a:ext>
            </a:extLst>
          </p:cNvPr>
          <p:cNvSpPr>
            <a:spLocks noGrp="1"/>
          </p:cNvSpPr>
          <p:nvPr>
            <p:ph type="sldNum" sz="quarter" idx="12"/>
          </p:nvPr>
        </p:nvSpPr>
        <p:spPr/>
        <p:txBody>
          <a:bodyPr/>
          <a:lstStyle/>
          <a:p>
            <a:fld id="{5E212BD6-99D2-4430-8307-3DFF6CB1AF68}" type="slidenum">
              <a:rPr lang="en-US" smtClean="0"/>
              <a:t>22</a:t>
            </a:fld>
            <a:endParaRPr lang="en-US"/>
          </a:p>
        </p:txBody>
      </p:sp>
    </p:spTree>
    <p:extLst>
      <p:ext uri="{BB962C8B-B14F-4D97-AF65-F5344CB8AC3E}">
        <p14:creationId xmlns:p14="http://schemas.microsoft.com/office/powerpoint/2010/main" val="57877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CACFA-7A5B-6BF4-4290-7A40F516FB2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AC53D5-5A4B-E885-00C2-3FDD957DAD10}"/>
              </a:ext>
            </a:extLst>
          </p:cNvPr>
          <p:cNvSpPr>
            <a:spLocks/>
          </p:cNvSpPr>
          <p:nvPr/>
        </p:nvSpPr>
        <p:spPr>
          <a:xfrm>
            <a:off x="4105834" y="1196415"/>
            <a:ext cx="6973551" cy="4132288"/>
          </a:xfrm>
          <a:prstGeom prst="rect">
            <a:avLst/>
          </a:prstGeom>
          <a:solidFill>
            <a:schemeClr val="accent1">
              <a:alpha val="1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0A5C8D90-3627-FABD-FB0B-9B412993E2E4}"/>
              </a:ext>
            </a:extLst>
          </p:cNvPr>
          <p:cNvGraphicFramePr>
            <a:graphicFrameLocks noGrp="1"/>
          </p:cNvGraphicFramePr>
          <p:nvPr>
            <p:extLst>
              <p:ext uri="{D42A27DB-BD31-4B8C-83A1-F6EECF244321}">
                <p14:modId xmlns:p14="http://schemas.microsoft.com/office/powerpoint/2010/main" val="4122474312"/>
              </p:ext>
            </p:extLst>
          </p:nvPr>
        </p:nvGraphicFramePr>
        <p:xfrm>
          <a:off x="545907" y="961858"/>
          <a:ext cx="2743200" cy="3559936"/>
        </p:xfrm>
        <a:graphic>
          <a:graphicData uri="http://schemas.openxmlformats.org/drawingml/2006/table">
            <a:tbl>
              <a:tblPr bandRow="1">
                <a:tableStyleId>{C083E6E3-FA7D-4D7B-A595-EF9225AFEA82}</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88406">
                <a:tc gridSpan="2">
                  <a:txBody>
                    <a:bodyPr/>
                    <a:lstStyle/>
                    <a:p>
                      <a:pPr algn="ctr" fontAlgn="b"/>
                      <a:endParaRPr lang="en-US" sz="1400" b="1" i="0" u="none" strike="noStrike" dirty="0">
                        <a:solidFill>
                          <a:schemeClr val="tx1"/>
                        </a:solidFill>
                        <a:effectLst/>
                        <a:latin typeface="MULISH BOLD ROMAN" pitchFamily="2" charset="77"/>
                      </a:endParaRPr>
                    </a:p>
                  </a:txBody>
                  <a:tcPr marL="9525" marR="9525" marT="9525" marB="0" anchor="ctr">
                    <a:lnL>
                      <a:noFill/>
                    </a:lnL>
                    <a:lnR>
                      <a:noFill/>
                    </a:lnR>
                    <a:lnT w="12700" cmpd="sng">
                      <a:noFill/>
                    </a:lnT>
                    <a:lnB>
                      <a:noFill/>
                    </a:lnB>
                    <a:lnTlToBr w="12700" cmpd="sng">
                      <a:noFill/>
                      <a:prstDash val="solid"/>
                    </a:lnTlToBr>
                    <a:lnBlToTr w="12700" cmpd="sng">
                      <a:noFill/>
                      <a:prstDash val="solid"/>
                    </a:lnBlToTr>
                    <a:solidFill>
                      <a:schemeClr val="bg1">
                        <a:alpha val="20000"/>
                      </a:schemeClr>
                    </a:solidFill>
                  </a:tcPr>
                </a:tc>
                <a:tc hMerge="1">
                  <a:txBody>
                    <a:bodyPr/>
                    <a:lstStyle/>
                    <a:p>
                      <a:endParaRPr lang="en-US"/>
                    </a:p>
                  </a:txBody>
                  <a:tcPr/>
                </a:tc>
                <a:extLst>
                  <a:ext uri="{0D108BD9-81ED-4DB2-BD59-A6C34878D82A}">
                    <a16:rowId xmlns:a16="http://schemas.microsoft.com/office/drawing/2014/main" val="1513308354"/>
                  </a:ext>
                </a:extLst>
              </a:tr>
              <a:tr h="392933">
                <a:tc gridSpan="2">
                  <a:txBody>
                    <a:bodyPr/>
                    <a:lstStyle/>
                    <a:p>
                      <a:pPr algn="ctr" fontAlgn="b"/>
                      <a:r>
                        <a:rPr lang="en-US" sz="1300" b="1" i="0" u="none" strike="noStrike" dirty="0">
                          <a:solidFill>
                            <a:schemeClr val="tx1"/>
                          </a:solidFill>
                          <a:effectLst/>
                          <a:latin typeface="MULISH BOLD ROMAN" pitchFamily="2" charset="77"/>
                        </a:rPr>
                        <a:t>Average Opinion Length by Justice</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08733">
                <a:tc>
                  <a:txBody>
                    <a:bodyPr/>
                    <a:lstStyle/>
                    <a:p>
                      <a:pPr algn="ctr" fontAlgn="b"/>
                      <a:r>
                        <a:rPr lang="en-US" sz="1100" b="0" i="0" u="none" strike="noStrike" dirty="0">
                          <a:solidFill>
                            <a:srgbClr val="000000"/>
                          </a:solidFill>
                          <a:effectLst/>
                          <a:latin typeface="MULISH BLACK ROMAN"/>
                        </a:rPr>
                        <a:t>Roberts</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4,700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8733">
                <a:tc>
                  <a:txBody>
                    <a:bodyPr/>
                    <a:lstStyle/>
                    <a:p>
                      <a:pPr algn="ctr" fontAlgn="b"/>
                      <a:r>
                        <a:rPr lang="en-US" sz="1100" b="0" u="none" strike="noStrike" dirty="0">
                          <a:solidFill>
                            <a:srgbClr val="000000"/>
                          </a:solidFill>
                          <a:effectLst/>
                          <a:latin typeface="MULISH BLACK ROMAN"/>
                        </a:rPr>
                        <a:t>Thomas</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4,700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8733">
                <a:tc>
                  <a:txBody>
                    <a:bodyPr/>
                    <a:lstStyle/>
                    <a:p>
                      <a:pPr algn="ctr" fontAlgn="b"/>
                      <a:r>
                        <a:rPr lang="en-US" sz="1100" b="0" i="0" u="none" strike="noStrike" dirty="0">
                          <a:solidFill>
                            <a:srgbClr val="000000"/>
                          </a:solidFill>
                          <a:effectLst/>
                          <a:latin typeface="MULISH BLACK ROMAN"/>
                        </a:rPr>
                        <a:t>Alito</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4,700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8733">
                <a:tc>
                  <a:txBody>
                    <a:bodyPr/>
                    <a:lstStyle/>
                    <a:p>
                      <a:pPr algn="ctr" fontAlgn="b"/>
                      <a:r>
                        <a:rPr lang="en-US" sz="1100" b="0" u="none" strike="noStrike" dirty="0">
                          <a:solidFill>
                            <a:srgbClr val="000000"/>
                          </a:solidFill>
                          <a:effectLst/>
                          <a:latin typeface="MULISH BLACK ROMAN"/>
                        </a:rPr>
                        <a:t>Sotomayor</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kern="1200" dirty="0">
                          <a:solidFill>
                            <a:srgbClr val="000000"/>
                          </a:solidFill>
                          <a:effectLst/>
                          <a:latin typeface="MULISH BLACK ROMAN"/>
                          <a:ea typeface="+mn-ea"/>
                          <a:cs typeface="+mn-cs"/>
                        </a:rPr>
                        <a:t>4,1</a:t>
                      </a:r>
                      <a:r>
                        <a:rPr lang="en-US" sz="1100" b="0" i="0" u="none" strike="noStrike" dirty="0">
                          <a:solidFill>
                            <a:srgbClr val="000000"/>
                          </a:solidFill>
                          <a:effectLst/>
                          <a:latin typeface="MULISH BLACK ROMAN"/>
                        </a:rPr>
                        <a:t>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8733">
                <a:tc>
                  <a:txBody>
                    <a:bodyPr/>
                    <a:lstStyle/>
                    <a:p>
                      <a:pPr algn="ctr" fontAlgn="b"/>
                      <a:r>
                        <a:rPr lang="en-US" sz="1100" b="0" u="none" strike="noStrike" dirty="0">
                          <a:solidFill>
                            <a:srgbClr val="000000"/>
                          </a:solidFill>
                          <a:effectLst/>
                          <a:latin typeface="MULISH BLACK ROMAN"/>
                        </a:rPr>
                        <a:t>Kagan</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kern="1200" dirty="0">
                          <a:solidFill>
                            <a:srgbClr val="000000"/>
                          </a:solidFill>
                          <a:effectLst/>
                          <a:latin typeface="MULISH BLACK ROMAN"/>
                          <a:ea typeface="+mn-ea"/>
                          <a:cs typeface="+mn-cs"/>
                        </a:rPr>
                        <a:t>4,3</a:t>
                      </a:r>
                      <a:r>
                        <a:rPr lang="en-US" sz="1100" b="0" i="0" u="none" strike="noStrike" dirty="0">
                          <a:solidFill>
                            <a:srgbClr val="000000"/>
                          </a:solidFill>
                          <a:effectLst/>
                          <a:latin typeface="MULISH BLACK ROMAN"/>
                        </a:rPr>
                        <a:t>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08733">
                <a:tc>
                  <a:txBody>
                    <a:bodyPr/>
                    <a:lstStyle/>
                    <a:p>
                      <a:pPr algn="ctr" fontAlgn="b"/>
                      <a:r>
                        <a:rPr lang="en-US" sz="1100" b="0" i="0" u="none" strike="noStrike" dirty="0">
                          <a:solidFill>
                            <a:srgbClr val="000000"/>
                          </a:solidFill>
                          <a:effectLst/>
                          <a:latin typeface="MULISH BLACK ROMAN"/>
                        </a:rPr>
                        <a:t>Gorsuch</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kern="1200" dirty="0">
                          <a:solidFill>
                            <a:srgbClr val="000000"/>
                          </a:solidFill>
                          <a:effectLst/>
                          <a:latin typeface="MULISH BLACK ROMAN"/>
                          <a:ea typeface="+mn-ea"/>
                          <a:cs typeface="+mn-cs"/>
                        </a:rPr>
                        <a:t>4,3</a:t>
                      </a:r>
                      <a:r>
                        <a:rPr lang="en-US" sz="1100" b="0" i="0" u="none" strike="noStrike" dirty="0">
                          <a:solidFill>
                            <a:srgbClr val="000000"/>
                          </a:solidFill>
                          <a:effectLst/>
                          <a:latin typeface="MULISH BLACK ROMAN"/>
                        </a:rPr>
                        <a:t>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08733">
                <a:tc>
                  <a:txBody>
                    <a:bodyPr/>
                    <a:lstStyle/>
                    <a:p>
                      <a:pPr algn="ctr" fontAlgn="b"/>
                      <a:r>
                        <a:rPr lang="en-US" sz="1100" b="0" u="none" strike="noStrike" dirty="0">
                          <a:solidFill>
                            <a:srgbClr val="000000"/>
                          </a:solidFill>
                          <a:effectLst/>
                          <a:latin typeface="MULISH BLACK ROMAN"/>
                        </a:rPr>
                        <a:t>Kavanaugh</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3,900</a:t>
                      </a: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08733">
                <a:tc>
                  <a:txBody>
                    <a:bodyPr/>
                    <a:lstStyle/>
                    <a:p>
                      <a:pPr algn="ctr" fontAlgn="b"/>
                      <a:r>
                        <a:rPr lang="en-US" sz="1100" b="0" i="0" u="none" strike="noStrike" dirty="0">
                          <a:solidFill>
                            <a:srgbClr val="000000"/>
                          </a:solidFill>
                          <a:effectLst/>
                          <a:latin typeface="MULISH BLACK ROMAN"/>
                        </a:rPr>
                        <a:t>Barrett</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kern="1200" dirty="0">
                          <a:solidFill>
                            <a:srgbClr val="000000"/>
                          </a:solidFill>
                          <a:effectLst/>
                          <a:latin typeface="MULISH BLACK ROMAN"/>
                          <a:ea typeface="+mn-ea"/>
                          <a:cs typeface="+mn-cs"/>
                        </a:rPr>
                        <a:t>3,800</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08733">
                <a:tc>
                  <a:txBody>
                    <a:bodyPr/>
                    <a:lstStyle/>
                    <a:p>
                      <a:pPr algn="ctr" fontAlgn="b"/>
                      <a:r>
                        <a:rPr lang="en-US" sz="1100" b="0" i="0" u="none" strike="noStrike" dirty="0">
                          <a:solidFill>
                            <a:srgbClr val="000000"/>
                          </a:solidFill>
                          <a:effectLst/>
                          <a:latin typeface="MULISH BLACK ROMAN"/>
                        </a:rPr>
                        <a:t>Jackson</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kern="1200" dirty="0">
                          <a:solidFill>
                            <a:schemeClr val="tx1"/>
                          </a:solidFill>
                          <a:effectLst/>
                          <a:latin typeface="MULISH BLACK ROMAN"/>
                          <a:ea typeface="+mn-ea"/>
                          <a:cs typeface="+mn-cs"/>
                        </a:rPr>
                        <a:t>≈</a:t>
                      </a:r>
                      <a:r>
                        <a:rPr lang="en-US" sz="1100" b="0" i="0" u="none" strike="noStrike" dirty="0">
                          <a:solidFill>
                            <a:srgbClr val="000000"/>
                          </a:solidFill>
                          <a:effectLst/>
                          <a:latin typeface="MULISH BLACK ROMAN"/>
                        </a:rPr>
                        <a:t>3,400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8" name="Title 9">
            <a:extLst>
              <a:ext uri="{FF2B5EF4-FFF2-40B4-BE49-F238E27FC236}">
                <a16:creationId xmlns:a16="http://schemas.microsoft.com/office/drawing/2014/main" id="{1B58CB0A-1A00-0341-CBED-1A340D5B6E2A}"/>
              </a:ext>
            </a:extLst>
          </p:cNvPr>
          <p:cNvSpPr txBox="1">
            <a:spLocks/>
          </p:cNvSpPr>
          <p:nvPr/>
        </p:nvSpPr>
        <p:spPr>
          <a:xfrm>
            <a:off x="320850" y="12859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OPINION LENGTHS (Cont.)</a:t>
            </a:r>
          </a:p>
        </p:txBody>
      </p:sp>
      <p:sp>
        <p:nvSpPr>
          <p:cNvPr id="11" name="TextBox 10">
            <a:extLst>
              <a:ext uri="{FF2B5EF4-FFF2-40B4-BE49-F238E27FC236}">
                <a16:creationId xmlns:a16="http://schemas.microsoft.com/office/drawing/2014/main" id="{1DDF1A98-4954-F42F-6560-244F9F041761}"/>
              </a:ext>
            </a:extLst>
          </p:cNvPr>
          <p:cNvSpPr txBox="1"/>
          <p:nvPr/>
        </p:nvSpPr>
        <p:spPr>
          <a:xfrm>
            <a:off x="4876800" y="5399974"/>
            <a:ext cx="6202585" cy="430887"/>
          </a:xfrm>
          <a:prstGeom prst="rect">
            <a:avLst/>
          </a:prstGeom>
          <a:noFill/>
          <a:ln>
            <a:solidFill>
              <a:schemeClr val="tx1"/>
            </a:solidFill>
          </a:ln>
        </p:spPr>
        <p:txBody>
          <a:bodyPr wrap="square" rtlCol="0">
            <a:spAutoFit/>
          </a:bodyPr>
          <a:lstStyle/>
          <a:p>
            <a:r>
              <a:rPr lang="en-US" sz="1100" dirty="0">
                <a:latin typeface="MULISH REGULAR ROMAN"/>
              </a:rPr>
              <a:t>Figure shows the average length (in words) of opinions issued by the court by type between the 2016 and 2024 terms. </a:t>
            </a:r>
          </a:p>
        </p:txBody>
      </p:sp>
      <p:sp>
        <p:nvSpPr>
          <p:cNvPr id="7" name="Slide Number Placeholder 6">
            <a:extLst>
              <a:ext uri="{FF2B5EF4-FFF2-40B4-BE49-F238E27FC236}">
                <a16:creationId xmlns:a16="http://schemas.microsoft.com/office/drawing/2014/main" id="{EA02EBCD-4099-42FF-CC0F-A83E48E7078E}"/>
              </a:ext>
            </a:extLst>
          </p:cNvPr>
          <p:cNvSpPr>
            <a:spLocks noGrp="1"/>
          </p:cNvSpPr>
          <p:nvPr>
            <p:ph type="sldNum" sz="quarter" idx="12"/>
          </p:nvPr>
        </p:nvSpPr>
        <p:spPr/>
        <p:txBody>
          <a:bodyPr/>
          <a:lstStyle/>
          <a:p>
            <a:fld id="{5E212BD6-99D2-4430-8307-3DFF6CB1AF68}" type="slidenum">
              <a:rPr lang="en-US" smtClean="0"/>
              <a:t>23</a:t>
            </a:fld>
            <a:endParaRPr lang="en-US"/>
          </a:p>
        </p:txBody>
      </p:sp>
      <p:pic>
        <p:nvPicPr>
          <p:cNvPr id="15" name="Picture 14" descr="A graph of different types of graphs&#10;&#10;AI-generated content may be incorrect.">
            <a:extLst>
              <a:ext uri="{FF2B5EF4-FFF2-40B4-BE49-F238E27FC236}">
                <a16:creationId xmlns:a16="http://schemas.microsoft.com/office/drawing/2014/main" id="{3E2AEDC9-351B-539F-B512-F1047330A4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5834" y="1196416"/>
            <a:ext cx="6973551" cy="4184130"/>
          </a:xfrm>
          <a:prstGeom prst="rect">
            <a:avLst/>
          </a:prstGeom>
        </p:spPr>
      </p:pic>
    </p:spTree>
    <p:extLst>
      <p:ext uri="{BB962C8B-B14F-4D97-AF65-F5344CB8AC3E}">
        <p14:creationId xmlns:p14="http://schemas.microsoft.com/office/powerpoint/2010/main" val="2441247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9">
            <a:extLst>
              <a:ext uri="{FF2B5EF4-FFF2-40B4-BE49-F238E27FC236}">
                <a16:creationId xmlns:a16="http://schemas.microsoft.com/office/drawing/2014/main" id="{4AEB5166-104F-F844-BFBC-60336AA803D3}"/>
              </a:ext>
            </a:extLst>
          </p:cNvPr>
          <p:cNvSpPr>
            <a:spLocks noGrp="1"/>
          </p:cNvSpPr>
          <p:nvPr>
            <p:ph type="title"/>
          </p:nvPr>
        </p:nvSpPr>
        <p:spPr>
          <a:xfrm>
            <a:off x="243939" y="74723"/>
            <a:ext cx="10515600" cy="788442"/>
          </a:xfrm>
        </p:spPr>
        <p:txBody>
          <a:bodyPr>
            <a:normAutofit/>
          </a:bodyPr>
          <a:lstStyle/>
          <a:p>
            <a:r>
              <a:rPr lang="en-US" sz="3600" dirty="0">
                <a:solidFill>
                  <a:srgbClr val="A90404"/>
                </a:solidFill>
                <a:latin typeface="MULISH BOLD ROMAN" pitchFamily="2" charset="77"/>
              </a:rPr>
              <a:t>VOTING ALIGNMENT</a:t>
            </a:r>
          </a:p>
        </p:txBody>
      </p:sp>
      <p:graphicFrame>
        <p:nvGraphicFramePr>
          <p:cNvPr id="6" name="Table 6">
            <a:extLst>
              <a:ext uri="{FF2B5EF4-FFF2-40B4-BE49-F238E27FC236}">
                <a16:creationId xmlns:a16="http://schemas.microsoft.com/office/drawing/2014/main" id="{5BF0DDD8-DCD3-F44C-A42D-CBB308CF5050}"/>
              </a:ext>
            </a:extLst>
          </p:cNvPr>
          <p:cNvGraphicFramePr>
            <a:graphicFrameLocks noGrp="1"/>
          </p:cNvGraphicFramePr>
          <p:nvPr>
            <p:extLst>
              <p:ext uri="{D42A27DB-BD31-4B8C-83A1-F6EECF244321}">
                <p14:modId xmlns:p14="http://schemas.microsoft.com/office/powerpoint/2010/main" val="2162804206"/>
              </p:ext>
            </p:extLst>
          </p:nvPr>
        </p:nvGraphicFramePr>
        <p:xfrm>
          <a:off x="339318" y="1127293"/>
          <a:ext cx="11494360" cy="5148072"/>
        </p:xfrm>
        <a:graphic>
          <a:graphicData uri="http://schemas.openxmlformats.org/drawingml/2006/table">
            <a:tbl>
              <a:tblPr firstRow="1" bandRow="1">
                <a:tableStyleId>{C083E6E3-FA7D-4D7B-A595-EF9225AFEA82}</a:tableStyleId>
              </a:tblPr>
              <a:tblGrid>
                <a:gridCol w="1697902">
                  <a:extLst>
                    <a:ext uri="{9D8B030D-6E8A-4147-A177-3AD203B41FA5}">
                      <a16:colId xmlns:a16="http://schemas.microsoft.com/office/drawing/2014/main" val="1855254515"/>
                    </a:ext>
                  </a:extLst>
                </a:gridCol>
                <a:gridCol w="1277471">
                  <a:extLst>
                    <a:ext uri="{9D8B030D-6E8A-4147-A177-3AD203B41FA5}">
                      <a16:colId xmlns:a16="http://schemas.microsoft.com/office/drawing/2014/main" val="2522142181"/>
                    </a:ext>
                  </a:extLst>
                </a:gridCol>
                <a:gridCol w="726141">
                  <a:extLst>
                    <a:ext uri="{9D8B030D-6E8A-4147-A177-3AD203B41FA5}">
                      <a16:colId xmlns:a16="http://schemas.microsoft.com/office/drawing/2014/main" val="3188583542"/>
                    </a:ext>
                  </a:extLst>
                </a:gridCol>
                <a:gridCol w="1209166">
                  <a:extLst>
                    <a:ext uri="{9D8B030D-6E8A-4147-A177-3AD203B41FA5}">
                      <a16:colId xmlns:a16="http://schemas.microsoft.com/office/drawing/2014/main" val="4102962030"/>
                    </a:ext>
                  </a:extLst>
                </a:gridCol>
                <a:gridCol w="731520">
                  <a:extLst>
                    <a:ext uri="{9D8B030D-6E8A-4147-A177-3AD203B41FA5}">
                      <a16:colId xmlns:a16="http://schemas.microsoft.com/office/drawing/2014/main" val="2863512104"/>
                    </a:ext>
                  </a:extLst>
                </a:gridCol>
                <a:gridCol w="731520">
                  <a:extLst>
                    <a:ext uri="{9D8B030D-6E8A-4147-A177-3AD203B41FA5}">
                      <a16:colId xmlns:a16="http://schemas.microsoft.com/office/drawing/2014/main" val="3247459570"/>
                    </a:ext>
                  </a:extLst>
                </a:gridCol>
                <a:gridCol w="731520">
                  <a:extLst>
                    <a:ext uri="{9D8B030D-6E8A-4147-A177-3AD203B41FA5}">
                      <a16:colId xmlns:a16="http://schemas.microsoft.com/office/drawing/2014/main" val="338529481"/>
                    </a:ext>
                  </a:extLst>
                </a:gridCol>
                <a:gridCol w="731520">
                  <a:extLst>
                    <a:ext uri="{9D8B030D-6E8A-4147-A177-3AD203B41FA5}">
                      <a16:colId xmlns:a16="http://schemas.microsoft.com/office/drawing/2014/main" val="3188298085"/>
                    </a:ext>
                  </a:extLst>
                </a:gridCol>
                <a:gridCol w="731520">
                  <a:extLst>
                    <a:ext uri="{9D8B030D-6E8A-4147-A177-3AD203B41FA5}">
                      <a16:colId xmlns:a16="http://schemas.microsoft.com/office/drawing/2014/main" val="4228331188"/>
                    </a:ext>
                  </a:extLst>
                </a:gridCol>
                <a:gridCol w="731520">
                  <a:extLst>
                    <a:ext uri="{9D8B030D-6E8A-4147-A177-3AD203B41FA5}">
                      <a16:colId xmlns:a16="http://schemas.microsoft.com/office/drawing/2014/main" val="3044216961"/>
                    </a:ext>
                  </a:extLst>
                </a:gridCol>
                <a:gridCol w="731520">
                  <a:extLst>
                    <a:ext uri="{9D8B030D-6E8A-4147-A177-3AD203B41FA5}">
                      <a16:colId xmlns:a16="http://schemas.microsoft.com/office/drawing/2014/main" val="823801858"/>
                    </a:ext>
                  </a:extLst>
                </a:gridCol>
                <a:gridCol w="731520">
                  <a:extLst>
                    <a:ext uri="{9D8B030D-6E8A-4147-A177-3AD203B41FA5}">
                      <a16:colId xmlns:a16="http://schemas.microsoft.com/office/drawing/2014/main" val="1551614119"/>
                    </a:ext>
                  </a:extLst>
                </a:gridCol>
                <a:gridCol w="731520">
                  <a:extLst>
                    <a:ext uri="{9D8B030D-6E8A-4147-A177-3AD203B41FA5}">
                      <a16:colId xmlns:a16="http://schemas.microsoft.com/office/drawing/2014/main" val="3870732938"/>
                    </a:ext>
                  </a:extLst>
                </a:gridCol>
              </a:tblGrid>
              <a:tr h="347472">
                <a:tc>
                  <a:txBody>
                    <a:bodyPr/>
                    <a:lstStyle/>
                    <a:p>
                      <a:pPr algn="l"/>
                      <a:r>
                        <a:rPr lang="en-US" sz="1300" dirty="0">
                          <a:latin typeface="MULISH REGULAR ROMAN" pitchFamily="2" charset="77"/>
                        </a:rPr>
                        <a:t>Case Name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Decided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Vote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Author</a:t>
                      </a:r>
                    </a:p>
                  </a:txBody>
                  <a:tcPr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172286"/>
                  </a:ext>
                </a:extLst>
              </a:tr>
              <a:tr h="320040">
                <a:tc>
                  <a:txBody>
                    <a:bodyPr/>
                    <a:lstStyle/>
                    <a:p>
                      <a:r>
                        <a:rPr lang="en-US" sz="1100" dirty="0">
                          <a:latin typeface="MULISH BLACK ROMAN"/>
                        </a:rPr>
                        <a:t>Hamm</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11/4/2024</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4229935506"/>
                  </a:ext>
                </a:extLst>
              </a:tr>
              <a:tr h="320040">
                <a:tc>
                  <a:txBody>
                    <a:bodyPr/>
                    <a:lstStyle/>
                    <a:p>
                      <a:r>
                        <a:rPr lang="en-US" sz="1100" dirty="0">
                          <a:latin typeface="MULISH BLACK ROMAN"/>
                        </a:rPr>
                        <a:t>Facebook</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11/22/2024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396768621"/>
                  </a:ext>
                </a:extLst>
              </a:tr>
              <a:tr h="320040">
                <a:tc>
                  <a:txBody>
                    <a:bodyPr/>
                    <a:lstStyle/>
                    <a:p>
                      <a:r>
                        <a:rPr lang="en-US" sz="1100" dirty="0">
                          <a:latin typeface="MULISH BLACK ROMAN"/>
                        </a:rPr>
                        <a:t>Bouarfa</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12/10/2024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Jackson</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471751296"/>
                  </a:ext>
                </a:extLst>
              </a:tr>
              <a:tr h="320040">
                <a:tc>
                  <a:txBody>
                    <a:bodyPr/>
                    <a:lstStyle/>
                    <a:p>
                      <a:r>
                        <a:rPr lang="en-US" sz="1100" dirty="0">
                          <a:latin typeface="MULISH BLACK ROMAN"/>
                        </a:rPr>
                        <a:t>NVIDIA</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12/11/2024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987411499"/>
                  </a:ext>
                </a:extLst>
              </a:tr>
              <a:tr h="320040">
                <a:tc>
                  <a:txBody>
                    <a:bodyPr/>
                    <a:lstStyle/>
                    <a:p>
                      <a:r>
                        <a:rPr lang="en-US" sz="1100" dirty="0">
                          <a:latin typeface="MULISH BLACK ROMAN"/>
                        </a:rPr>
                        <a:t>Royal Canin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1/15/2025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Kagan</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637205288"/>
                  </a:ext>
                </a:extLst>
              </a:tr>
              <a:tr h="320040">
                <a:tc>
                  <a:txBody>
                    <a:bodyPr/>
                    <a:lstStyle/>
                    <a:p>
                      <a:r>
                        <a:rPr lang="en-US" sz="1100" dirty="0">
                          <a:latin typeface="MULISH BLACK ROMAN"/>
                        </a:rPr>
                        <a:t>E.M.D. Sales</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1/15/2025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Kavanaugh</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815833910"/>
                  </a:ext>
                </a:extLst>
              </a:tr>
              <a:tr h="320040">
                <a:tc>
                  <a:txBody>
                    <a:bodyPr/>
                    <a:lstStyle/>
                    <a:p>
                      <a:r>
                        <a:rPr lang="en-US" sz="1100" dirty="0">
                          <a:latin typeface="MULISH BLACK ROMAN"/>
                        </a:rPr>
                        <a:t>Tik Tok</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1/17/2025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05721243"/>
                  </a:ext>
                </a:extLst>
              </a:tr>
              <a:tr h="320040">
                <a:tc>
                  <a:txBody>
                    <a:bodyPr/>
                    <a:lstStyle/>
                    <a:p>
                      <a:r>
                        <a:rPr lang="en-US" sz="1100" dirty="0">
                          <a:latin typeface="MULISH BLACK ROMAN"/>
                        </a:rPr>
                        <a:t>Andrew</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1/21/2025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Per Curiam</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172497950"/>
                  </a:ext>
                </a:extLst>
              </a:tr>
              <a:tr h="320040">
                <a:tc>
                  <a:txBody>
                    <a:bodyPr/>
                    <a:lstStyle/>
                    <a:p>
                      <a:r>
                        <a:rPr lang="en-US" sz="1100" dirty="0">
                          <a:latin typeface="MULISH BLACK ROMAN"/>
                        </a:rPr>
                        <a:t>Hungary</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Sotomayor</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248342504"/>
                  </a:ext>
                </a:extLst>
              </a:tr>
              <a:tr h="320040">
                <a:tc>
                  <a:txBody>
                    <a:bodyPr/>
                    <a:lstStyle/>
                    <a:p>
                      <a:r>
                        <a:rPr lang="en-US" sz="1100" dirty="0">
                          <a:latin typeface="MULISH BLACK ROMAN"/>
                        </a:rPr>
                        <a:t>Wisconsin Bell</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Kagan</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51524791"/>
                  </a:ext>
                </a:extLst>
              </a:tr>
              <a:tr h="320040">
                <a:tc>
                  <a:txBody>
                    <a:bodyPr/>
                    <a:lstStyle/>
                    <a:p>
                      <a:r>
                        <a:rPr lang="en-US" sz="1100" dirty="0">
                          <a:latin typeface="MULISH BLACK ROMAN"/>
                        </a:rPr>
                        <a:t>Williams</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Kavanaugh</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19908336"/>
                  </a:ext>
                </a:extLst>
              </a:tr>
              <a:tr h="320040">
                <a:tc>
                  <a:txBody>
                    <a:bodyPr/>
                    <a:lstStyle/>
                    <a:p>
                      <a:r>
                        <a:rPr lang="en-US" sz="1100" dirty="0">
                          <a:latin typeface="MULISH BLACK ROMAN"/>
                        </a:rPr>
                        <a:t>Lackey</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2/25/2025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Roberts</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58160031"/>
                  </a:ext>
                </a:extLst>
              </a:tr>
              <a:tr h="320040">
                <a:tc>
                  <a:txBody>
                    <a:bodyPr/>
                    <a:lstStyle/>
                    <a:p>
                      <a:r>
                        <a:rPr lang="en-US" sz="1100" dirty="0">
                          <a:latin typeface="MULISH BLACK ROMAN"/>
                        </a:rPr>
                        <a:t>Glossip</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2/25/2025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Sotomayor</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348289071"/>
                  </a:ext>
                </a:extLst>
              </a:tr>
              <a:tr h="320040">
                <a:tc>
                  <a:txBody>
                    <a:bodyPr/>
                    <a:lstStyle/>
                    <a:p>
                      <a:r>
                        <a:rPr lang="en-US" sz="1100" dirty="0">
                          <a:latin typeface="MULISH BLACK ROMAN"/>
                        </a:rPr>
                        <a:t>Waetzig</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2/26/2025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Alito</a:t>
                      </a:r>
                    </a:p>
                  </a:txBody>
                  <a:tcPr marL="9525" marR="9525" marT="9525" marB="0"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91707358"/>
                  </a:ext>
                </a:extLst>
              </a:tr>
              <a:tr h="320040">
                <a:tc>
                  <a:txBody>
                    <a:bodyPr/>
                    <a:lstStyle/>
                    <a:p>
                      <a:r>
                        <a:rPr lang="en-US" sz="1100" dirty="0">
                          <a:latin typeface="MULISH BLACK ROMAN"/>
                        </a:rPr>
                        <a:t>Dewberry</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2/26/2025</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Kagan</a:t>
                      </a:r>
                    </a:p>
                  </a:txBody>
                  <a:tcPr marL="9525" marR="9525" marT="9525" marB="0"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357545266"/>
                  </a:ext>
                </a:extLst>
              </a:tr>
            </a:tbl>
          </a:graphicData>
        </a:graphic>
      </p:graphicFrame>
      <p:pic>
        <p:nvPicPr>
          <p:cNvPr id="8" name="Picture 7" descr="A picture containing person, person, indoor, suit&#10;&#10;Description automatically generated">
            <a:extLst>
              <a:ext uri="{FF2B5EF4-FFF2-40B4-BE49-F238E27FC236}">
                <a16:creationId xmlns:a16="http://schemas.microsoft.com/office/drawing/2014/main" id="{3729B541-7FD5-1E4B-B70B-5576A107D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976" y="645655"/>
            <a:ext cx="1025212" cy="822960"/>
          </a:xfrm>
          <a:prstGeom prst="rect">
            <a:avLst/>
          </a:prstGeom>
        </p:spPr>
      </p:pic>
      <p:pic>
        <p:nvPicPr>
          <p:cNvPr id="10" name="Picture 9" descr="A person smiling for the camera&#10;&#10;Description automatically generated with medium confidence">
            <a:extLst>
              <a:ext uri="{FF2B5EF4-FFF2-40B4-BE49-F238E27FC236}">
                <a16:creationId xmlns:a16="http://schemas.microsoft.com/office/drawing/2014/main" id="{198360DB-F6AA-AF4D-9F57-D690DC68B6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574" y="646722"/>
            <a:ext cx="909589" cy="822960"/>
          </a:xfrm>
          <a:prstGeom prst="rect">
            <a:avLst/>
          </a:prstGeom>
        </p:spPr>
      </p:pic>
      <p:pic>
        <p:nvPicPr>
          <p:cNvPr id="12" name="Picture 11" descr="A person smiling for the picture&#10;&#10;Description automatically generated with medium confidence">
            <a:extLst>
              <a:ext uri="{FF2B5EF4-FFF2-40B4-BE49-F238E27FC236}">
                <a16:creationId xmlns:a16="http://schemas.microsoft.com/office/drawing/2014/main" id="{16ACDF34-C1E1-844D-A9E2-76296CF08B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8037" y="648630"/>
            <a:ext cx="851938" cy="822960"/>
          </a:xfrm>
          <a:prstGeom prst="rect">
            <a:avLst/>
          </a:prstGeom>
        </p:spPr>
      </p:pic>
      <p:pic>
        <p:nvPicPr>
          <p:cNvPr id="14" name="Picture 13" descr="A picture containing person, person, indoor, suit&#10;&#10;Description automatically generated">
            <a:extLst>
              <a:ext uri="{FF2B5EF4-FFF2-40B4-BE49-F238E27FC236}">
                <a16:creationId xmlns:a16="http://schemas.microsoft.com/office/drawing/2014/main" id="{B22BDDB2-19EB-1248-A066-EA6A419F67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3691" y="646721"/>
            <a:ext cx="917918" cy="822960"/>
          </a:xfrm>
          <a:prstGeom prst="rect">
            <a:avLst/>
          </a:prstGeom>
        </p:spPr>
      </p:pic>
      <p:pic>
        <p:nvPicPr>
          <p:cNvPr id="18" name="Picture 17" descr="A person with long hair&#10;&#10;Description automatically generated with low confidence">
            <a:extLst>
              <a:ext uri="{FF2B5EF4-FFF2-40B4-BE49-F238E27FC236}">
                <a16:creationId xmlns:a16="http://schemas.microsoft.com/office/drawing/2014/main" id="{B3BB87FD-05D8-5943-B8C7-D13B35F2D6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9422" y="651849"/>
            <a:ext cx="903400" cy="822960"/>
          </a:xfrm>
          <a:prstGeom prst="rect">
            <a:avLst/>
          </a:prstGeom>
        </p:spPr>
      </p:pic>
      <p:pic>
        <p:nvPicPr>
          <p:cNvPr id="20" name="Picture 19" descr="A person with curly hair&#10;&#10;Description automatically generated with low confidence">
            <a:extLst>
              <a:ext uri="{FF2B5EF4-FFF2-40B4-BE49-F238E27FC236}">
                <a16:creationId xmlns:a16="http://schemas.microsoft.com/office/drawing/2014/main" id="{21498AC9-69A7-424D-B7E4-7B17E3BB7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4172" y="659106"/>
            <a:ext cx="988879" cy="822960"/>
          </a:xfrm>
          <a:prstGeom prst="rect">
            <a:avLst/>
          </a:prstGeom>
        </p:spPr>
      </p:pic>
      <p:pic>
        <p:nvPicPr>
          <p:cNvPr id="22" name="Picture 21" descr="A picture containing person, person, indoor, suit&#10;&#10;Description automatically generated">
            <a:extLst>
              <a:ext uri="{FF2B5EF4-FFF2-40B4-BE49-F238E27FC236}">
                <a16:creationId xmlns:a16="http://schemas.microsoft.com/office/drawing/2014/main" id="{E8320C50-E330-DB47-96AB-BED3E96F7B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47839" y="646409"/>
            <a:ext cx="896658" cy="822960"/>
          </a:xfrm>
          <a:prstGeom prst="rect">
            <a:avLst/>
          </a:prstGeom>
        </p:spPr>
      </p:pic>
      <p:pic>
        <p:nvPicPr>
          <p:cNvPr id="24" name="Picture 23" descr="A person in a suit&#10;&#10;Description automatically generated with low confidence">
            <a:extLst>
              <a:ext uri="{FF2B5EF4-FFF2-40B4-BE49-F238E27FC236}">
                <a16:creationId xmlns:a16="http://schemas.microsoft.com/office/drawing/2014/main" id="{0402D156-9271-A242-9A94-3BAFC782CBF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8427" y="651299"/>
            <a:ext cx="882595" cy="822960"/>
          </a:xfrm>
          <a:prstGeom prst="rect">
            <a:avLst/>
          </a:prstGeom>
        </p:spPr>
      </p:pic>
      <p:pic>
        <p:nvPicPr>
          <p:cNvPr id="3" name="Picture 2">
            <a:extLst>
              <a:ext uri="{FF2B5EF4-FFF2-40B4-BE49-F238E27FC236}">
                <a16:creationId xmlns:a16="http://schemas.microsoft.com/office/drawing/2014/main" id="{7D805A0D-62F6-C577-52D1-8ED9759B8AC5}"/>
              </a:ext>
            </a:extLst>
          </p:cNvPr>
          <p:cNvPicPr>
            <a:picLocks noChangeAspect="1"/>
          </p:cNvPicPr>
          <p:nvPr/>
        </p:nvPicPr>
        <p:blipFill>
          <a:blip r:embed="rId11">
            <a:extLst>
              <a:ext uri="{28A0092B-C50C-407E-A947-70E740481C1C}">
                <a14:useLocalDpi xmlns:a14="http://schemas.microsoft.com/office/drawing/2010/main" val="0"/>
              </a:ext>
            </a:extLst>
          </a:blip>
          <a:srcRect l="24384" r="27105" b="26016"/>
          <a:stretch/>
        </p:blipFill>
        <p:spPr>
          <a:xfrm>
            <a:off x="6707731" y="721694"/>
            <a:ext cx="741760" cy="754179"/>
          </a:xfrm>
          <a:prstGeom prst="rect">
            <a:avLst/>
          </a:prstGeom>
        </p:spPr>
      </p:pic>
      <p:sp>
        <p:nvSpPr>
          <p:cNvPr id="7" name="TextBox 6">
            <a:extLst>
              <a:ext uri="{FF2B5EF4-FFF2-40B4-BE49-F238E27FC236}">
                <a16:creationId xmlns:a16="http://schemas.microsoft.com/office/drawing/2014/main" id="{FC73922D-94E5-F6BA-4423-30961605A13B}"/>
              </a:ext>
            </a:extLst>
          </p:cNvPr>
          <p:cNvSpPr txBox="1"/>
          <p:nvPr/>
        </p:nvSpPr>
        <p:spPr>
          <a:xfrm>
            <a:off x="4350327" y="157018"/>
            <a:ext cx="7666182" cy="430887"/>
          </a:xfrm>
          <a:prstGeom prst="rect">
            <a:avLst/>
          </a:prstGeom>
          <a:noFill/>
        </p:spPr>
        <p:txBody>
          <a:bodyPr wrap="square" rtlCol="0">
            <a:spAutoFit/>
          </a:bodyPr>
          <a:lstStyle/>
          <a:p>
            <a:r>
              <a:rPr lang="en-US" sz="1100" dirty="0">
                <a:latin typeface="MULISH BLACK ROMAN"/>
              </a:rPr>
              <a:t>                    Joined Majority                    Joined Dissent                    Authored Special  (In Part)                             Did Not Participate                                  </a:t>
            </a:r>
            <a:br>
              <a:rPr lang="en-US" sz="1100" dirty="0">
                <a:latin typeface="MULISH BLACK ROMAN"/>
              </a:rPr>
            </a:br>
            <a:r>
              <a:rPr lang="en-US" sz="1100" dirty="0">
                <a:latin typeface="MULISH BLACK ROMAN"/>
              </a:rPr>
              <a:t>			                           Concurrence (or In judgment)</a:t>
            </a:r>
          </a:p>
        </p:txBody>
      </p:sp>
      <p:sp>
        <p:nvSpPr>
          <p:cNvPr id="9" name="Rectangle 8">
            <a:extLst>
              <a:ext uri="{FF2B5EF4-FFF2-40B4-BE49-F238E27FC236}">
                <a16:creationId xmlns:a16="http://schemas.microsoft.com/office/drawing/2014/main" id="{4A50A1DB-1249-0374-AC7E-10ED1FECB73B}"/>
              </a:ext>
            </a:extLst>
          </p:cNvPr>
          <p:cNvSpPr/>
          <p:nvPr/>
        </p:nvSpPr>
        <p:spPr>
          <a:xfrm>
            <a:off x="4560342" y="174731"/>
            <a:ext cx="314037" cy="261610"/>
          </a:xfrm>
          <a:prstGeom prst="rect">
            <a:avLst/>
          </a:prstGeom>
          <a:solidFill>
            <a:srgbClr val="4F47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814F8B-E68E-57AD-2F4F-5DDD306F3568}"/>
              </a:ext>
            </a:extLst>
          </p:cNvPr>
          <p:cNvSpPr/>
          <p:nvPr/>
        </p:nvSpPr>
        <p:spPr>
          <a:xfrm>
            <a:off x="6131349" y="156994"/>
            <a:ext cx="314037" cy="2616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DB9D35C-CEF8-E8B6-A04F-66CFACE5A916}"/>
              </a:ext>
            </a:extLst>
          </p:cNvPr>
          <p:cNvSpPr/>
          <p:nvPr/>
        </p:nvSpPr>
        <p:spPr>
          <a:xfrm>
            <a:off x="7633442" y="156073"/>
            <a:ext cx="314037" cy="26161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13E5228-A2A9-C3E4-2729-B852B2AD7CA1}"/>
              </a:ext>
            </a:extLst>
          </p:cNvPr>
          <p:cNvSpPr/>
          <p:nvPr/>
        </p:nvSpPr>
        <p:spPr>
          <a:xfrm>
            <a:off x="10004000" y="156073"/>
            <a:ext cx="314037" cy="2616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15">
            <a:extLst>
              <a:ext uri="{FF2B5EF4-FFF2-40B4-BE49-F238E27FC236}">
                <a16:creationId xmlns:a16="http://schemas.microsoft.com/office/drawing/2014/main" id="{20096CF1-8D9E-DC69-287E-FC736C64B453}"/>
              </a:ext>
            </a:extLst>
          </p:cNvPr>
          <p:cNvSpPr>
            <a:spLocks noGrp="1"/>
          </p:cNvSpPr>
          <p:nvPr>
            <p:ph type="sldNum" sz="quarter" idx="12"/>
          </p:nvPr>
        </p:nvSpPr>
        <p:spPr/>
        <p:txBody>
          <a:bodyPr/>
          <a:lstStyle/>
          <a:p>
            <a:fld id="{5E212BD6-99D2-4430-8307-3DFF6CB1AF68}" type="slidenum">
              <a:rPr lang="en-US" smtClean="0"/>
              <a:t>24</a:t>
            </a:fld>
            <a:endParaRPr lang="en-US"/>
          </a:p>
        </p:txBody>
      </p:sp>
      <p:sp>
        <p:nvSpPr>
          <p:cNvPr id="2" name="TextBox 1">
            <a:extLst>
              <a:ext uri="{FF2B5EF4-FFF2-40B4-BE49-F238E27FC236}">
                <a16:creationId xmlns:a16="http://schemas.microsoft.com/office/drawing/2014/main" id="{F26D9EE1-F030-3FDD-2CF9-9A4D537F2255}"/>
              </a:ext>
            </a:extLst>
          </p:cNvPr>
          <p:cNvSpPr txBox="1"/>
          <p:nvPr/>
        </p:nvSpPr>
        <p:spPr>
          <a:xfrm>
            <a:off x="357712" y="6275365"/>
            <a:ext cx="10515599" cy="600164"/>
          </a:xfrm>
          <a:prstGeom prst="rect">
            <a:avLst/>
          </a:prstGeom>
          <a:noFill/>
        </p:spPr>
        <p:txBody>
          <a:bodyPr wrap="square" rtlCol="0">
            <a:spAutoFit/>
          </a:bodyPr>
          <a:lstStyle/>
          <a:p>
            <a:r>
              <a:rPr lang="en-US" sz="1100" dirty="0">
                <a:latin typeface="MULISH BLACK ROMAN"/>
              </a:rPr>
              <a:t>*  Justices Thomas and Gorsuch would vote to grant the petition and set the case for argument.</a:t>
            </a:r>
          </a:p>
          <a:p>
            <a:r>
              <a:rPr lang="en-US" sz="1100" dirty="0">
                <a:latin typeface="MULISH BLACK ROMAN"/>
              </a:rPr>
              <a:t>** Justice Barrett joined the majority but only with respect to Part II, authored a separate opinion concurring (</a:t>
            </a:r>
            <a:r>
              <a:rPr lang="en-US" sz="1100" i="1" dirty="0">
                <a:latin typeface="MULISH BLACK ROMAN"/>
              </a:rPr>
              <a:t>in part</a:t>
            </a:r>
            <a:r>
              <a:rPr lang="en-US" sz="1100" dirty="0">
                <a:latin typeface="MULISH BLACK ROMAN"/>
              </a:rPr>
              <a:t>) and dissenting (</a:t>
            </a:r>
            <a:r>
              <a:rPr lang="en-US" sz="1100" i="1" dirty="0">
                <a:latin typeface="MULISH BLACK ROMAN"/>
              </a:rPr>
              <a:t>in part</a:t>
            </a:r>
            <a:r>
              <a:rPr lang="en-US" sz="1100" dirty="0">
                <a:latin typeface="MULISH BLACK ROMAN"/>
              </a:rPr>
              <a:t>), and joined Justice Thomas’ dissent with respect to Parts IV-A-1, IV-A-2, and IV-A-3. </a:t>
            </a:r>
          </a:p>
        </p:txBody>
      </p:sp>
    </p:spTree>
    <p:extLst>
      <p:ext uri="{BB962C8B-B14F-4D97-AF65-F5344CB8AC3E}">
        <p14:creationId xmlns:p14="http://schemas.microsoft.com/office/powerpoint/2010/main" val="619884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9">
            <a:extLst>
              <a:ext uri="{FF2B5EF4-FFF2-40B4-BE49-F238E27FC236}">
                <a16:creationId xmlns:a16="http://schemas.microsoft.com/office/drawing/2014/main" id="{4AEB5166-104F-F844-BFBC-60336AA803D3}"/>
              </a:ext>
            </a:extLst>
          </p:cNvPr>
          <p:cNvSpPr>
            <a:spLocks noGrp="1"/>
          </p:cNvSpPr>
          <p:nvPr>
            <p:ph type="title"/>
          </p:nvPr>
        </p:nvSpPr>
        <p:spPr>
          <a:xfrm>
            <a:off x="243939" y="74723"/>
            <a:ext cx="10515600" cy="788442"/>
          </a:xfrm>
        </p:spPr>
        <p:txBody>
          <a:bodyPr>
            <a:normAutofit/>
          </a:bodyPr>
          <a:lstStyle/>
          <a:p>
            <a:r>
              <a:rPr lang="en-US" sz="3600" dirty="0">
                <a:solidFill>
                  <a:srgbClr val="A90404"/>
                </a:solidFill>
                <a:latin typeface="MULISH BOLD ROMAN" pitchFamily="2" charset="77"/>
              </a:rPr>
              <a:t>VOTING ALIGNMENT</a:t>
            </a:r>
          </a:p>
        </p:txBody>
      </p:sp>
      <p:graphicFrame>
        <p:nvGraphicFramePr>
          <p:cNvPr id="6" name="Table 6">
            <a:extLst>
              <a:ext uri="{FF2B5EF4-FFF2-40B4-BE49-F238E27FC236}">
                <a16:creationId xmlns:a16="http://schemas.microsoft.com/office/drawing/2014/main" id="{5BF0DDD8-DCD3-F44C-A42D-CBB308CF5050}"/>
              </a:ext>
            </a:extLst>
          </p:cNvPr>
          <p:cNvGraphicFramePr>
            <a:graphicFrameLocks noGrp="1"/>
          </p:cNvGraphicFramePr>
          <p:nvPr>
            <p:extLst>
              <p:ext uri="{D42A27DB-BD31-4B8C-83A1-F6EECF244321}">
                <p14:modId xmlns:p14="http://schemas.microsoft.com/office/powerpoint/2010/main" val="1052947451"/>
              </p:ext>
            </p:extLst>
          </p:nvPr>
        </p:nvGraphicFramePr>
        <p:xfrm>
          <a:off x="339318" y="1127293"/>
          <a:ext cx="11494360" cy="5148072"/>
        </p:xfrm>
        <a:graphic>
          <a:graphicData uri="http://schemas.openxmlformats.org/drawingml/2006/table">
            <a:tbl>
              <a:tblPr firstRow="1" bandRow="1">
                <a:tableStyleId>{C083E6E3-FA7D-4D7B-A595-EF9225AFEA82}</a:tableStyleId>
              </a:tblPr>
              <a:tblGrid>
                <a:gridCol w="1697902">
                  <a:extLst>
                    <a:ext uri="{9D8B030D-6E8A-4147-A177-3AD203B41FA5}">
                      <a16:colId xmlns:a16="http://schemas.microsoft.com/office/drawing/2014/main" val="1855254515"/>
                    </a:ext>
                  </a:extLst>
                </a:gridCol>
                <a:gridCol w="1277471">
                  <a:extLst>
                    <a:ext uri="{9D8B030D-6E8A-4147-A177-3AD203B41FA5}">
                      <a16:colId xmlns:a16="http://schemas.microsoft.com/office/drawing/2014/main" val="2522142181"/>
                    </a:ext>
                  </a:extLst>
                </a:gridCol>
                <a:gridCol w="726141">
                  <a:extLst>
                    <a:ext uri="{9D8B030D-6E8A-4147-A177-3AD203B41FA5}">
                      <a16:colId xmlns:a16="http://schemas.microsoft.com/office/drawing/2014/main" val="3188583542"/>
                    </a:ext>
                  </a:extLst>
                </a:gridCol>
                <a:gridCol w="1209166">
                  <a:extLst>
                    <a:ext uri="{9D8B030D-6E8A-4147-A177-3AD203B41FA5}">
                      <a16:colId xmlns:a16="http://schemas.microsoft.com/office/drawing/2014/main" val="4102962030"/>
                    </a:ext>
                  </a:extLst>
                </a:gridCol>
                <a:gridCol w="731520">
                  <a:extLst>
                    <a:ext uri="{9D8B030D-6E8A-4147-A177-3AD203B41FA5}">
                      <a16:colId xmlns:a16="http://schemas.microsoft.com/office/drawing/2014/main" val="2863512104"/>
                    </a:ext>
                  </a:extLst>
                </a:gridCol>
                <a:gridCol w="731520">
                  <a:extLst>
                    <a:ext uri="{9D8B030D-6E8A-4147-A177-3AD203B41FA5}">
                      <a16:colId xmlns:a16="http://schemas.microsoft.com/office/drawing/2014/main" val="3247459570"/>
                    </a:ext>
                  </a:extLst>
                </a:gridCol>
                <a:gridCol w="731520">
                  <a:extLst>
                    <a:ext uri="{9D8B030D-6E8A-4147-A177-3AD203B41FA5}">
                      <a16:colId xmlns:a16="http://schemas.microsoft.com/office/drawing/2014/main" val="338529481"/>
                    </a:ext>
                  </a:extLst>
                </a:gridCol>
                <a:gridCol w="731520">
                  <a:extLst>
                    <a:ext uri="{9D8B030D-6E8A-4147-A177-3AD203B41FA5}">
                      <a16:colId xmlns:a16="http://schemas.microsoft.com/office/drawing/2014/main" val="3188298085"/>
                    </a:ext>
                  </a:extLst>
                </a:gridCol>
                <a:gridCol w="731520">
                  <a:extLst>
                    <a:ext uri="{9D8B030D-6E8A-4147-A177-3AD203B41FA5}">
                      <a16:colId xmlns:a16="http://schemas.microsoft.com/office/drawing/2014/main" val="4228331188"/>
                    </a:ext>
                  </a:extLst>
                </a:gridCol>
                <a:gridCol w="731520">
                  <a:extLst>
                    <a:ext uri="{9D8B030D-6E8A-4147-A177-3AD203B41FA5}">
                      <a16:colId xmlns:a16="http://schemas.microsoft.com/office/drawing/2014/main" val="3044216961"/>
                    </a:ext>
                  </a:extLst>
                </a:gridCol>
                <a:gridCol w="731520">
                  <a:extLst>
                    <a:ext uri="{9D8B030D-6E8A-4147-A177-3AD203B41FA5}">
                      <a16:colId xmlns:a16="http://schemas.microsoft.com/office/drawing/2014/main" val="823801858"/>
                    </a:ext>
                  </a:extLst>
                </a:gridCol>
                <a:gridCol w="731520">
                  <a:extLst>
                    <a:ext uri="{9D8B030D-6E8A-4147-A177-3AD203B41FA5}">
                      <a16:colId xmlns:a16="http://schemas.microsoft.com/office/drawing/2014/main" val="1551614119"/>
                    </a:ext>
                  </a:extLst>
                </a:gridCol>
                <a:gridCol w="731520">
                  <a:extLst>
                    <a:ext uri="{9D8B030D-6E8A-4147-A177-3AD203B41FA5}">
                      <a16:colId xmlns:a16="http://schemas.microsoft.com/office/drawing/2014/main" val="3870732938"/>
                    </a:ext>
                  </a:extLst>
                </a:gridCol>
              </a:tblGrid>
              <a:tr h="347472">
                <a:tc>
                  <a:txBody>
                    <a:bodyPr/>
                    <a:lstStyle/>
                    <a:p>
                      <a:pPr algn="l"/>
                      <a:r>
                        <a:rPr lang="en-US" sz="1300" dirty="0">
                          <a:latin typeface="MULISH BLACK ROMAN"/>
                        </a:rPr>
                        <a:t>Case Name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BLACK ROMAN"/>
                        </a:rPr>
                        <a:t>Decided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BLACK ROMAN"/>
                        </a:rPr>
                        <a:t>Vote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BLACK ROMAN"/>
                        </a:rPr>
                        <a:t>Author</a:t>
                      </a:r>
                    </a:p>
                  </a:txBody>
                  <a:tcPr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BLACK ROMAN"/>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172286"/>
                  </a:ext>
                </a:extLst>
              </a:tr>
              <a:tr h="320040">
                <a:tc>
                  <a:txBody>
                    <a:bodyPr/>
                    <a:lstStyle/>
                    <a:p>
                      <a:r>
                        <a:rPr lang="en-US" sz="1100" dirty="0">
                          <a:latin typeface="MULISH BLACK ROMAN"/>
                        </a:rPr>
                        <a:t>SF v. EPA*</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3/4/2025</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Alito</a:t>
                      </a:r>
                    </a:p>
                  </a:txBody>
                  <a:tcPr marL="9525" marR="9525" marT="9525" marB="0" anchor="ctr">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4229935506"/>
                  </a:ext>
                </a:extLst>
              </a:tr>
              <a:tr h="320040">
                <a:tc>
                  <a:txBody>
                    <a:bodyPr/>
                    <a:lstStyle/>
                    <a:p>
                      <a:r>
                        <a:rPr lang="en-US" sz="1100" dirty="0">
                          <a:latin typeface="MULISH BLACK ROMAN"/>
                        </a:rPr>
                        <a:t>Bufkin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3/5/2025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Thomas</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396768621"/>
                  </a:ext>
                </a:extLst>
              </a:tr>
              <a:tr h="320040">
                <a:tc>
                  <a:txBody>
                    <a:bodyPr/>
                    <a:lstStyle/>
                    <a:p>
                      <a:r>
                        <a:rPr lang="en-US" sz="1100" dirty="0">
                          <a:latin typeface="MULISH BLACK ROMAN"/>
                        </a:rPr>
                        <a:t>Thompson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Roberts</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471751296"/>
                  </a:ext>
                </a:extLst>
              </a:tr>
              <a:tr h="320040">
                <a:tc>
                  <a:txBody>
                    <a:bodyPr/>
                    <a:lstStyle/>
                    <a:p>
                      <a:r>
                        <a:rPr lang="en-US" sz="1100" dirty="0">
                          <a:latin typeface="MULISH BLACK ROMAN"/>
                        </a:rPr>
                        <a:t>Delligatti</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3/21/2025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Thomas</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987411499"/>
                  </a:ext>
                </a:extLst>
              </a:tr>
              <a:tr h="320040">
                <a:tc>
                  <a:txBody>
                    <a:bodyPr/>
                    <a:lstStyle/>
                    <a:p>
                      <a:r>
                        <a:rPr lang="en-US" sz="1100" dirty="0">
                          <a:latin typeface="MULISH BLACK ROMAN"/>
                        </a:rPr>
                        <a:t>Vanderstok</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3/26/2025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Gorsuch</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637205288"/>
                  </a:ext>
                </a:extLst>
              </a:tr>
              <a:tr h="320040">
                <a:tc>
                  <a:txBody>
                    <a:bodyPr/>
                    <a:lstStyle/>
                    <a:p>
                      <a:r>
                        <a:rPr lang="en-US" sz="1100" dirty="0">
                          <a:latin typeface="MULISH BLACK ROMAN"/>
                        </a:rPr>
                        <a:t>Miller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3/26/2025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(8-1)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Jackson</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815833910"/>
                  </a:ext>
                </a:extLst>
              </a:tr>
              <a:tr h="320040">
                <a:tc>
                  <a:txBody>
                    <a:bodyPr/>
                    <a:lstStyle/>
                    <a:p>
                      <a:r>
                        <a:rPr lang="en-US" sz="1100" dirty="0">
                          <a:latin typeface="MULISH BLACK ROMAN"/>
                        </a:rPr>
                        <a:t>Wages &amp; White Lion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4/2/2025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Alito</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05721243"/>
                  </a:ext>
                </a:extLst>
              </a:tr>
              <a:tr h="320040">
                <a:tc>
                  <a:txBody>
                    <a:bodyPr/>
                    <a:lstStyle/>
                    <a:p>
                      <a:r>
                        <a:rPr lang="en-US" sz="1100" dirty="0">
                          <a:latin typeface="MULISH BLACK ROMAN"/>
                        </a:rPr>
                        <a:t>Medical Marijuana</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4/2/2025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Barrett</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172497950"/>
                  </a:ext>
                </a:extLst>
              </a:tr>
              <a:tr h="320040">
                <a:tc>
                  <a:txBody>
                    <a:bodyPr/>
                    <a:lstStyle/>
                    <a:p>
                      <a:r>
                        <a:rPr lang="en-US" sz="1100" dirty="0">
                          <a:latin typeface="MULISH BLACK ROMAN"/>
                        </a:rPr>
                        <a:t>D.O.E. v. CA</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4/4/2025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248342504"/>
                  </a:ext>
                </a:extLst>
              </a:tr>
              <a:tr h="320040">
                <a:tc>
                  <a:txBody>
                    <a:bodyPr/>
                    <a:lstStyle/>
                    <a:p>
                      <a:r>
                        <a:rPr lang="en-US" sz="1100" dirty="0">
                          <a:latin typeface="MULISH BLACK ROMAN"/>
                        </a:rPr>
                        <a:t>Trump v. J.G.G.</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4/7/2025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Per Curiam</a:t>
                      </a:r>
                      <a:endParaRPr lang="en-US" sz="1100" b="0" i="0" u="none" strike="noStrike" dirty="0">
                        <a:solidFill>
                          <a:srgbClr val="000000"/>
                        </a:solidFill>
                        <a:effectLst/>
                        <a:latin typeface="MULISH BLACK ROMAN"/>
                      </a:endParaRP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051524791"/>
                  </a:ext>
                </a:extLst>
              </a:tr>
              <a:tr h="320040">
                <a:tc>
                  <a:txBody>
                    <a:bodyPr/>
                    <a:lstStyle/>
                    <a:p>
                      <a:r>
                        <a:rPr lang="en-US" sz="1100" dirty="0">
                          <a:latin typeface="MULISH BLACK ROMAN"/>
                        </a:rPr>
                        <a:t>Cunningham</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4/17/2025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Sotomayor</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219908336"/>
                  </a:ext>
                </a:extLst>
              </a:tr>
              <a:tr h="320040">
                <a:tc>
                  <a:txBody>
                    <a:bodyPr/>
                    <a:lstStyle/>
                    <a:p>
                      <a:r>
                        <a:rPr lang="en-US" sz="1100" dirty="0">
                          <a:latin typeface="MULISH BLACK ROMAN"/>
                        </a:rPr>
                        <a:t>Velazquez</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4/22/2025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Gorsuch</a:t>
                      </a:r>
                    </a:p>
                  </a:txBody>
                  <a:tcPr marL="9525" marR="9525" marT="9525" marB="0"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58160031"/>
                  </a:ext>
                </a:extLst>
              </a:tr>
              <a:tr h="320040">
                <a:tc>
                  <a:txBody>
                    <a:bodyPr/>
                    <a:lstStyle/>
                    <a:p>
                      <a:r>
                        <a:rPr lang="en-US" sz="1100" dirty="0">
                          <a:latin typeface="MULISH BLACK ROMAN"/>
                        </a:rPr>
                        <a:t>Advocate Christ Medical</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BLACK ROMAN"/>
                        </a:rPr>
                        <a:t>04/29/2025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BLACK ROMAN"/>
                        </a:rPr>
                        <a:t>(7-2)</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BLACK ROMAN"/>
                        </a:rPr>
                        <a:t>Barrett</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348289071"/>
                  </a:ext>
                </a:extLst>
              </a:tr>
              <a:tr h="320040">
                <a:tc>
                  <a:txBody>
                    <a:bodyPr/>
                    <a:lstStyle/>
                    <a:p>
                      <a:r>
                        <a:rPr lang="en-US" sz="1100" dirty="0">
                          <a:latin typeface="MULISH BLACK ROMAN"/>
                        </a:rPr>
                        <a:t>Feliciano</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04/30/2025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(5-4)</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Gorsuch</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791707358"/>
                  </a:ext>
                </a:extLst>
              </a:tr>
              <a:tr h="320040">
                <a:tc>
                  <a:txBody>
                    <a:bodyPr/>
                    <a:lstStyle/>
                    <a:p>
                      <a:r>
                        <a:rPr lang="en-US" sz="1100" dirty="0">
                          <a:latin typeface="MULISH BLACK ROMAN"/>
                        </a:rPr>
                        <a:t>Barnes</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05/15/2025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(9-0)</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BLACK ROMAN"/>
                        </a:rPr>
                        <a:t>Kagan</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100" dirty="0">
                        <a:ln>
                          <a:noFill/>
                        </a:ln>
                        <a:solidFill>
                          <a:schemeClr val="tx1"/>
                        </a:solidFill>
                        <a:latin typeface="MULISH BLACK ROMAN"/>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357545266"/>
                  </a:ext>
                </a:extLst>
              </a:tr>
            </a:tbl>
          </a:graphicData>
        </a:graphic>
      </p:graphicFrame>
      <p:pic>
        <p:nvPicPr>
          <p:cNvPr id="8" name="Picture 7" descr="A picture containing person, person, indoor, suit&#10;&#10;Description automatically generated">
            <a:extLst>
              <a:ext uri="{FF2B5EF4-FFF2-40B4-BE49-F238E27FC236}">
                <a16:creationId xmlns:a16="http://schemas.microsoft.com/office/drawing/2014/main" id="{3729B541-7FD5-1E4B-B70B-5576A107D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976" y="645655"/>
            <a:ext cx="1025212" cy="822960"/>
          </a:xfrm>
          <a:prstGeom prst="rect">
            <a:avLst/>
          </a:prstGeom>
        </p:spPr>
      </p:pic>
      <p:pic>
        <p:nvPicPr>
          <p:cNvPr id="10" name="Picture 9" descr="A person smiling for the camera&#10;&#10;Description automatically generated with medium confidence">
            <a:extLst>
              <a:ext uri="{FF2B5EF4-FFF2-40B4-BE49-F238E27FC236}">
                <a16:creationId xmlns:a16="http://schemas.microsoft.com/office/drawing/2014/main" id="{198360DB-F6AA-AF4D-9F57-D690DC68B6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574" y="646722"/>
            <a:ext cx="909589" cy="822960"/>
          </a:xfrm>
          <a:prstGeom prst="rect">
            <a:avLst/>
          </a:prstGeom>
        </p:spPr>
      </p:pic>
      <p:pic>
        <p:nvPicPr>
          <p:cNvPr id="12" name="Picture 11" descr="A person smiling for the picture&#10;&#10;Description automatically generated with medium confidence">
            <a:extLst>
              <a:ext uri="{FF2B5EF4-FFF2-40B4-BE49-F238E27FC236}">
                <a16:creationId xmlns:a16="http://schemas.microsoft.com/office/drawing/2014/main" id="{16ACDF34-C1E1-844D-A9E2-76296CF08B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8037" y="648630"/>
            <a:ext cx="851938" cy="822960"/>
          </a:xfrm>
          <a:prstGeom prst="rect">
            <a:avLst/>
          </a:prstGeom>
        </p:spPr>
      </p:pic>
      <p:pic>
        <p:nvPicPr>
          <p:cNvPr id="14" name="Picture 13" descr="A picture containing person, person, indoor, suit&#10;&#10;Description automatically generated">
            <a:extLst>
              <a:ext uri="{FF2B5EF4-FFF2-40B4-BE49-F238E27FC236}">
                <a16:creationId xmlns:a16="http://schemas.microsoft.com/office/drawing/2014/main" id="{B22BDDB2-19EB-1248-A066-EA6A419F67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3691" y="646721"/>
            <a:ext cx="917918" cy="822960"/>
          </a:xfrm>
          <a:prstGeom prst="rect">
            <a:avLst/>
          </a:prstGeom>
        </p:spPr>
      </p:pic>
      <p:pic>
        <p:nvPicPr>
          <p:cNvPr id="18" name="Picture 17" descr="A person with long hair&#10;&#10;Description automatically generated with low confidence">
            <a:extLst>
              <a:ext uri="{FF2B5EF4-FFF2-40B4-BE49-F238E27FC236}">
                <a16:creationId xmlns:a16="http://schemas.microsoft.com/office/drawing/2014/main" id="{B3BB87FD-05D8-5943-B8C7-D13B35F2D6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9422" y="651849"/>
            <a:ext cx="903400" cy="822960"/>
          </a:xfrm>
          <a:prstGeom prst="rect">
            <a:avLst/>
          </a:prstGeom>
        </p:spPr>
      </p:pic>
      <p:pic>
        <p:nvPicPr>
          <p:cNvPr id="20" name="Picture 19" descr="A person with curly hair&#10;&#10;Description automatically generated with low confidence">
            <a:extLst>
              <a:ext uri="{FF2B5EF4-FFF2-40B4-BE49-F238E27FC236}">
                <a16:creationId xmlns:a16="http://schemas.microsoft.com/office/drawing/2014/main" id="{21498AC9-69A7-424D-B7E4-7B17E3BB7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4172" y="659106"/>
            <a:ext cx="988879" cy="822960"/>
          </a:xfrm>
          <a:prstGeom prst="rect">
            <a:avLst/>
          </a:prstGeom>
        </p:spPr>
      </p:pic>
      <p:pic>
        <p:nvPicPr>
          <p:cNvPr id="22" name="Picture 21" descr="A picture containing person, person, indoor, suit&#10;&#10;Description automatically generated">
            <a:extLst>
              <a:ext uri="{FF2B5EF4-FFF2-40B4-BE49-F238E27FC236}">
                <a16:creationId xmlns:a16="http://schemas.microsoft.com/office/drawing/2014/main" id="{E8320C50-E330-DB47-96AB-BED3E96F7B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47839" y="646409"/>
            <a:ext cx="896658" cy="822960"/>
          </a:xfrm>
          <a:prstGeom prst="rect">
            <a:avLst/>
          </a:prstGeom>
        </p:spPr>
      </p:pic>
      <p:pic>
        <p:nvPicPr>
          <p:cNvPr id="24" name="Picture 23" descr="A person in a suit&#10;&#10;Description automatically generated with low confidence">
            <a:extLst>
              <a:ext uri="{FF2B5EF4-FFF2-40B4-BE49-F238E27FC236}">
                <a16:creationId xmlns:a16="http://schemas.microsoft.com/office/drawing/2014/main" id="{0402D156-9271-A242-9A94-3BAFC782CBF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8427" y="651299"/>
            <a:ext cx="882595" cy="822960"/>
          </a:xfrm>
          <a:prstGeom prst="rect">
            <a:avLst/>
          </a:prstGeom>
        </p:spPr>
      </p:pic>
      <p:pic>
        <p:nvPicPr>
          <p:cNvPr id="2" name="Picture 1">
            <a:extLst>
              <a:ext uri="{FF2B5EF4-FFF2-40B4-BE49-F238E27FC236}">
                <a16:creationId xmlns:a16="http://schemas.microsoft.com/office/drawing/2014/main" id="{D2084ED3-F5F4-E2F3-556F-6FC7185D0008}"/>
              </a:ext>
            </a:extLst>
          </p:cNvPr>
          <p:cNvPicPr>
            <a:picLocks noChangeAspect="1"/>
          </p:cNvPicPr>
          <p:nvPr/>
        </p:nvPicPr>
        <p:blipFill>
          <a:blip r:embed="rId11">
            <a:extLst>
              <a:ext uri="{28A0092B-C50C-407E-A947-70E740481C1C}">
                <a14:useLocalDpi xmlns:a14="http://schemas.microsoft.com/office/drawing/2010/main" val="0"/>
              </a:ext>
            </a:extLst>
          </a:blip>
          <a:srcRect l="24384" r="27105" b="26016"/>
          <a:stretch/>
        </p:blipFill>
        <p:spPr>
          <a:xfrm>
            <a:off x="6707731" y="721694"/>
            <a:ext cx="741760" cy="754179"/>
          </a:xfrm>
          <a:prstGeom prst="rect">
            <a:avLst/>
          </a:prstGeom>
        </p:spPr>
      </p:pic>
      <p:sp>
        <p:nvSpPr>
          <p:cNvPr id="3" name="TextBox 2">
            <a:extLst>
              <a:ext uri="{FF2B5EF4-FFF2-40B4-BE49-F238E27FC236}">
                <a16:creationId xmlns:a16="http://schemas.microsoft.com/office/drawing/2014/main" id="{CA136A9F-9096-EF5E-8ABC-A0B9BFFB3CC7}"/>
              </a:ext>
            </a:extLst>
          </p:cNvPr>
          <p:cNvSpPr txBox="1"/>
          <p:nvPr/>
        </p:nvSpPr>
        <p:spPr>
          <a:xfrm>
            <a:off x="339318" y="6356350"/>
            <a:ext cx="10081704" cy="430887"/>
          </a:xfrm>
          <a:prstGeom prst="rect">
            <a:avLst/>
          </a:prstGeom>
          <a:noFill/>
          <a:ln>
            <a:noFill/>
          </a:ln>
        </p:spPr>
        <p:txBody>
          <a:bodyPr wrap="square" rtlCol="0">
            <a:spAutoFit/>
          </a:bodyPr>
          <a:lstStyle/>
          <a:p>
            <a:r>
              <a:rPr lang="en-US" sz="1100" dirty="0">
                <a:latin typeface="MULISH BLACK ROMAN"/>
              </a:rPr>
              <a:t>* Chief Justice Roberts would have voted to deny the application.</a:t>
            </a:r>
            <a:br>
              <a:rPr lang="en-US" sz="1100" dirty="0">
                <a:latin typeface="MULISH BLACK ROMAN"/>
              </a:rPr>
            </a:br>
            <a:r>
              <a:rPr lang="en-US" sz="1100" dirty="0">
                <a:latin typeface="MULISH BLACK ROMAN"/>
              </a:rPr>
              <a:t>** Justice Barrett authored an opinion dissenting (</a:t>
            </a:r>
            <a:r>
              <a:rPr lang="en-US" sz="1100" i="1" dirty="0">
                <a:latin typeface="MULISH BLACK ROMAN"/>
              </a:rPr>
              <a:t>in part</a:t>
            </a:r>
            <a:r>
              <a:rPr lang="en-US" sz="1100" dirty="0">
                <a:latin typeface="MULISH BLACK ROMAN"/>
              </a:rPr>
              <a:t>) – this opinion is coded as a dissent since there was no additional concurrence (</a:t>
            </a:r>
            <a:r>
              <a:rPr lang="en-US" sz="1100" i="1" dirty="0">
                <a:latin typeface="MULISH BLACK ROMAN"/>
              </a:rPr>
              <a:t>in part</a:t>
            </a:r>
            <a:r>
              <a:rPr lang="en-US" sz="1100" dirty="0">
                <a:latin typeface="MULISH BLACK ROMAN"/>
              </a:rPr>
              <a:t>). </a:t>
            </a:r>
          </a:p>
        </p:txBody>
      </p:sp>
      <p:sp>
        <p:nvSpPr>
          <p:cNvPr id="7" name="TextBox 6">
            <a:extLst>
              <a:ext uri="{FF2B5EF4-FFF2-40B4-BE49-F238E27FC236}">
                <a16:creationId xmlns:a16="http://schemas.microsoft.com/office/drawing/2014/main" id="{27674AEA-6EF8-23E5-25D3-F61D20927C1C}"/>
              </a:ext>
            </a:extLst>
          </p:cNvPr>
          <p:cNvSpPr txBox="1"/>
          <p:nvPr/>
        </p:nvSpPr>
        <p:spPr>
          <a:xfrm>
            <a:off x="4350327" y="157018"/>
            <a:ext cx="7666182" cy="430887"/>
          </a:xfrm>
          <a:prstGeom prst="rect">
            <a:avLst/>
          </a:prstGeom>
          <a:noFill/>
        </p:spPr>
        <p:txBody>
          <a:bodyPr wrap="square" rtlCol="0">
            <a:spAutoFit/>
          </a:bodyPr>
          <a:lstStyle/>
          <a:p>
            <a:r>
              <a:rPr lang="en-US" sz="1100" dirty="0">
                <a:latin typeface="MULISH BLACK ROMAN"/>
              </a:rPr>
              <a:t>                    Joined Majority                    Joined Dissent                    Authored Special  (In Part)                             Did Not Participate                                  </a:t>
            </a:r>
            <a:br>
              <a:rPr lang="en-US" sz="1100" dirty="0">
                <a:latin typeface="MULISH BLACK ROMAN"/>
              </a:rPr>
            </a:br>
            <a:r>
              <a:rPr lang="en-US" sz="1100" dirty="0">
                <a:latin typeface="MULISH BLACK ROMAN"/>
              </a:rPr>
              <a:t>			                           Concurrence (or In judgment)</a:t>
            </a:r>
          </a:p>
        </p:txBody>
      </p:sp>
      <p:sp>
        <p:nvSpPr>
          <p:cNvPr id="9" name="Rectangle 8">
            <a:extLst>
              <a:ext uri="{FF2B5EF4-FFF2-40B4-BE49-F238E27FC236}">
                <a16:creationId xmlns:a16="http://schemas.microsoft.com/office/drawing/2014/main" id="{93448E0A-7D2B-DD64-5F57-EB737253F3E5}"/>
              </a:ext>
            </a:extLst>
          </p:cNvPr>
          <p:cNvSpPr/>
          <p:nvPr/>
        </p:nvSpPr>
        <p:spPr>
          <a:xfrm>
            <a:off x="4560342" y="174731"/>
            <a:ext cx="314037" cy="261610"/>
          </a:xfrm>
          <a:prstGeom prst="rect">
            <a:avLst/>
          </a:prstGeom>
          <a:solidFill>
            <a:srgbClr val="4F47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0245D2-C407-8C3A-0101-60EFACBBA6B8}"/>
              </a:ext>
            </a:extLst>
          </p:cNvPr>
          <p:cNvSpPr/>
          <p:nvPr/>
        </p:nvSpPr>
        <p:spPr>
          <a:xfrm>
            <a:off x="6131349" y="156994"/>
            <a:ext cx="314037" cy="2616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980300-89D7-3F53-7651-7AC31D290A59}"/>
              </a:ext>
            </a:extLst>
          </p:cNvPr>
          <p:cNvSpPr/>
          <p:nvPr/>
        </p:nvSpPr>
        <p:spPr>
          <a:xfrm>
            <a:off x="7633442" y="156073"/>
            <a:ext cx="314037" cy="26161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CABAFF5-918E-246C-8B00-CD44E65CC8F5}"/>
              </a:ext>
            </a:extLst>
          </p:cNvPr>
          <p:cNvSpPr/>
          <p:nvPr/>
        </p:nvSpPr>
        <p:spPr>
          <a:xfrm>
            <a:off x="10004000" y="156073"/>
            <a:ext cx="314037" cy="2616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16">
            <a:extLst>
              <a:ext uri="{FF2B5EF4-FFF2-40B4-BE49-F238E27FC236}">
                <a16:creationId xmlns:a16="http://schemas.microsoft.com/office/drawing/2014/main" id="{B4B8DC4D-98B1-33CA-CB9D-B50DC5EBADD8}"/>
              </a:ext>
            </a:extLst>
          </p:cNvPr>
          <p:cNvSpPr>
            <a:spLocks noGrp="1"/>
          </p:cNvSpPr>
          <p:nvPr>
            <p:ph type="sldNum" sz="quarter" idx="12"/>
          </p:nvPr>
        </p:nvSpPr>
        <p:spPr/>
        <p:txBody>
          <a:bodyPr/>
          <a:lstStyle/>
          <a:p>
            <a:fld id="{5E212BD6-99D2-4430-8307-3DFF6CB1AF68}" type="slidenum">
              <a:rPr lang="en-US" smtClean="0"/>
              <a:t>25</a:t>
            </a:fld>
            <a:endParaRPr lang="en-US" dirty="0"/>
          </a:p>
        </p:txBody>
      </p:sp>
    </p:spTree>
    <p:extLst>
      <p:ext uri="{BB962C8B-B14F-4D97-AF65-F5344CB8AC3E}">
        <p14:creationId xmlns:p14="http://schemas.microsoft.com/office/powerpoint/2010/main" val="3374246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9">
            <a:extLst>
              <a:ext uri="{FF2B5EF4-FFF2-40B4-BE49-F238E27FC236}">
                <a16:creationId xmlns:a16="http://schemas.microsoft.com/office/drawing/2014/main" id="{4AEB5166-104F-F844-BFBC-60336AA803D3}"/>
              </a:ext>
            </a:extLst>
          </p:cNvPr>
          <p:cNvSpPr>
            <a:spLocks noGrp="1"/>
          </p:cNvSpPr>
          <p:nvPr>
            <p:ph type="title"/>
          </p:nvPr>
        </p:nvSpPr>
        <p:spPr>
          <a:xfrm>
            <a:off x="243939" y="74723"/>
            <a:ext cx="10515600" cy="788442"/>
          </a:xfrm>
        </p:spPr>
        <p:txBody>
          <a:bodyPr>
            <a:normAutofit/>
          </a:bodyPr>
          <a:lstStyle/>
          <a:p>
            <a:r>
              <a:rPr lang="en-US" sz="3600" dirty="0">
                <a:solidFill>
                  <a:srgbClr val="A90404"/>
                </a:solidFill>
                <a:latin typeface="MULISH BOLD ROMAN" pitchFamily="2" charset="77"/>
              </a:rPr>
              <a:t>VOTING ALIGNMENT</a:t>
            </a:r>
          </a:p>
        </p:txBody>
      </p:sp>
      <p:graphicFrame>
        <p:nvGraphicFramePr>
          <p:cNvPr id="6" name="Table 6">
            <a:extLst>
              <a:ext uri="{FF2B5EF4-FFF2-40B4-BE49-F238E27FC236}">
                <a16:creationId xmlns:a16="http://schemas.microsoft.com/office/drawing/2014/main" id="{5BF0DDD8-DCD3-F44C-A42D-CBB308CF5050}"/>
              </a:ext>
            </a:extLst>
          </p:cNvPr>
          <p:cNvGraphicFramePr>
            <a:graphicFrameLocks noGrp="1"/>
          </p:cNvGraphicFramePr>
          <p:nvPr>
            <p:extLst>
              <p:ext uri="{D42A27DB-BD31-4B8C-83A1-F6EECF244321}">
                <p14:modId xmlns:p14="http://schemas.microsoft.com/office/powerpoint/2010/main" val="2674966693"/>
              </p:ext>
            </p:extLst>
          </p:nvPr>
        </p:nvGraphicFramePr>
        <p:xfrm>
          <a:off x="339318" y="1127293"/>
          <a:ext cx="11494360" cy="5148072"/>
        </p:xfrm>
        <a:graphic>
          <a:graphicData uri="http://schemas.openxmlformats.org/drawingml/2006/table">
            <a:tbl>
              <a:tblPr firstRow="1" bandRow="1">
                <a:tableStyleId>{C083E6E3-FA7D-4D7B-A595-EF9225AFEA82}</a:tableStyleId>
              </a:tblPr>
              <a:tblGrid>
                <a:gridCol w="1697902">
                  <a:extLst>
                    <a:ext uri="{9D8B030D-6E8A-4147-A177-3AD203B41FA5}">
                      <a16:colId xmlns:a16="http://schemas.microsoft.com/office/drawing/2014/main" val="1855254515"/>
                    </a:ext>
                  </a:extLst>
                </a:gridCol>
                <a:gridCol w="1277471">
                  <a:extLst>
                    <a:ext uri="{9D8B030D-6E8A-4147-A177-3AD203B41FA5}">
                      <a16:colId xmlns:a16="http://schemas.microsoft.com/office/drawing/2014/main" val="2522142181"/>
                    </a:ext>
                  </a:extLst>
                </a:gridCol>
                <a:gridCol w="726141">
                  <a:extLst>
                    <a:ext uri="{9D8B030D-6E8A-4147-A177-3AD203B41FA5}">
                      <a16:colId xmlns:a16="http://schemas.microsoft.com/office/drawing/2014/main" val="3188583542"/>
                    </a:ext>
                  </a:extLst>
                </a:gridCol>
                <a:gridCol w="1209166">
                  <a:extLst>
                    <a:ext uri="{9D8B030D-6E8A-4147-A177-3AD203B41FA5}">
                      <a16:colId xmlns:a16="http://schemas.microsoft.com/office/drawing/2014/main" val="4102962030"/>
                    </a:ext>
                  </a:extLst>
                </a:gridCol>
                <a:gridCol w="731520">
                  <a:extLst>
                    <a:ext uri="{9D8B030D-6E8A-4147-A177-3AD203B41FA5}">
                      <a16:colId xmlns:a16="http://schemas.microsoft.com/office/drawing/2014/main" val="2863512104"/>
                    </a:ext>
                  </a:extLst>
                </a:gridCol>
                <a:gridCol w="731520">
                  <a:extLst>
                    <a:ext uri="{9D8B030D-6E8A-4147-A177-3AD203B41FA5}">
                      <a16:colId xmlns:a16="http://schemas.microsoft.com/office/drawing/2014/main" val="3247459570"/>
                    </a:ext>
                  </a:extLst>
                </a:gridCol>
                <a:gridCol w="731520">
                  <a:extLst>
                    <a:ext uri="{9D8B030D-6E8A-4147-A177-3AD203B41FA5}">
                      <a16:colId xmlns:a16="http://schemas.microsoft.com/office/drawing/2014/main" val="338529481"/>
                    </a:ext>
                  </a:extLst>
                </a:gridCol>
                <a:gridCol w="731520">
                  <a:extLst>
                    <a:ext uri="{9D8B030D-6E8A-4147-A177-3AD203B41FA5}">
                      <a16:colId xmlns:a16="http://schemas.microsoft.com/office/drawing/2014/main" val="3188298085"/>
                    </a:ext>
                  </a:extLst>
                </a:gridCol>
                <a:gridCol w="731520">
                  <a:extLst>
                    <a:ext uri="{9D8B030D-6E8A-4147-A177-3AD203B41FA5}">
                      <a16:colId xmlns:a16="http://schemas.microsoft.com/office/drawing/2014/main" val="4228331188"/>
                    </a:ext>
                  </a:extLst>
                </a:gridCol>
                <a:gridCol w="731520">
                  <a:extLst>
                    <a:ext uri="{9D8B030D-6E8A-4147-A177-3AD203B41FA5}">
                      <a16:colId xmlns:a16="http://schemas.microsoft.com/office/drawing/2014/main" val="3044216961"/>
                    </a:ext>
                  </a:extLst>
                </a:gridCol>
                <a:gridCol w="731520">
                  <a:extLst>
                    <a:ext uri="{9D8B030D-6E8A-4147-A177-3AD203B41FA5}">
                      <a16:colId xmlns:a16="http://schemas.microsoft.com/office/drawing/2014/main" val="823801858"/>
                    </a:ext>
                  </a:extLst>
                </a:gridCol>
                <a:gridCol w="731520">
                  <a:extLst>
                    <a:ext uri="{9D8B030D-6E8A-4147-A177-3AD203B41FA5}">
                      <a16:colId xmlns:a16="http://schemas.microsoft.com/office/drawing/2014/main" val="1551614119"/>
                    </a:ext>
                  </a:extLst>
                </a:gridCol>
                <a:gridCol w="731520">
                  <a:extLst>
                    <a:ext uri="{9D8B030D-6E8A-4147-A177-3AD203B41FA5}">
                      <a16:colId xmlns:a16="http://schemas.microsoft.com/office/drawing/2014/main" val="3870732938"/>
                    </a:ext>
                  </a:extLst>
                </a:gridCol>
              </a:tblGrid>
              <a:tr h="347472">
                <a:tc>
                  <a:txBody>
                    <a:bodyPr/>
                    <a:lstStyle/>
                    <a:p>
                      <a:pPr algn="l"/>
                      <a:r>
                        <a:rPr lang="en-US" sz="1300" dirty="0">
                          <a:latin typeface="MULISH REGULAR ROMAN" pitchFamily="2" charset="77"/>
                        </a:rPr>
                        <a:t>Case Name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Decided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Vote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Author</a:t>
                      </a:r>
                    </a:p>
                  </a:txBody>
                  <a:tcPr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172286"/>
                  </a:ext>
                </a:extLst>
              </a:tr>
              <a:tr h="320040">
                <a:tc>
                  <a:txBody>
                    <a:bodyPr/>
                    <a:lstStyle/>
                    <a:p>
                      <a:r>
                        <a:rPr lang="en-US" sz="1100" dirty="0">
                          <a:latin typeface="MULISH REGULAR ROMAN" pitchFamily="2" charset="77"/>
                        </a:rPr>
                        <a:t>A.A.R.P. v. Trump</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05/16/2025</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(7-2)</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a:latin typeface="MULISH REGULAR ROMAN" pitchFamily="2" charset="77"/>
                        </a:rPr>
                        <a:t>Per Curiam</a:t>
                      </a: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4229935506"/>
                  </a:ext>
                </a:extLst>
              </a:tr>
              <a:tr h="320040">
                <a:tc>
                  <a:txBody>
                    <a:bodyPr/>
                    <a:lstStyle/>
                    <a:p>
                      <a:r>
                        <a:rPr lang="en-US" sz="1100" dirty="0">
                          <a:latin typeface="MULISH REGULAR ROMAN" pitchFamily="2" charset="77"/>
                        </a:rPr>
                        <a:t>Kousisis</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05/22/2025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(9-0)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Barrett</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396768621"/>
                  </a:ext>
                </a:extLst>
              </a:tr>
              <a:tr h="320040">
                <a:tc>
                  <a:txBody>
                    <a:bodyPr/>
                    <a:lstStyle/>
                    <a:p>
                      <a:r>
                        <a:rPr lang="en-US" sz="1100" dirty="0">
                          <a:latin typeface="MULISH REGULAR ROMAN" pitchFamily="2" charset="77"/>
                        </a:rPr>
                        <a:t>Drummond</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05/22/2025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(4-4)*</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a:latin typeface="MULISH REGULAR ROMAN" pitchFamily="2" charset="77"/>
                        </a:rPr>
                        <a:t>Per Curiam</a:t>
                      </a: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1751296"/>
                  </a:ext>
                </a:extLst>
              </a:tr>
              <a:tr h="320040">
                <a:tc>
                  <a:txBody>
                    <a:bodyPr/>
                    <a:lstStyle/>
                    <a:p>
                      <a:r>
                        <a:rPr lang="en-US" sz="1100" dirty="0">
                          <a:latin typeface="MULISH REGULAR ROMAN" pitchFamily="2" charset="77"/>
                        </a:rPr>
                        <a:t>Seven County</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05/29/2025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(8-0)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Kavanaugh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987411499"/>
                  </a:ext>
                </a:extLst>
              </a:tr>
              <a:tr h="320040">
                <a:tc>
                  <a:txBody>
                    <a:bodyPr/>
                    <a:lstStyle/>
                    <a:p>
                      <a:r>
                        <a:rPr lang="en-US" sz="1100" dirty="0">
                          <a:latin typeface="MULISH REGULAR ROMAN" pitchFamily="2" charset="77"/>
                        </a:rPr>
                        <a:t>Laboratory Corp</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06/05/2025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DIG (8-1)</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a:latin typeface="MULISH REGULAR ROMAN" pitchFamily="2" charset="77"/>
                        </a:rPr>
                        <a:t>Per Curiam</a:t>
                      </a: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637205288"/>
                  </a:ext>
                </a:extLst>
              </a:tr>
              <a:tr h="320040">
                <a:tc>
                  <a:txBody>
                    <a:bodyPr/>
                    <a:lstStyle/>
                    <a:p>
                      <a:r>
                        <a:rPr lang="en-US" sz="1100" dirty="0">
                          <a:latin typeface="MULISH REGULAR ROMAN" pitchFamily="2" charset="77"/>
                        </a:rPr>
                        <a:t>Ames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06/05/2025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(9-0)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Jackson</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815833910"/>
                  </a:ext>
                </a:extLst>
              </a:tr>
              <a:tr h="320040">
                <a:tc>
                  <a:txBody>
                    <a:bodyPr/>
                    <a:lstStyle/>
                    <a:p>
                      <a:r>
                        <a:rPr lang="en-US" sz="1100" dirty="0">
                          <a:latin typeface="MULISH REGULAR ROMAN" pitchFamily="2" charset="77"/>
                        </a:rPr>
                        <a:t>Smith &amp; Wesson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06/05/2025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(9-0)</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Kagan</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05721243"/>
                  </a:ext>
                </a:extLst>
              </a:tr>
              <a:tr h="320040">
                <a:tc>
                  <a:txBody>
                    <a:bodyPr/>
                    <a:lstStyle/>
                    <a:p>
                      <a:r>
                        <a:rPr lang="en-US" sz="1100" dirty="0">
                          <a:latin typeface="MULISH REGULAR ROMAN" pitchFamily="2" charset="77"/>
                        </a:rPr>
                        <a:t>Catholic Charities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06/05/2025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(9-0)</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Sotomayor</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172497950"/>
                  </a:ext>
                </a:extLst>
              </a:tr>
              <a:tr h="320040">
                <a:tc>
                  <a:txBody>
                    <a:bodyPr/>
                    <a:lstStyle/>
                    <a:p>
                      <a:r>
                        <a:rPr lang="en-US" sz="1100" dirty="0">
                          <a:latin typeface="MULISH REGULAR ROMAN" pitchFamily="2" charset="77"/>
                        </a:rPr>
                        <a:t>CC/Devas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06/05/2025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(9-0)</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Alito</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248342504"/>
                  </a:ext>
                </a:extLst>
              </a:tr>
              <a:tr h="320040">
                <a:tc>
                  <a:txBody>
                    <a:bodyPr/>
                    <a:lstStyle/>
                    <a:p>
                      <a:r>
                        <a:rPr lang="en-US" sz="1100" dirty="0">
                          <a:latin typeface="MULISH REGULAR ROMAN" pitchFamily="2" charset="77"/>
                        </a:rPr>
                        <a:t>Blom Bank</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06/05/2025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(9-0)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Thomas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051524791"/>
                  </a:ext>
                </a:extLst>
              </a:tr>
              <a:tr h="320040">
                <a:tc>
                  <a:txBody>
                    <a:bodyPr/>
                    <a:lstStyle/>
                    <a:p>
                      <a:r>
                        <a:rPr lang="en-US" sz="1100" dirty="0">
                          <a:latin typeface="MULISH REGULAR ROMAN" pitchFamily="2" charset="77"/>
                        </a:rPr>
                        <a:t>A.J.T.</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06/12/2025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(9-0)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Roberts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219908336"/>
                  </a:ext>
                </a:extLst>
              </a:tr>
              <a:tr h="320040">
                <a:tc>
                  <a:txBody>
                    <a:bodyPr/>
                    <a:lstStyle/>
                    <a:p>
                      <a:r>
                        <a:rPr lang="en-US" sz="1100" dirty="0">
                          <a:latin typeface="MULISH REGULAR ROMAN" pitchFamily="2" charset="77"/>
                        </a:rPr>
                        <a:t>Soto</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06/12/2025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(9-0)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Thomas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58160031"/>
                  </a:ext>
                </a:extLst>
              </a:tr>
              <a:tr h="320040">
                <a:tc>
                  <a:txBody>
                    <a:bodyPr/>
                    <a:lstStyle/>
                    <a:p>
                      <a:r>
                        <a:rPr lang="en-US" sz="1100" dirty="0">
                          <a:latin typeface="MULISH REGULAR ROMAN" pitchFamily="2" charset="77"/>
                        </a:rPr>
                        <a:t>Parrish</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06/12/2025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(8-1)</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Sotomayor</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348289071"/>
                  </a:ext>
                </a:extLst>
              </a:tr>
              <a:tr h="320040">
                <a:tc>
                  <a:txBody>
                    <a:bodyPr/>
                    <a:lstStyle/>
                    <a:p>
                      <a:r>
                        <a:rPr lang="en-US" sz="1100" dirty="0">
                          <a:latin typeface="MULISH REGULAR ROMAN" pitchFamily="2" charset="77"/>
                        </a:rPr>
                        <a:t>Martin</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06/12/2025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(9-0)</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Gorsuch</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91707358"/>
                  </a:ext>
                </a:extLst>
              </a:tr>
              <a:tr h="320040">
                <a:tc>
                  <a:txBody>
                    <a:bodyPr/>
                    <a:lstStyle/>
                    <a:p>
                      <a:r>
                        <a:rPr lang="en-US" sz="1100" dirty="0">
                          <a:latin typeface="MULISH REGULAR ROMAN" pitchFamily="2" charset="77"/>
                        </a:rPr>
                        <a:t>Zuch</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06/12/2025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(8-1)</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Barrett</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357545266"/>
                  </a:ext>
                </a:extLst>
              </a:tr>
            </a:tbl>
          </a:graphicData>
        </a:graphic>
      </p:graphicFrame>
      <p:pic>
        <p:nvPicPr>
          <p:cNvPr id="8" name="Picture 7" descr="A picture containing person, person, indoor, suit&#10;&#10;Description automatically generated">
            <a:extLst>
              <a:ext uri="{FF2B5EF4-FFF2-40B4-BE49-F238E27FC236}">
                <a16:creationId xmlns:a16="http://schemas.microsoft.com/office/drawing/2014/main" id="{3729B541-7FD5-1E4B-B70B-5576A107D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976" y="645655"/>
            <a:ext cx="1025212" cy="822960"/>
          </a:xfrm>
          <a:prstGeom prst="rect">
            <a:avLst/>
          </a:prstGeom>
        </p:spPr>
      </p:pic>
      <p:pic>
        <p:nvPicPr>
          <p:cNvPr id="10" name="Picture 9" descr="A person smiling for the camera&#10;&#10;Description automatically generated with medium confidence">
            <a:extLst>
              <a:ext uri="{FF2B5EF4-FFF2-40B4-BE49-F238E27FC236}">
                <a16:creationId xmlns:a16="http://schemas.microsoft.com/office/drawing/2014/main" id="{198360DB-F6AA-AF4D-9F57-D690DC68B6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574" y="646722"/>
            <a:ext cx="909589" cy="822960"/>
          </a:xfrm>
          <a:prstGeom prst="rect">
            <a:avLst/>
          </a:prstGeom>
        </p:spPr>
      </p:pic>
      <p:pic>
        <p:nvPicPr>
          <p:cNvPr id="12" name="Picture 11" descr="A person smiling for the picture&#10;&#10;Description automatically generated with medium confidence">
            <a:extLst>
              <a:ext uri="{FF2B5EF4-FFF2-40B4-BE49-F238E27FC236}">
                <a16:creationId xmlns:a16="http://schemas.microsoft.com/office/drawing/2014/main" id="{16ACDF34-C1E1-844D-A9E2-76296CF08B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8037" y="648630"/>
            <a:ext cx="851938" cy="822960"/>
          </a:xfrm>
          <a:prstGeom prst="rect">
            <a:avLst/>
          </a:prstGeom>
        </p:spPr>
      </p:pic>
      <p:pic>
        <p:nvPicPr>
          <p:cNvPr id="14" name="Picture 13" descr="A picture containing person, person, indoor, suit&#10;&#10;Description automatically generated">
            <a:extLst>
              <a:ext uri="{FF2B5EF4-FFF2-40B4-BE49-F238E27FC236}">
                <a16:creationId xmlns:a16="http://schemas.microsoft.com/office/drawing/2014/main" id="{B22BDDB2-19EB-1248-A066-EA6A419F67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3691" y="646721"/>
            <a:ext cx="917918" cy="822960"/>
          </a:xfrm>
          <a:prstGeom prst="rect">
            <a:avLst/>
          </a:prstGeom>
        </p:spPr>
      </p:pic>
      <p:pic>
        <p:nvPicPr>
          <p:cNvPr id="18" name="Picture 17" descr="A person with long hair&#10;&#10;Description automatically generated with low confidence">
            <a:extLst>
              <a:ext uri="{FF2B5EF4-FFF2-40B4-BE49-F238E27FC236}">
                <a16:creationId xmlns:a16="http://schemas.microsoft.com/office/drawing/2014/main" id="{B3BB87FD-05D8-5943-B8C7-D13B35F2D6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9422" y="651849"/>
            <a:ext cx="903400" cy="822960"/>
          </a:xfrm>
          <a:prstGeom prst="rect">
            <a:avLst/>
          </a:prstGeom>
        </p:spPr>
      </p:pic>
      <p:pic>
        <p:nvPicPr>
          <p:cNvPr id="20" name="Picture 19" descr="A person with curly hair&#10;&#10;Description automatically generated with low confidence">
            <a:extLst>
              <a:ext uri="{FF2B5EF4-FFF2-40B4-BE49-F238E27FC236}">
                <a16:creationId xmlns:a16="http://schemas.microsoft.com/office/drawing/2014/main" id="{21498AC9-69A7-424D-B7E4-7B17E3BB7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4172" y="659106"/>
            <a:ext cx="988879" cy="822960"/>
          </a:xfrm>
          <a:prstGeom prst="rect">
            <a:avLst/>
          </a:prstGeom>
        </p:spPr>
      </p:pic>
      <p:pic>
        <p:nvPicPr>
          <p:cNvPr id="22" name="Picture 21" descr="A picture containing person, person, indoor, suit&#10;&#10;Description automatically generated">
            <a:extLst>
              <a:ext uri="{FF2B5EF4-FFF2-40B4-BE49-F238E27FC236}">
                <a16:creationId xmlns:a16="http://schemas.microsoft.com/office/drawing/2014/main" id="{E8320C50-E330-DB47-96AB-BED3E96F7B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47839" y="646409"/>
            <a:ext cx="896658" cy="822960"/>
          </a:xfrm>
          <a:prstGeom prst="rect">
            <a:avLst/>
          </a:prstGeom>
        </p:spPr>
      </p:pic>
      <p:pic>
        <p:nvPicPr>
          <p:cNvPr id="24" name="Picture 23" descr="A person in a suit&#10;&#10;Description automatically generated with low confidence">
            <a:extLst>
              <a:ext uri="{FF2B5EF4-FFF2-40B4-BE49-F238E27FC236}">
                <a16:creationId xmlns:a16="http://schemas.microsoft.com/office/drawing/2014/main" id="{0402D156-9271-A242-9A94-3BAFC782CBF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8427" y="651299"/>
            <a:ext cx="882595" cy="822960"/>
          </a:xfrm>
          <a:prstGeom prst="rect">
            <a:avLst/>
          </a:prstGeom>
        </p:spPr>
      </p:pic>
      <p:pic>
        <p:nvPicPr>
          <p:cNvPr id="2" name="Picture 1">
            <a:extLst>
              <a:ext uri="{FF2B5EF4-FFF2-40B4-BE49-F238E27FC236}">
                <a16:creationId xmlns:a16="http://schemas.microsoft.com/office/drawing/2014/main" id="{32F14CF9-D737-73D6-8160-E4F904BE1ADE}"/>
              </a:ext>
            </a:extLst>
          </p:cNvPr>
          <p:cNvPicPr>
            <a:picLocks noChangeAspect="1"/>
          </p:cNvPicPr>
          <p:nvPr/>
        </p:nvPicPr>
        <p:blipFill>
          <a:blip r:embed="rId11">
            <a:extLst>
              <a:ext uri="{28A0092B-C50C-407E-A947-70E740481C1C}">
                <a14:useLocalDpi xmlns:a14="http://schemas.microsoft.com/office/drawing/2010/main" val="0"/>
              </a:ext>
            </a:extLst>
          </a:blip>
          <a:srcRect l="24384" r="27105" b="26016"/>
          <a:stretch/>
        </p:blipFill>
        <p:spPr>
          <a:xfrm>
            <a:off x="6707731" y="721694"/>
            <a:ext cx="741760" cy="754179"/>
          </a:xfrm>
          <a:prstGeom prst="rect">
            <a:avLst/>
          </a:prstGeom>
        </p:spPr>
      </p:pic>
      <p:sp>
        <p:nvSpPr>
          <p:cNvPr id="3" name="TextBox 2">
            <a:extLst>
              <a:ext uri="{FF2B5EF4-FFF2-40B4-BE49-F238E27FC236}">
                <a16:creationId xmlns:a16="http://schemas.microsoft.com/office/drawing/2014/main" id="{1BEEA914-153D-0D0D-D5A5-6314338829BA}"/>
              </a:ext>
            </a:extLst>
          </p:cNvPr>
          <p:cNvSpPr txBox="1"/>
          <p:nvPr/>
        </p:nvSpPr>
        <p:spPr>
          <a:xfrm>
            <a:off x="4350327" y="157018"/>
            <a:ext cx="7666182" cy="430887"/>
          </a:xfrm>
          <a:prstGeom prst="rect">
            <a:avLst/>
          </a:prstGeom>
          <a:noFill/>
        </p:spPr>
        <p:txBody>
          <a:bodyPr wrap="square" rtlCol="0">
            <a:spAutoFit/>
          </a:bodyPr>
          <a:lstStyle/>
          <a:p>
            <a:r>
              <a:rPr lang="en-US" sz="1100" dirty="0">
                <a:latin typeface="MULISH BLACK ROMAN"/>
              </a:rPr>
              <a:t>                    Joined Majority                    Joined Dissent                    Authored Special  (In Part)                             Did Not Participate                                  </a:t>
            </a:r>
            <a:br>
              <a:rPr lang="en-US" sz="1100" dirty="0">
                <a:latin typeface="MULISH BLACK ROMAN"/>
              </a:rPr>
            </a:br>
            <a:r>
              <a:rPr lang="en-US" sz="1100" dirty="0">
                <a:latin typeface="MULISH BLACK ROMAN"/>
              </a:rPr>
              <a:t>			                           Concurrence (or In judgment)</a:t>
            </a:r>
          </a:p>
        </p:txBody>
      </p:sp>
      <p:sp>
        <p:nvSpPr>
          <p:cNvPr id="7" name="Rectangle 6">
            <a:extLst>
              <a:ext uri="{FF2B5EF4-FFF2-40B4-BE49-F238E27FC236}">
                <a16:creationId xmlns:a16="http://schemas.microsoft.com/office/drawing/2014/main" id="{9CBED448-C108-5FEB-0D4D-DA7DE3432178}"/>
              </a:ext>
            </a:extLst>
          </p:cNvPr>
          <p:cNvSpPr/>
          <p:nvPr/>
        </p:nvSpPr>
        <p:spPr>
          <a:xfrm>
            <a:off x="4560342" y="174731"/>
            <a:ext cx="314037" cy="261610"/>
          </a:xfrm>
          <a:prstGeom prst="rect">
            <a:avLst/>
          </a:prstGeom>
          <a:solidFill>
            <a:srgbClr val="4F47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3FFD6F-7C7B-E172-F155-4BD68295E755}"/>
              </a:ext>
            </a:extLst>
          </p:cNvPr>
          <p:cNvSpPr/>
          <p:nvPr/>
        </p:nvSpPr>
        <p:spPr>
          <a:xfrm>
            <a:off x="6131349" y="156994"/>
            <a:ext cx="314037" cy="2616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604588-5B6F-DBD0-B474-FBC12A273ACC}"/>
              </a:ext>
            </a:extLst>
          </p:cNvPr>
          <p:cNvSpPr/>
          <p:nvPr/>
        </p:nvSpPr>
        <p:spPr>
          <a:xfrm>
            <a:off x="7633442" y="156073"/>
            <a:ext cx="314037" cy="26161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13E750A-E284-DD1D-553C-42278B91F101}"/>
              </a:ext>
            </a:extLst>
          </p:cNvPr>
          <p:cNvSpPr txBox="1"/>
          <p:nvPr/>
        </p:nvSpPr>
        <p:spPr>
          <a:xfrm>
            <a:off x="339318" y="6400412"/>
            <a:ext cx="10347155" cy="430887"/>
          </a:xfrm>
          <a:prstGeom prst="rect">
            <a:avLst/>
          </a:prstGeom>
          <a:noFill/>
          <a:ln>
            <a:noFill/>
          </a:ln>
        </p:spPr>
        <p:txBody>
          <a:bodyPr wrap="square" rtlCol="0">
            <a:spAutoFit/>
          </a:bodyPr>
          <a:lstStyle/>
          <a:p>
            <a:r>
              <a:rPr lang="en-US" sz="1100" i="1" dirty="0"/>
              <a:t>* Oklahoma Charter Schools v. Drummond </a:t>
            </a:r>
            <a:r>
              <a:rPr lang="en-US" sz="1100" dirty="0"/>
              <a:t>was decided </a:t>
            </a:r>
            <a:r>
              <a:rPr lang="en-US" sz="1100" i="1" dirty="0"/>
              <a:t>per </a:t>
            </a:r>
            <a:r>
              <a:rPr lang="en-US" sz="1100" i="1" dirty="0" err="1"/>
              <a:t>curiam</a:t>
            </a:r>
            <a:r>
              <a:rPr lang="en-US" sz="1100" dirty="0"/>
              <a:t> by an equally divided court (Justice Barrett did not participate). However, the opinion did not indicate who voted to affirm (reverse). </a:t>
            </a:r>
            <a:endParaRPr lang="en-US" sz="1100" i="1" dirty="0">
              <a:latin typeface="MULISH REGULAR ROMAN"/>
            </a:endParaRPr>
          </a:p>
        </p:txBody>
      </p:sp>
      <p:sp>
        <p:nvSpPr>
          <p:cNvPr id="17" name="Rectangle 16">
            <a:extLst>
              <a:ext uri="{FF2B5EF4-FFF2-40B4-BE49-F238E27FC236}">
                <a16:creationId xmlns:a16="http://schemas.microsoft.com/office/drawing/2014/main" id="{73CDCD33-6187-19DE-FEC9-F59513C58D6C}"/>
              </a:ext>
            </a:extLst>
          </p:cNvPr>
          <p:cNvSpPr/>
          <p:nvPr/>
        </p:nvSpPr>
        <p:spPr>
          <a:xfrm>
            <a:off x="10004000" y="156073"/>
            <a:ext cx="314037" cy="2616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a:extLst>
              <a:ext uri="{FF2B5EF4-FFF2-40B4-BE49-F238E27FC236}">
                <a16:creationId xmlns:a16="http://schemas.microsoft.com/office/drawing/2014/main" id="{B83E0D5E-4684-26EF-F81D-C87C42C5B57E}"/>
              </a:ext>
            </a:extLst>
          </p:cNvPr>
          <p:cNvSpPr>
            <a:spLocks noGrp="1"/>
          </p:cNvSpPr>
          <p:nvPr>
            <p:ph type="sldNum" sz="quarter" idx="12"/>
          </p:nvPr>
        </p:nvSpPr>
        <p:spPr/>
        <p:txBody>
          <a:bodyPr/>
          <a:lstStyle/>
          <a:p>
            <a:fld id="{5E212BD6-99D2-4430-8307-3DFF6CB1AF68}" type="slidenum">
              <a:rPr lang="en-US" smtClean="0"/>
              <a:t>26</a:t>
            </a:fld>
            <a:endParaRPr lang="en-US"/>
          </a:p>
        </p:txBody>
      </p:sp>
    </p:spTree>
    <p:extLst>
      <p:ext uri="{BB962C8B-B14F-4D97-AF65-F5344CB8AC3E}">
        <p14:creationId xmlns:p14="http://schemas.microsoft.com/office/powerpoint/2010/main" val="1610198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9">
            <a:extLst>
              <a:ext uri="{FF2B5EF4-FFF2-40B4-BE49-F238E27FC236}">
                <a16:creationId xmlns:a16="http://schemas.microsoft.com/office/drawing/2014/main" id="{4AEB5166-104F-F844-BFBC-60336AA803D3}"/>
              </a:ext>
            </a:extLst>
          </p:cNvPr>
          <p:cNvSpPr>
            <a:spLocks noGrp="1"/>
          </p:cNvSpPr>
          <p:nvPr>
            <p:ph type="title"/>
          </p:nvPr>
        </p:nvSpPr>
        <p:spPr>
          <a:xfrm>
            <a:off x="243939" y="74723"/>
            <a:ext cx="10515600" cy="788442"/>
          </a:xfrm>
        </p:spPr>
        <p:txBody>
          <a:bodyPr>
            <a:normAutofit/>
          </a:bodyPr>
          <a:lstStyle/>
          <a:p>
            <a:r>
              <a:rPr lang="en-US" sz="3600" dirty="0">
                <a:solidFill>
                  <a:srgbClr val="A90404"/>
                </a:solidFill>
                <a:latin typeface="MULISH BOLD ROMAN" pitchFamily="2" charset="77"/>
              </a:rPr>
              <a:t>VOTING ALIGNMENT</a:t>
            </a:r>
          </a:p>
        </p:txBody>
      </p:sp>
      <p:graphicFrame>
        <p:nvGraphicFramePr>
          <p:cNvPr id="6" name="Table 6">
            <a:extLst>
              <a:ext uri="{FF2B5EF4-FFF2-40B4-BE49-F238E27FC236}">
                <a16:creationId xmlns:a16="http://schemas.microsoft.com/office/drawing/2014/main" id="{5BF0DDD8-DCD3-F44C-A42D-CBB308CF5050}"/>
              </a:ext>
            </a:extLst>
          </p:cNvPr>
          <p:cNvGraphicFramePr>
            <a:graphicFrameLocks noGrp="1"/>
          </p:cNvGraphicFramePr>
          <p:nvPr>
            <p:extLst>
              <p:ext uri="{D42A27DB-BD31-4B8C-83A1-F6EECF244321}">
                <p14:modId xmlns:p14="http://schemas.microsoft.com/office/powerpoint/2010/main" val="212766641"/>
              </p:ext>
            </p:extLst>
          </p:nvPr>
        </p:nvGraphicFramePr>
        <p:xfrm>
          <a:off x="339318" y="1127293"/>
          <a:ext cx="11494360" cy="5148072"/>
        </p:xfrm>
        <a:graphic>
          <a:graphicData uri="http://schemas.openxmlformats.org/drawingml/2006/table">
            <a:tbl>
              <a:tblPr firstRow="1" bandRow="1">
                <a:tableStyleId>{C083E6E3-FA7D-4D7B-A595-EF9225AFEA82}</a:tableStyleId>
              </a:tblPr>
              <a:tblGrid>
                <a:gridCol w="1697902">
                  <a:extLst>
                    <a:ext uri="{9D8B030D-6E8A-4147-A177-3AD203B41FA5}">
                      <a16:colId xmlns:a16="http://schemas.microsoft.com/office/drawing/2014/main" val="1855254515"/>
                    </a:ext>
                  </a:extLst>
                </a:gridCol>
                <a:gridCol w="1277471">
                  <a:extLst>
                    <a:ext uri="{9D8B030D-6E8A-4147-A177-3AD203B41FA5}">
                      <a16:colId xmlns:a16="http://schemas.microsoft.com/office/drawing/2014/main" val="2522142181"/>
                    </a:ext>
                  </a:extLst>
                </a:gridCol>
                <a:gridCol w="726141">
                  <a:extLst>
                    <a:ext uri="{9D8B030D-6E8A-4147-A177-3AD203B41FA5}">
                      <a16:colId xmlns:a16="http://schemas.microsoft.com/office/drawing/2014/main" val="3188583542"/>
                    </a:ext>
                  </a:extLst>
                </a:gridCol>
                <a:gridCol w="1209166">
                  <a:extLst>
                    <a:ext uri="{9D8B030D-6E8A-4147-A177-3AD203B41FA5}">
                      <a16:colId xmlns:a16="http://schemas.microsoft.com/office/drawing/2014/main" val="4102962030"/>
                    </a:ext>
                  </a:extLst>
                </a:gridCol>
                <a:gridCol w="731520">
                  <a:extLst>
                    <a:ext uri="{9D8B030D-6E8A-4147-A177-3AD203B41FA5}">
                      <a16:colId xmlns:a16="http://schemas.microsoft.com/office/drawing/2014/main" val="2863512104"/>
                    </a:ext>
                  </a:extLst>
                </a:gridCol>
                <a:gridCol w="731520">
                  <a:extLst>
                    <a:ext uri="{9D8B030D-6E8A-4147-A177-3AD203B41FA5}">
                      <a16:colId xmlns:a16="http://schemas.microsoft.com/office/drawing/2014/main" val="3247459570"/>
                    </a:ext>
                  </a:extLst>
                </a:gridCol>
                <a:gridCol w="731520">
                  <a:extLst>
                    <a:ext uri="{9D8B030D-6E8A-4147-A177-3AD203B41FA5}">
                      <a16:colId xmlns:a16="http://schemas.microsoft.com/office/drawing/2014/main" val="338529481"/>
                    </a:ext>
                  </a:extLst>
                </a:gridCol>
                <a:gridCol w="731520">
                  <a:extLst>
                    <a:ext uri="{9D8B030D-6E8A-4147-A177-3AD203B41FA5}">
                      <a16:colId xmlns:a16="http://schemas.microsoft.com/office/drawing/2014/main" val="3188298085"/>
                    </a:ext>
                  </a:extLst>
                </a:gridCol>
                <a:gridCol w="731520">
                  <a:extLst>
                    <a:ext uri="{9D8B030D-6E8A-4147-A177-3AD203B41FA5}">
                      <a16:colId xmlns:a16="http://schemas.microsoft.com/office/drawing/2014/main" val="4228331188"/>
                    </a:ext>
                  </a:extLst>
                </a:gridCol>
                <a:gridCol w="731520">
                  <a:extLst>
                    <a:ext uri="{9D8B030D-6E8A-4147-A177-3AD203B41FA5}">
                      <a16:colId xmlns:a16="http://schemas.microsoft.com/office/drawing/2014/main" val="3044216961"/>
                    </a:ext>
                  </a:extLst>
                </a:gridCol>
                <a:gridCol w="731520">
                  <a:extLst>
                    <a:ext uri="{9D8B030D-6E8A-4147-A177-3AD203B41FA5}">
                      <a16:colId xmlns:a16="http://schemas.microsoft.com/office/drawing/2014/main" val="823801858"/>
                    </a:ext>
                  </a:extLst>
                </a:gridCol>
                <a:gridCol w="731520">
                  <a:extLst>
                    <a:ext uri="{9D8B030D-6E8A-4147-A177-3AD203B41FA5}">
                      <a16:colId xmlns:a16="http://schemas.microsoft.com/office/drawing/2014/main" val="1551614119"/>
                    </a:ext>
                  </a:extLst>
                </a:gridCol>
                <a:gridCol w="731520">
                  <a:extLst>
                    <a:ext uri="{9D8B030D-6E8A-4147-A177-3AD203B41FA5}">
                      <a16:colId xmlns:a16="http://schemas.microsoft.com/office/drawing/2014/main" val="3870732938"/>
                    </a:ext>
                  </a:extLst>
                </a:gridCol>
              </a:tblGrid>
              <a:tr h="347472">
                <a:tc>
                  <a:txBody>
                    <a:bodyPr/>
                    <a:lstStyle/>
                    <a:p>
                      <a:pPr algn="l"/>
                      <a:r>
                        <a:rPr lang="en-US" sz="1300" dirty="0">
                          <a:latin typeface="MULISH REGULAR ROMAN" pitchFamily="2" charset="77"/>
                        </a:rPr>
                        <a:t>Case Name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Decided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Vote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Author</a:t>
                      </a:r>
                    </a:p>
                  </a:txBody>
                  <a:tcPr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172286"/>
                  </a:ext>
                </a:extLst>
              </a:tr>
              <a:tr h="320040">
                <a:tc>
                  <a:txBody>
                    <a:bodyPr/>
                    <a:lstStyle/>
                    <a:p>
                      <a:r>
                        <a:rPr lang="en-US" sz="1100" dirty="0">
                          <a:latin typeface="MULISH REGULAR ROMAN" pitchFamily="2" charset="77"/>
                        </a:rPr>
                        <a:t>Rivers</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ULISH REGULAR ROMAN" pitchFamily="2" charset="77"/>
                        </a:rPr>
                        <a:t>06/12/2025</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BLACK ROMAN"/>
                        </a:rPr>
                        <a:t>(9-0)</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Jackson</a:t>
                      </a:r>
                    </a:p>
                  </a:txBody>
                  <a:tcPr anchor="ctr">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4229935506"/>
                  </a:ext>
                </a:extLst>
              </a:tr>
              <a:tr h="320040">
                <a:tc>
                  <a:txBody>
                    <a:bodyPr/>
                    <a:lstStyle/>
                    <a:p>
                      <a:r>
                        <a:rPr lang="en-US" sz="1100" dirty="0">
                          <a:latin typeface="MULISH REGULAR ROMAN" pitchFamily="2" charset="77"/>
                        </a:rPr>
                        <a:t>Perttu</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06/18/2025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(5-4)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Roberts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396768621"/>
                  </a:ext>
                </a:extLst>
              </a:tr>
              <a:tr h="320040">
                <a:tc>
                  <a:txBody>
                    <a:bodyPr/>
                    <a:lstStyle/>
                    <a:p>
                      <a:r>
                        <a:rPr lang="en-US" sz="1100" dirty="0" err="1">
                          <a:latin typeface="MULISH REGULAR ROMAN" pitchFamily="2" charset="77"/>
                        </a:rPr>
                        <a:t>Skrmetti</a:t>
                      </a:r>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06/18/2025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Roberts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471751296"/>
                  </a:ext>
                </a:extLst>
              </a:tr>
              <a:tr h="320040">
                <a:tc>
                  <a:txBody>
                    <a:bodyPr/>
                    <a:lstStyle/>
                    <a:p>
                      <a:r>
                        <a:rPr lang="en-US" sz="1100" dirty="0">
                          <a:latin typeface="MULISH REGULAR ROMAN" pitchFamily="2" charset="77"/>
                        </a:rPr>
                        <a:t>Oklahoma</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06/18/2025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(8-0)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Thomas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987411499"/>
                  </a:ext>
                </a:extLst>
              </a:tr>
              <a:tr h="320040">
                <a:tc>
                  <a:txBody>
                    <a:bodyPr/>
                    <a:lstStyle/>
                    <a:p>
                      <a:r>
                        <a:rPr lang="en-US" sz="1100" dirty="0">
                          <a:latin typeface="MULISH REGULAR ROMAN" pitchFamily="2" charset="77"/>
                        </a:rPr>
                        <a:t>Calumet</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06/18/2025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Thomas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637205288"/>
                  </a:ext>
                </a:extLst>
              </a:tr>
              <a:tr h="320040">
                <a:tc>
                  <a:txBody>
                    <a:bodyPr/>
                    <a:lstStyle/>
                    <a:p>
                      <a:r>
                        <a:rPr lang="en-US" sz="1100" dirty="0">
                          <a:latin typeface="MULISH REGULAR ROMAN" pitchFamily="2" charset="77"/>
                        </a:rPr>
                        <a:t>NRC</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06/18/2025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Kavanaugh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815833910"/>
                  </a:ext>
                </a:extLst>
              </a:tr>
              <a:tr h="320040">
                <a:tc>
                  <a:txBody>
                    <a:bodyPr/>
                    <a:lstStyle/>
                    <a:p>
                      <a:r>
                        <a:rPr lang="en-US" sz="1100" dirty="0">
                          <a:latin typeface="MULISH REGULAR ROMAN" pitchFamily="2" charset="77"/>
                        </a:rPr>
                        <a:t>Fuld</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06/20/2025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(9-0)</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Roberts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705721243"/>
                  </a:ext>
                </a:extLst>
              </a:tr>
              <a:tr h="320040">
                <a:tc>
                  <a:txBody>
                    <a:bodyPr/>
                    <a:lstStyle/>
                    <a:p>
                      <a:r>
                        <a:rPr lang="en-US" sz="1100" dirty="0">
                          <a:latin typeface="MULISH REGULAR ROMAN" pitchFamily="2" charset="77"/>
                        </a:rPr>
                        <a:t>Stanley</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06/20/2025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(8-1)*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Gorsuch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172497950"/>
                  </a:ext>
                </a:extLst>
              </a:tr>
              <a:tr h="320040">
                <a:tc>
                  <a:txBody>
                    <a:bodyPr/>
                    <a:lstStyle/>
                    <a:p>
                      <a:r>
                        <a:rPr lang="en-US" sz="1100" dirty="0">
                          <a:latin typeface="MULISH REGULAR ROMAN" pitchFamily="2" charset="77"/>
                        </a:rPr>
                        <a:t>Diamond</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06/20/2025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Kavanaugh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2248342504"/>
                  </a:ext>
                </a:extLst>
              </a:tr>
              <a:tr h="320040">
                <a:tc>
                  <a:txBody>
                    <a:bodyPr/>
                    <a:lstStyle/>
                    <a:p>
                      <a:r>
                        <a:rPr lang="en-US" sz="1100" dirty="0">
                          <a:latin typeface="MULISH REGULAR ROMAN" pitchFamily="2" charset="77"/>
                        </a:rPr>
                        <a:t>McLaughlin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06/20/2025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Kavanaugh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051524791"/>
                  </a:ext>
                </a:extLst>
              </a:tr>
              <a:tr h="320040">
                <a:tc>
                  <a:txBody>
                    <a:bodyPr/>
                    <a:lstStyle/>
                    <a:p>
                      <a:r>
                        <a:rPr lang="en-US" sz="1100" dirty="0">
                          <a:latin typeface="MULISH REGULAR ROMAN" pitchFamily="2" charset="77"/>
                        </a:rPr>
                        <a:t>Esteras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ULISH REGULAR ROMAN" pitchFamily="2" charset="77"/>
                          <a:ea typeface="+mn-ea"/>
                          <a:cs typeface="+mn-cs"/>
                        </a:rPr>
                        <a:t>06/20/2025</a:t>
                      </a: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Barrett</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3219908336"/>
                  </a:ext>
                </a:extLst>
              </a:tr>
              <a:tr h="320040">
                <a:tc>
                  <a:txBody>
                    <a:bodyPr/>
                    <a:lstStyle/>
                    <a:p>
                      <a:r>
                        <a:rPr lang="en-US" sz="1100" dirty="0">
                          <a:latin typeface="MULISH REGULAR ROMAN" pitchFamily="2" charset="77"/>
                        </a:rPr>
                        <a:t>R.J. Reynolds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06/20/2025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(7-2)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Barrett</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rgbClr val="FF0000"/>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58160031"/>
                  </a:ext>
                </a:extLst>
              </a:tr>
              <a:tr h="320040">
                <a:tc>
                  <a:txBody>
                    <a:bodyPr/>
                    <a:lstStyle/>
                    <a:p>
                      <a:r>
                        <a:rPr lang="en-US" sz="1100" dirty="0">
                          <a:latin typeface="MULISH REGULAR ROMAN" pitchFamily="2" charset="77"/>
                        </a:rPr>
                        <a:t>Hewitt</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06/26/2025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(5-4)</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Jackson</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348289071"/>
                  </a:ext>
                </a:extLst>
              </a:tr>
              <a:tr h="320040">
                <a:tc>
                  <a:txBody>
                    <a:bodyPr/>
                    <a:lstStyle/>
                    <a:p>
                      <a:r>
                        <a:rPr lang="en-US" sz="1100" dirty="0">
                          <a:latin typeface="MULISH REGULAR ROMAN" pitchFamily="2" charset="77"/>
                        </a:rPr>
                        <a:t>Medina</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06/26/2025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(6-3)</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Gorsuch</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extLst>
                  <a:ext uri="{0D108BD9-81ED-4DB2-BD59-A6C34878D82A}">
                    <a16:rowId xmlns:a16="http://schemas.microsoft.com/office/drawing/2014/main" val="1791707358"/>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effectLst/>
                          <a:latin typeface="MULISH REGULAR ROMAN" pitchFamily="2" charset="77"/>
                        </a:rPr>
                        <a:t>Gutierrez</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06/26/2025</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(6-3)</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Sotomayor</a:t>
                      </a: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4789"/>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357545266"/>
                  </a:ext>
                </a:extLst>
              </a:tr>
            </a:tbl>
          </a:graphicData>
        </a:graphic>
      </p:graphicFrame>
      <p:pic>
        <p:nvPicPr>
          <p:cNvPr id="8" name="Picture 7" descr="A picture containing person, person, indoor, suit&#10;&#10;Description automatically generated">
            <a:extLst>
              <a:ext uri="{FF2B5EF4-FFF2-40B4-BE49-F238E27FC236}">
                <a16:creationId xmlns:a16="http://schemas.microsoft.com/office/drawing/2014/main" id="{3729B541-7FD5-1E4B-B70B-5576A107D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976" y="645655"/>
            <a:ext cx="1025212" cy="822960"/>
          </a:xfrm>
          <a:prstGeom prst="rect">
            <a:avLst/>
          </a:prstGeom>
        </p:spPr>
      </p:pic>
      <p:pic>
        <p:nvPicPr>
          <p:cNvPr id="10" name="Picture 9" descr="A person smiling for the camera&#10;&#10;Description automatically generated with medium confidence">
            <a:extLst>
              <a:ext uri="{FF2B5EF4-FFF2-40B4-BE49-F238E27FC236}">
                <a16:creationId xmlns:a16="http://schemas.microsoft.com/office/drawing/2014/main" id="{198360DB-F6AA-AF4D-9F57-D690DC68B6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574" y="646722"/>
            <a:ext cx="909589" cy="822960"/>
          </a:xfrm>
          <a:prstGeom prst="rect">
            <a:avLst/>
          </a:prstGeom>
        </p:spPr>
      </p:pic>
      <p:pic>
        <p:nvPicPr>
          <p:cNvPr id="12" name="Picture 11" descr="A person smiling for the picture&#10;&#10;Description automatically generated with medium confidence">
            <a:extLst>
              <a:ext uri="{FF2B5EF4-FFF2-40B4-BE49-F238E27FC236}">
                <a16:creationId xmlns:a16="http://schemas.microsoft.com/office/drawing/2014/main" id="{16ACDF34-C1E1-844D-A9E2-76296CF08B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8037" y="648630"/>
            <a:ext cx="851938" cy="822960"/>
          </a:xfrm>
          <a:prstGeom prst="rect">
            <a:avLst/>
          </a:prstGeom>
        </p:spPr>
      </p:pic>
      <p:pic>
        <p:nvPicPr>
          <p:cNvPr id="14" name="Picture 13" descr="A picture containing person, person, indoor, suit&#10;&#10;Description automatically generated">
            <a:extLst>
              <a:ext uri="{FF2B5EF4-FFF2-40B4-BE49-F238E27FC236}">
                <a16:creationId xmlns:a16="http://schemas.microsoft.com/office/drawing/2014/main" id="{B22BDDB2-19EB-1248-A066-EA6A419F67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3691" y="646721"/>
            <a:ext cx="917918" cy="822960"/>
          </a:xfrm>
          <a:prstGeom prst="rect">
            <a:avLst/>
          </a:prstGeom>
        </p:spPr>
      </p:pic>
      <p:pic>
        <p:nvPicPr>
          <p:cNvPr id="18" name="Picture 17" descr="A person with long hair&#10;&#10;Description automatically generated with low confidence">
            <a:extLst>
              <a:ext uri="{FF2B5EF4-FFF2-40B4-BE49-F238E27FC236}">
                <a16:creationId xmlns:a16="http://schemas.microsoft.com/office/drawing/2014/main" id="{B3BB87FD-05D8-5943-B8C7-D13B35F2D6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9422" y="651849"/>
            <a:ext cx="903400" cy="822960"/>
          </a:xfrm>
          <a:prstGeom prst="rect">
            <a:avLst/>
          </a:prstGeom>
        </p:spPr>
      </p:pic>
      <p:pic>
        <p:nvPicPr>
          <p:cNvPr id="20" name="Picture 19" descr="A person with curly hair&#10;&#10;Description automatically generated with low confidence">
            <a:extLst>
              <a:ext uri="{FF2B5EF4-FFF2-40B4-BE49-F238E27FC236}">
                <a16:creationId xmlns:a16="http://schemas.microsoft.com/office/drawing/2014/main" id="{21498AC9-69A7-424D-B7E4-7B17E3BB7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4172" y="659106"/>
            <a:ext cx="988879" cy="822960"/>
          </a:xfrm>
          <a:prstGeom prst="rect">
            <a:avLst/>
          </a:prstGeom>
        </p:spPr>
      </p:pic>
      <p:pic>
        <p:nvPicPr>
          <p:cNvPr id="22" name="Picture 21" descr="A picture containing person, person, indoor, suit&#10;&#10;Description automatically generated">
            <a:extLst>
              <a:ext uri="{FF2B5EF4-FFF2-40B4-BE49-F238E27FC236}">
                <a16:creationId xmlns:a16="http://schemas.microsoft.com/office/drawing/2014/main" id="{E8320C50-E330-DB47-96AB-BED3E96F7B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47839" y="646409"/>
            <a:ext cx="896658" cy="822960"/>
          </a:xfrm>
          <a:prstGeom prst="rect">
            <a:avLst/>
          </a:prstGeom>
        </p:spPr>
      </p:pic>
      <p:pic>
        <p:nvPicPr>
          <p:cNvPr id="24" name="Picture 23" descr="A person in a suit&#10;&#10;Description automatically generated with low confidence">
            <a:extLst>
              <a:ext uri="{FF2B5EF4-FFF2-40B4-BE49-F238E27FC236}">
                <a16:creationId xmlns:a16="http://schemas.microsoft.com/office/drawing/2014/main" id="{0402D156-9271-A242-9A94-3BAFC782CBF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8427" y="651299"/>
            <a:ext cx="882595" cy="822960"/>
          </a:xfrm>
          <a:prstGeom prst="rect">
            <a:avLst/>
          </a:prstGeom>
        </p:spPr>
      </p:pic>
      <p:pic>
        <p:nvPicPr>
          <p:cNvPr id="2" name="Picture 1">
            <a:extLst>
              <a:ext uri="{FF2B5EF4-FFF2-40B4-BE49-F238E27FC236}">
                <a16:creationId xmlns:a16="http://schemas.microsoft.com/office/drawing/2014/main" id="{88F339FC-7DFC-5541-CE2F-9744482F65B7}"/>
              </a:ext>
            </a:extLst>
          </p:cNvPr>
          <p:cNvPicPr>
            <a:picLocks noChangeAspect="1"/>
          </p:cNvPicPr>
          <p:nvPr/>
        </p:nvPicPr>
        <p:blipFill>
          <a:blip r:embed="rId11">
            <a:extLst>
              <a:ext uri="{28A0092B-C50C-407E-A947-70E740481C1C}">
                <a14:useLocalDpi xmlns:a14="http://schemas.microsoft.com/office/drawing/2010/main" val="0"/>
              </a:ext>
            </a:extLst>
          </a:blip>
          <a:srcRect l="24384" r="27105" b="26016"/>
          <a:stretch/>
        </p:blipFill>
        <p:spPr>
          <a:xfrm>
            <a:off x="6707731" y="721694"/>
            <a:ext cx="741760" cy="754179"/>
          </a:xfrm>
          <a:prstGeom prst="rect">
            <a:avLst/>
          </a:prstGeom>
        </p:spPr>
      </p:pic>
      <p:sp>
        <p:nvSpPr>
          <p:cNvPr id="3" name="TextBox 2">
            <a:extLst>
              <a:ext uri="{FF2B5EF4-FFF2-40B4-BE49-F238E27FC236}">
                <a16:creationId xmlns:a16="http://schemas.microsoft.com/office/drawing/2014/main" id="{378A09F8-3C47-BE5D-4FA5-2E05284CD09E}"/>
              </a:ext>
            </a:extLst>
          </p:cNvPr>
          <p:cNvSpPr txBox="1"/>
          <p:nvPr/>
        </p:nvSpPr>
        <p:spPr>
          <a:xfrm>
            <a:off x="4350327" y="157018"/>
            <a:ext cx="7666182" cy="430887"/>
          </a:xfrm>
          <a:prstGeom prst="rect">
            <a:avLst/>
          </a:prstGeom>
          <a:noFill/>
        </p:spPr>
        <p:txBody>
          <a:bodyPr wrap="square" rtlCol="0">
            <a:spAutoFit/>
          </a:bodyPr>
          <a:lstStyle/>
          <a:p>
            <a:r>
              <a:rPr lang="en-US" sz="1100" dirty="0">
                <a:latin typeface="MULISH BLACK ROMAN"/>
              </a:rPr>
              <a:t>                    Joined Majority                    Joined Dissent                    Authored Special  (In Part)                             Did Not Participate                                  </a:t>
            </a:r>
            <a:br>
              <a:rPr lang="en-US" sz="1100" dirty="0">
                <a:latin typeface="MULISH BLACK ROMAN"/>
              </a:rPr>
            </a:br>
            <a:r>
              <a:rPr lang="en-US" sz="1100" dirty="0">
                <a:latin typeface="MULISH BLACK ROMAN"/>
              </a:rPr>
              <a:t>			                           Concurrence (or In judgment)</a:t>
            </a:r>
          </a:p>
        </p:txBody>
      </p:sp>
      <p:sp>
        <p:nvSpPr>
          <p:cNvPr id="7" name="Rectangle 6">
            <a:extLst>
              <a:ext uri="{FF2B5EF4-FFF2-40B4-BE49-F238E27FC236}">
                <a16:creationId xmlns:a16="http://schemas.microsoft.com/office/drawing/2014/main" id="{106106B1-E65E-664E-339A-3A63665B89EE}"/>
              </a:ext>
            </a:extLst>
          </p:cNvPr>
          <p:cNvSpPr/>
          <p:nvPr/>
        </p:nvSpPr>
        <p:spPr>
          <a:xfrm>
            <a:off x="4560342" y="174731"/>
            <a:ext cx="314037" cy="261610"/>
          </a:xfrm>
          <a:prstGeom prst="rect">
            <a:avLst/>
          </a:prstGeom>
          <a:solidFill>
            <a:srgbClr val="4F47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D16E49B-1B4A-5968-7F08-7D47FD0CFFE0}"/>
              </a:ext>
            </a:extLst>
          </p:cNvPr>
          <p:cNvSpPr/>
          <p:nvPr/>
        </p:nvSpPr>
        <p:spPr>
          <a:xfrm>
            <a:off x="6131349" y="156994"/>
            <a:ext cx="314037" cy="2616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48F93A-758D-3BC1-4A43-DD6834D498B0}"/>
              </a:ext>
            </a:extLst>
          </p:cNvPr>
          <p:cNvSpPr/>
          <p:nvPr/>
        </p:nvSpPr>
        <p:spPr>
          <a:xfrm>
            <a:off x="7633442" y="156073"/>
            <a:ext cx="314037" cy="26161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9060A2-FF71-052D-92B5-AED2DFB82CAE}"/>
              </a:ext>
            </a:extLst>
          </p:cNvPr>
          <p:cNvSpPr/>
          <p:nvPr/>
        </p:nvSpPr>
        <p:spPr>
          <a:xfrm>
            <a:off x="10004000" y="156073"/>
            <a:ext cx="314037" cy="2616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a:extLst>
              <a:ext uri="{FF2B5EF4-FFF2-40B4-BE49-F238E27FC236}">
                <a16:creationId xmlns:a16="http://schemas.microsoft.com/office/drawing/2014/main" id="{9F8D870B-93E7-7BBE-5BA6-33F08FC0D592}"/>
              </a:ext>
            </a:extLst>
          </p:cNvPr>
          <p:cNvSpPr>
            <a:spLocks noGrp="1"/>
          </p:cNvSpPr>
          <p:nvPr>
            <p:ph type="sldNum" sz="quarter" idx="12"/>
          </p:nvPr>
        </p:nvSpPr>
        <p:spPr/>
        <p:txBody>
          <a:bodyPr/>
          <a:lstStyle/>
          <a:p>
            <a:fld id="{5E212BD6-99D2-4430-8307-3DFF6CB1AF68}" type="slidenum">
              <a:rPr lang="en-US" smtClean="0"/>
              <a:t>27</a:t>
            </a:fld>
            <a:endParaRPr lang="en-US"/>
          </a:p>
        </p:txBody>
      </p:sp>
      <p:sp>
        <p:nvSpPr>
          <p:cNvPr id="4" name="TextBox 3">
            <a:extLst>
              <a:ext uri="{FF2B5EF4-FFF2-40B4-BE49-F238E27FC236}">
                <a16:creationId xmlns:a16="http://schemas.microsoft.com/office/drawing/2014/main" id="{758F79B8-432C-AF5F-D8AE-21653710D384}"/>
              </a:ext>
            </a:extLst>
          </p:cNvPr>
          <p:cNvSpPr txBox="1"/>
          <p:nvPr/>
        </p:nvSpPr>
        <p:spPr>
          <a:xfrm>
            <a:off x="339318" y="6275739"/>
            <a:ext cx="10669341" cy="600164"/>
          </a:xfrm>
          <a:prstGeom prst="rect">
            <a:avLst/>
          </a:prstGeom>
          <a:noFill/>
        </p:spPr>
        <p:txBody>
          <a:bodyPr wrap="square" rtlCol="0">
            <a:spAutoFit/>
          </a:bodyPr>
          <a:lstStyle/>
          <a:p>
            <a:r>
              <a:rPr lang="en-US" sz="1100" i="1" dirty="0">
                <a:latin typeface="MULISH BLACK ROMAN"/>
              </a:rPr>
              <a:t>* Stanley</a:t>
            </a:r>
            <a:r>
              <a:rPr lang="en-US" sz="1100" dirty="0">
                <a:latin typeface="MULISH BLACK ROMAN"/>
              </a:rPr>
              <a:t> represents a particularly fractured opinion with varying authors and coalitions forming across distinct parts. Given that Justice Jackson is the only justice to dissent in full, the decision is coded as (8-1). Furthermore, although Justice Sotomayor joined Justice Jackson’s dissent with respect to elements of Parts III and IV, she joined with the plurality of the court in not reversing the 11</a:t>
            </a:r>
            <a:r>
              <a:rPr lang="en-US" sz="1100" baseline="30000" dirty="0">
                <a:latin typeface="MULISH BLACK ROMAN"/>
              </a:rPr>
              <a:t>th</a:t>
            </a:r>
            <a:r>
              <a:rPr lang="en-US" sz="1100" dirty="0">
                <a:latin typeface="MULISH BLACK ROMAN"/>
              </a:rPr>
              <a:t> Circuit. </a:t>
            </a:r>
            <a:endParaRPr lang="en-US" sz="1100" dirty="0">
              <a:highlight>
                <a:srgbClr val="FFFF00"/>
              </a:highlight>
              <a:latin typeface="MULISH BLACK ROMAN"/>
            </a:endParaRPr>
          </a:p>
        </p:txBody>
      </p:sp>
    </p:spTree>
    <p:extLst>
      <p:ext uri="{BB962C8B-B14F-4D97-AF65-F5344CB8AC3E}">
        <p14:creationId xmlns:p14="http://schemas.microsoft.com/office/powerpoint/2010/main" val="1855656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1F16-5A3E-F6DB-8734-F2DA2300600D}"/>
            </a:ext>
          </a:extLst>
        </p:cNvPr>
        <p:cNvGrpSpPr/>
        <p:nvPr/>
      </p:nvGrpSpPr>
      <p:grpSpPr>
        <a:xfrm>
          <a:off x="0" y="0"/>
          <a:ext cx="0" cy="0"/>
          <a:chOff x="0" y="0"/>
          <a:chExt cx="0" cy="0"/>
        </a:xfrm>
      </p:grpSpPr>
      <p:sp>
        <p:nvSpPr>
          <p:cNvPr id="5" name="Title 9">
            <a:extLst>
              <a:ext uri="{FF2B5EF4-FFF2-40B4-BE49-F238E27FC236}">
                <a16:creationId xmlns:a16="http://schemas.microsoft.com/office/drawing/2014/main" id="{61BB18CB-10A4-D734-CF1F-45CF69BD107E}"/>
              </a:ext>
            </a:extLst>
          </p:cNvPr>
          <p:cNvSpPr>
            <a:spLocks noGrp="1"/>
          </p:cNvSpPr>
          <p:nvPr>
            <p:ph type="title"/>
          </p:nvPr>
        </p:nvSpPr>
        <p:spPr>
          <a:xfrm>
            <a:off x="243939" y="74723"/>
            <a:ext cx="10515600" cy="788442"/>
          </a:xfrm>
        </p:spPr>
        <p:txBody>
          <a:bodyPr>
            <a:normAutofit/>
          </a:bodyPr>
          <a:lstStyle/>
          <a:p>
            <a:r>
              <a:rPr lang="en-US" sz="3600" dirty="0">
                <a:solidFill>
                  <a:srgbClr val="A90404"/>
                </a:solidFill>
                <a:latin typeface="MULISH BOLD ROMAN" pitchFamily="2" charset="77"/>
              </a:rPr>
              <a:t>VOTING ALIGNMENT</a:t>
            </a:r>
          </a:p>
        </p:txBody>
      </p:sp>
      <p:graphicFrame>
        <p:nvGraphicFramePr>
          <p:cNvPr id="6" name="Table 6">
            <a:extLst>
              <a:ext uri="{FF2B5EF4-FFF2-40B4-BE49-F238E27FC236}">
                <a16:creationId xmlns:a16="http://schemas.microsoft.com/office/drawing/2014/main" id="{A656CF48-091D-9B51-CB81-1A057A5F9DE2}"/>
              </a:ext>
            </a:extLst>
          </p:cNvPr>
          <p:cNvGraphicFramePr>
            <a:graphicFrameLocks noGrp="1"/>
          </p:cNvGraphicFramePr>
          <p:nvPr>
            <p:extLst>
              <p:ext uri="{D42A27DB-BD31-4B8C-83A1-F6EECF244321}">
                <p14:modId xmlns:p14="http://schemas.microsoft.com/office/powerpoint/2010/main" val="104852169"/>
              </p:ext>
            </p:extLst>
          </p:nvPr>
        </p:nvGraphicFramePr>
        <p:xfrm>
          <a:off x="339318" y="1127293"/>
          <a:ext cx="11494360" cy="5148072"/>
        </p:xfrm>
        <a:graphic>
          <a:graphicData uri="http://schemas.openxmlformats.org/drawingml/2006/table">
            <a:tbl>
              <a:tblPr firstRow="1" bandRow="1">
                <a:tableStyleId>{C083E6E3-FA7D-4D7B-A595-EF9225AFEA82}</a:tableStyleId>
              </a:tblPr>
              <a:tblGrid>
                <a:gridCol w="1697902">
                  <a:extLst>
                    <a:ext uri="{9D8B030D-6E8A-4147-A177-3AD203B41FA5}">
                      <a16:colId xmlns:a16="http://schemas.microsoft.com/office/drawing/2014/main" val="1855254515"/>
                    </a:ext>
                  </a:extLst>
                </a:gridCol>
                <a:gridCol w="1277471">
                  <a:extLst>
                    <a:ext uri="{9D8B030D-6E8A-4147-A177-3AD203B41FA5}">
                      <a16:colId xmlns:a16="http://schemas.microsoft.com/office/drawing/2014/main" val="2522142181"/>
                    </a:ext>
                  </a:extLst>
                </a:gridCol>
                <a:gridCol w="726141">
                  <a:extLst>
                    <a:ext uri="{9D8B030D-6E8A-4147-A177-3AD203B41FA5}">
                      <a16:colId xmlns:a16="http://schemas.microsoft.com/office/drawing/2014/main" val="3188583542"/>
                    </a:ext>
                  </a:extLst>
                </a:gridCol>
                <a:gridCol w="1209166">
                  <a:extLst>
                    <a:ext uri="{9D8B030D-6E8A-4147-A177-3AD203B41FA5}">
                      <a16:colId xmlns:a16="http://schemas.microsoft.com/office/drawing/2014/main" val="4102962030"/>
                    </a:ext>
                  </a:extLst>
                </a:gridCol>
                <a:gridCol w="731520">
                  <a:extLst>
                    <a:ext uri="{9D8B030D-6E8A-4147-A177-3AD203B41FA5}">
                      <a16:colId xmlns:a16="http://schemas.microsoft.com/office/drawing/2014/main" val="2863512104"/>
                    </a:ext>
                  </a:extLst>
                </a:gridCol>
                <a:gridCol w="731520">
                  <a:extLst>
                    <a:ext uri="{9D8B030D-6E8A-4147-A177-3AD203B41FA5}">
                      <a16:colId xmlns:a16="http://schemas.microsoft.com/office/drawing/2014/main" val="3247459570"/>
                    </a:ext>
                  </a:extLst>
                </a:gridCol>
                <a:gridCol w="731520">
                  <a:extLst>
                    <a:ext uri="{9D8B030D-6E8A-4147-A177-3AD203B41FA5}">
                      <a16:colId xmlns:a16="http://schemas.microsoft.com/office/drawing/2014/main" val="338529481"/>
                    </a:ext>
                  </a:extLst>
                </a:gridCol>
                <a:gridCol w="731520">
                  <a:extLst>
                    <a:ext uri="{9D8B030D-6E8A-4147-A177-3AD203B41FA5}">
                      <a16:colId xmlns:a16="http://schemas.microsoft.com/office/drawing/2014/main" val="3188298085"/>
                    </a:ext>
                  </a:extLst>
                </a:gridCol>
                <a:gridCol w="731520">
                  <a:extLst>
                    <a:ext uri="{9D8B030D-6E8A-4147-A177-3AD203B41FA5}">
                      <a16:colId xmlns:a16="http://schemas.microsoft.com/office/drawing/2014/main" val="4228331188"/>
                    </a:ext>
                  </a:extLst>
                </a:gridCol>
                <a:gridCol w="731520">
                  <a:extLst>
                    <a:ext uri="{9D8B030D-6E8A-4147-A177-3AD203B41FA5}">
                      <a16:colId xmlns:a16="http://schemas.microsoft.com/office/drawing/2014/main" val="3044216961"/>
                    </a:ext>
                  </a:extLst>
                </a:gridCol>
                <a:gridCol w="731520">
                  <a:extLst>
                    <a:ext uri="{9D8B030D-6E8A-4147-A177-3AD203B41FA5}">
                      <a16:colId xmlns:a16="http://schemas.microsoft.com/office/drawing/2014/main" val="823801858"/>
                    </a:ext>
                  </a:extLst>
                </a:gridCol>
                <a:gridCol w="731520">
                  <a:extLst>
                    <a:ext uri="{9D8B030D-6E8A-4147-A177-3AD203B41FA5}">
                      <a16:colId xmlns:a16="http://schemas.microsoft.com/office/drawing/2014/main" val="1551614119"/>
                    </a:ext>
                  </a:extLst>
                </a:gridCol>
                <a:gridCol w="731520">
                  <a:extLst>
                    <a:ext uri="{9D8B030D-6E8A-4147-A177-3AD203B41FA5}">
                      <a16:colId xmlns:a16="http://schemas.microsoft.com/office/drawing/2014/main" val="3870732938"/>
                    </a:ext>
                  </a:extLst>
                </a:gridCol>
              </a:tblGrid>
              <a:tr h="347472">
                <a:tc>
                  <a:txBody>
                    <a:bodyPr/>
                    <a:lstStyle/>
                    <a:p>
                      <a:pPr algn="l"/>
                      <a:r>
                        <a:rPr lang="en-US" sz="1300" dirty="0">
                          <a:latin typeface="MULISH REGULAR ROMAN" pitchFamily="2" charset="77"/>
                        </a:rPr>
                        <a:t>Case Name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Decided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Vote</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MULISH REGULAR ROMAN" pitchFamily="2" charset="77"/>
                        </a:rPr>
                        <a:t>Author</a:t>
                      </a:r>
                    </a:p>
                  </a:txBody>
                  <a:tcPr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800" dirty="0">
                        <a:latin typeface="MULISH REGULAR ROMAN" pitchFamily="2" charset="77"/>
                      </a:endParaRPr>
                    </a:p>
                  </a:txBody>
                  <a:tcPr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2172286"/>
                  </a:ext>
                </a:extLst>
              </a:tr>
              <a:tr h="320040">
                <a:tc>
                  <a:txBody>
                    <a:bodyPr/>
                    <a:lstStyle/>
                    <a:p>
                      <a:r>
                        <a:rPr lang="en-US" sz="1100" dirty="0">
                          <a:latin typeface="MULISH REGULAR ROMAN" pitchFamily="2" charset="77"/>
                        </a:rPr>
                        <a:t>Riley</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ULISH REGULAR ROMAN" pitchFamily="2" charset="77"/>
                        </a:rPr>
                        <a:t>06/26/2025</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BLACK ROMAN"/>
                        </a:rPr>
                        <a:t>5-4</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Alito</a:t>
                      </a:r>
                    </a:p>
                  </a:txBody>
                  <a:tcPr anchor="ctr">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4229935506"/>
                  </a:ext>
                </a:extLst>
              </a:tr>
              <a:tr h="320040">
                <a:tc>
                  <a:txBody>
                    <a:bodyPr/>
                    <a:lstStyle/>
                    <a:p>
                      <a:r>
                        <a:rPr lang="en-US" sz="1100" dirty="0">
                          <a:latin typeface="MULISH REGULAR ROMAN" pitchFamily="2" charset="77"/>
                        </a:rPr>
                        <a:t>Trump v. CASA</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06/27/2025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Barrett</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3396768621"/>
                  </a:ext>
                </a:extLst>
              </a:tr>
              <a:tr h="320040">
                <a:tc>
                  <a:txBody>
                    <a:bodyPr/>
                    <a:lstStyle/>
                    <a:p>
                      <a:r>
                        <a:rPr lang="en-US" sz="1100" dirty="0">
                          <a:latin typeface="MULISH REGULAR ROMAN" pitchFamily="2" charset="77"/>
                        </a:rPr>
                        <a:t>Kennedy</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06/27/2025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Kavanaugh</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471751296"/>
                  </a:ext>
                </a:extLst>
              </a:tr>
              <a:tr h="320040">
                <a:tc>
                  <a:txBody>
                    <a:bodyPr/>
                    <a:lstStyle/>
                    <a:p>
                      <a:r>
                        <a:rPr lang="en-US" sz="1100" dirty="0">
                          <a:latin typeface="MULISH REGULAR ROMAN" pitchFamily="2" charset="77"/>
                        </a:rPr>
                        <a:t>Consumers’ Research</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06/27/2025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Kagan</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987411499"/>
                  </a:ext>
                </a:extLst>
              </a:tr>
              <a:tr h="320040">
                <a:tc>
                  <a:txBody>
                    <a:bodyPr/>
                    <a:lstStyle/>
                    <a:p>
                      <a:r>
                        <a:rPr lang="en-US" sz="1100" dirty="0">
                          <a:latin typeface="MULISH REGULAR ROMAN" pitchFamily="2" charset="77"/>
                        </a:rPr>
                        <a:t>Mahmoud</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06/27/2025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Alito</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2637205288"/>
                  </a:ext>
                </a:extLst>
              </a:tr>
              <a:tr h="320040">
                <a:tc>
                  <a:txBody>
                    <a:bodyPr/>
                    <a:lstStyle/>
                    <a:p>
                      <a:r>
                        <a:rPr lang="en-US" sz="1100" dirty="0">
                          <a:latin typeface="MULISH REGULAR ROMAN" pitchFamily="2" charset="77"/>
                        </a:rPr>
                        <a:t>Free Speech</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rPr>
                        <a:t>06/27/2025</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MULISH BLACK ROMAN"/>
                        </a:rPr>
                        <a:t>6-3</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100" dirty="0">
                          <a:latin typeface="MULISH REGULAR ROMAN" pitchFamily="2" charset="77"/>
                        </a:rPr>
                        <a:t>Thomas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3815833910"/>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1705721243"/>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3172497950"/>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2248342504"/>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1051524791"/>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3219908336"/>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ULISH REGULAR ROMAN" pitchFamily="2" charset="77"/>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100" b="0" i="0" u="none" strike="noStrike" dirty="0">
                        <a:solidFill>
                          <a:srgbClr val="000000"/>
                        </a:solidFill>
                        <a:effectLst/>
                        <a:latin typeface="MULISH BLACK ROMAN"/>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rgbClr val="FF0000"/>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58160031"/>
                  </a:ext>
                </a:extLst>
              </a:tr>
              <a:tr h="320040">
                <a:tc>
                  <a:txBody>
                    <a:bodyPr/>
                    <a:lstStyle/>
                    <a:p>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3348289071"/>
                  </a:ext>
                </a:extLst>
              </a:tr>
              <a:tr h="320040">
                <a:tc>
                  <a:txBody>
                    <a:bodyPr/>
                    <a:lstStyle/>
                    <a:p>
                      <a:endParaRPr lang="en-US" sz="1100" dirty="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1791707358"/>
                  </a:ext>
                </a:extLst>
              </a:tr>
              <a:tr h="320040">
                <a:tc>
                  <a:txBody>
                    <a:bodyPr/>
                    <a:lstStyle/>
                    <a:p>
                      <a:endParaRPr lang="en-US" sz="110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a:latin typeface="MULISH REGULAR ROMAN" pitchFamily="2" charset="77"/>
                      </a:endParaRP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lgn="ctr"/>
                      <a:endParaRPr lang="en-US" sz="1100" dirty="0">
                        <a:latin typeface="MULISH REGULAR ROMAN" pitchFamily="2" charset="77"/>
                      </a:endParaRPr>
                    </a:p>
                  </a:txBody>
                  <a:tcPr anchor="ctr">
                    <a:lnL>
                      <a:noFill/>
                    </a:lnL>
                    <a:lnR w="12700" cap="flat" cmpd="sng" algn="ctr">
                      <a:solidFill>
                        <a:schemeClr val="bg1"/>
                      </a:solidFill>
                      <a:prstDash val="solid"/>
                      <a:round/>
                      <a:headEnd type="none" w="med" len="med"/>
                      <a:tailEnd type="none" w="med" len="med"/>
                    </a:lnR>
                    <a:lnT>
                      <a:noFill/>
                    </a:lnT>
                    <a:lnB w="12700" cmpd="sng">
                      <a:noFill/>
                    </a:lnB>
                    <a:lnTlToBr w="12700" cmpd="sng">
                      <a:noFill/>
                      <a:prstDash val="solid"/>
                    </a:lnTlToBr>
                    <a:lnBlToTr w="12700" cmpd="sng">
                      <a:noFill/>
                      <a:prstDash val="solid"/>
                    </a:lnBlToTr>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tc>
                  <a:txBody>
                    <a:bodyPr/>
                    <a:lstStyle/>
                    <a:p>
                      <a:pPr algn="ctr"/>
                      <a:endParaRPr lang="en-US" sz="1000" dirty="0">
                        <a:ln>
                          <a:noFill/>
                        </a:ln>
                        <a:solidFill>
                          <a:schemeClr val="tx1"/>
                        </a:solidFill>
                        <a:latin typeface="MULISH REGULAR ROMAN" pitchFamily="2" charset="77"/>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E478A"/>
                    </a:solidFill>
                  </a:tcPr>
                </a:tc>
                <a:extLst>
                  <a:ext uri="{0D108BD9-81ED-4DB2-BD59-A6C34878D82A}">
                    <a16:rowId xmlns:a16="http://schemas.microsoft.com/office/drawing/2014/main" val="1357545266"/>
                  </a:ext>
                </a:extLst>
              </a:tr>
            </a:tbl>
          </a:graphicData>
        </a:graphic>
      </p:graphicFrame>
      <p:pic>
        <p:nvPicPr>
          <p:cNvPr id="8" name="Picture 7" descr="A picture containing person, person, indoor, suit&#10;&#10;Description automatically generated">
            <a:extLst>
              <a:ext uri="{FF2B5EF4-FFF2-40B4-BE49-F238E27FC236}">
                <a16:creationId xmlns:a16="http://schemas.microsoft.com/office/drawing/2014/main" id="{937818E2-E095-5285-A815-C00B3B210B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976" y="645655"/>
            <a:ext cx="1025212" cy="822960"/>
          </a:xfrm>
          <a:prstGeom prst="rect">
            <a:avLst/>
          </a:prstGeom>
        </p:spPr>
      </p:pic>
      <p:pic>
        <p:nvPicPr>
          <p:cNvPr id="10" name="Picture 9" descr="A person smiling for the camera&#10;&#10;Description automatically generated with medium confidence">
            <a:extLst>
              <a:ext uri="{FF2B5EF4-FFF2-40B4-BE49-F238E27FC236}">
                <a16:creationId xmlns:a16="http://schemas.microsoft.com/office/drawing/2014/main" id="{AAE59901-2801-5AAB-7510-1ED226327E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574" y="646722"/>
            <a:ext cx="909589" cy="822960"/>
          </a:xfrm>
          <a:prstGeom prst="rect">
            <a:avLst/>
          </a:prstGeom>
        </p:spPr>
      </p:pic>
      <p:pic>
        <p:nvPicPr>
          <p:cNvPr id="12" name="Picture 11" descr="A person smiling for the picture&#10;&#10;Description automatically generated with medium confidence">
            <a:extLst>
              <a:ext uri="{FF2B5EF4-FFF2-40B4-BE49-F238E27FC236}">
                <a16:creationId xmlns:a16="http://schemas.microsoft.com/office/drawing/2014/main" id="{F6F74547-0150-0EFE-6C00-00FAA76C0B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8037" y="648630"/>
            <a:ext cx="851938" cy="822960"/>
          </a:xfrm>
          <a:prstGeom prst="rect">
            <a:avLst/>
          </a:prstGeom>
        </p:spPr>
      </p:pic>
      <p:pic>
        <p:nvPicPr>
          <p:cNvPr id="14" name="Picture 13" descr="A picture containing person, person, indoor, suit&#10;&#10;Description automatically generated">
            <a:extLst>
              <a:ext uri="{FF2B5EF4-FFF2-40B4-BE49-F238E27FC236}">
                <a16:creationId xmlns:a16="http://schemas.microsoft.com/office/drawing/2014/main" id="{A6D0ECCB-F81B-7E9B-41C5-7C6B86D15F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3691" y="646721"/>
            <a:ext cx="917918" cy="822960"/>
          </a:xfrm>
          <a:prstGeom prst="rect">
            <a:avLst/>
          </a:prstGeom>
        </p:spPr>
      </p:pic>
      <p:pic>
        <p:nvPicPr>
          <p:cNvPr id="18" name="Picture 17" descr="A person with long hair&#10;&#10;Description automatically generated with low confidence">
            <a:extLst>
              <a:ext uri="{FF2B5EF4-FFF2-40B4-BE49-F238E27FC236}">
                <a16:creationId xmlns:a16="http://schemas.microsoft.com/office/drawing/2014/main" id="{7517C51E-9457-C0C0-42C9-F56983B2A6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9422" y="651849"/>
            <a:ext cx="903400" cy="822960"/>
          </a:xfrm>
          <a:prstGeom prst="rect">
            <a:avLst/>
          </a:prstGeom>
        </p:spPr>
      </p:pic>
      <p:pic>
        <p:nvPicPr>
          <p:cNvPr id="20" name="Picture 19" descr="A person with curly hair&#10;&#10;Description automatically generated with low confidence">
            <a:extLst>
              <a:ext uri="{FF2B5EF4-FFF2-40B4-BE49-F238E27FC236}">
                <a16:creationId xmlns:a16="http://schemas.microsoft.com/office/drawing/2014/main" id="{8BAA772D-CDE7-B803-FAB4-EC64954637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4172" y="659106"/>
            <a:ext cx="988879" cy="822960"/>
          </a:xfrm>
          <a:prstGeom prst="rect">
            <a:avLst/>
          </a:prstGeom>
        </p:spPr>
      </p:pic>
      <p:pic>
        <p:nvPicPr>
          <p:cNvPr id="22" name="Picture 21" descr="A picture containing person, person, indoor, suit&#10;&#10;Description automatically generated">
            <a:extLst>
              <a:ext uri="{FF2B5EF4-FFF2-40B4-BE49-F238E27FC236}">
                <a16:creationId xmlns:a16="http://schemas.microsoft.com/office/drawing/2014/main" id="{FD1AD885-9327-16CB-2E34-CC268609512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47839" y="646409"/>
            <a:ext cx="896658" cy="822960"/>
          </a:xfrm>
          <a:prstGeom prst="rect">
            <a:avLst/>
          </a:prstGeom>
        </p:spPr>
      </p:pic>
      <p:pic>
        <p:nvPicPr>
          <p:cNvPr id="24" name="Picture 23" descr="A person in a suit&#10;&#10;Description automatically generated with low confidence">
            <a:extLst>
              <a:ext uri="{FF2B5EF4-FFF2-40B4-BE49-F238E27FC236}">
                <a16:creationId xmlns:a16="http://schemas.microsoft.com/office/drawing/2014/main" id="{4E8B2092-89F8-3905-ECFD-56947315717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38427" y="651299"/>
            <a:ext cx="882595" cy="822960"/>
          </a:xfrm>
          <a:prstGeom prst="rect">
            <a:avLst/>
          </a:prstGeom>
        </p:spPr>
      </p:pic>
      <p:pic>
        <p:nvPicPr>
          <p:cNvPr id="2" name="Picture 1">
            <a:extLst>
              <a:ext uri="{FF2B5EF4-FFF2-40B4-BE49-F238E27FC236}">
                <a16:creationId xmlns:a16="http://schemas.microsoft.com/office/drawing/2014/main" id="{52A4609D-F6AB-1800-BB8F-37E9AE3C0B81}"/>
              </a:ext>
            </a:extLst>
          </p:cNvPr>
          <p:cNvPicPr>
            <a:picLocks noChangeAspect="1"/>
          </p:cNvPicPr>
          <p:nvPr/>
        </p:nvPicPr>
        <p:blipFill>
          <a:blip r:embed="rId11">
            <a:extLst>
              <a:ext uri="{28A0092B-C50C-407E-A947-70E740481C1C}">
                <a14:useLocalDpi xmlns:a14="http://schemas.microsoft.com/office/drawing/2010/main" val="0"/>
              </a:ext>
            </a:extLst>
          </a:blip>
          <a:srcRect l="24384" r="27105" b="26016"/>
          <a:stretch/>
        </p:blipFill>
        <p:spPr>
          <a:xfrm>
            <a:off x="6707731" y="721694"/>
            <a:ext cx="741760" cy="754179"/>
          </a:xfrm>
          <a:prstGeom prst="rect">
            <a:avLst/>
          </a:prstGeom>
        </p:spPr>
      </p:pic>
      <p:sp>
        <p:nvSpPr>
          <p:cNvPr id="3" name="TextBox 2">
            <a:extLst>
              <a:ext uri="{FF2B5EF4-FFF2-40B4-BE49-F238E27FC236}">
                <a16:creationId xmlns:a16="http://schemas.microsoft.com/office/drawing/2014/main" id="{B60AE888-DE28-69D1-35CD-0E479950E933}"/>
              </a:ext>
            </a:extLst>
          </p:cNvPr>
          <p:cNvSpPr txBox="1"/>
          <p:nvPr/>
        </p:nvSpPr>
        <p:spPr>
          <a:xfrm>
            <a:off x="4350327" y="157018"/>
            <a:ext cx="7666182" cy="430887"/>
          </a:xfrm>
          <a:prstGeom prst="rect">
            <a:avLst/>
          </a:prstGeom>
          <a:noFill/>
        </p:spPr>
        <p:txBody>
          <a:bodyPr wrap="square" rtlCol="0">
            <a:spAutoFit/>
          </a:bodyPr>
          <a:lstStyle/>
          <a:p>
            <a:r>
              <a:rPr lang="en-US" sz="1100" dirty="0">
                <a:latin typeface="MULISH BLACK ROMAN"/>
              </a:rPr>
              <a:t>                    Joined Majority                    Joined Dissent                    Authored Special  (In Part)                             Did Not Participate                                  </a:t>
            </a:r>
            <a:br>
              <a:rPr lang="en-US" sz="1100" dirty="0">
                <a:latin typeface="MULISH BLACK ROMAN"/>
              </a:rPr>
            </a:br>
            <a:r>
              <a:rPr lang="en-US" sz="1100" dirty="0">
                <a:latin typeface="MULISH BLACK ROMAN"/>
              </a:rPr>
              <a:t>			                           Concurrence (or In judgment)</a:t>
            </a:r>
          </a:p>
        </p:txBody>
      </p:sp>
      <p:sp>
        <p:nvSpPr>
          <p:cNvPr id="7" name="Rectangle 6">
            <a:extLst>
              <a:ext uri="{FF2B5EF4-FFF2-40B4-BE49-F238E27FC236}">
                <a16:creationId xmlns:a16="http://schemas.microsoft.com/office/drawing/2014/main" id="{B1EF2CEF-F517-9FC4-CDD4-F82229572DF8}"/>
              </a:ext>
            </a:extLst>
          </p:cNvPr>
          <p:cNvSpPr/>
          <p:nvPr/>
        </p:nvSpPr>
        <p:spPr>
          <a:xfrm>
            <a:off x="4560342" y="174731"/>
            <a:ext cx="314037" cy="261610"/>
          </a:xfrm>
          <a:prstGeom prst="rect">
            <a:avLst/>
          </a:prstGeom>
          <a:solidFill>
            <a:srgbClr val="4F47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EA8CE1-ADDD-F482-146D-8A3BB0B07B57}"/>
              </a:ext>
            </a:extLst>
          </p:cNvPr>
          <p:cNvSpPr/>
          <p:nvPr/>
        </p:nvSpPr>
        <p:spPr>
          <a:xfrm>
            <a:off x="6131349" y="156994"/>
            <a:ext cx="314037" cy="2616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DCEE80-3603-E63B-A8E8-336C92E62E59}"/>
              </a:ext>
            </a:extLst>
          </p:cNvPr>
          <p:cNvSpPr/>
          <p:nvPr/>
        </p:nvSpPr>
        <p:spPr>
          <a:xfrm>
            <a:off x="7633442" y="156073"/>
            <a:ext cx="314037" cy="26161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E7EABED-5287-C026-2C34-24AEC6C469E1}"/>
              </a:ext>
            </a:extLst>
          </p:cNvPr>
          <p:cNvSpPr/>
          <p:nvPr/>
        </p:nvSpPr>
        <p:spPr>
          <a:xfrm>
            <a:off x="10004000" y="156073"/>
            <a:ext cx="314037" cy="2616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a:extLst>
              <a:ext uri="{FF2B5EF4-FFF2-40B4-BE49-F238E27FC236}">
                <a16:creationId xmlns:a16="http://schemas.microsoft.com/office/drawing/2014/main" id="{75D18796-EDE1-101A-B6DD-0208D20CFC11}"/>
              </a:ext>
            </a:extLst>
          </p:cNvPr>
          <p:cNvSpPr>
            <a:spLocks noGrp="1"/>
          </p:cNvSpPr>
          <p:nvPr>
            <p:ph type="sldNum" sz="quarter" idx="12"/>
          </p:nvPr>
        </p:nvSpPr>
        <p:spPr/>
        <p:txBody>
          <a:bodyPr/>
          <a:lstStyle/>
          <a:p>
            <a:fld id="{5E212BD6-99D2-4430-8307-3DFF6CB1AF68}" type="slidenum">
              <a:rPr lang="en-US" smtClean="0"/>
              <a:t>28</a:t>
            </a:fld>
            <a:endParaRPr lang="en-US"/>
          </a:p>
        </p:txBody>
      </p:sp>
    </p:spTree>
    <p:extLst>
      <p:ext uri="{BB962C8B-B14F-4D97-AF65-F5344CB8AC3E}">
        <p14:creationId xmlns:p14="http://schemas.microsoft.com/office/powerpoint/2010/main" val="1893785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76AD0-779B-E5BE-32C8-AD20D52D4BC7}"/>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7DDC0EA6-ED3B-6001-0C9D-50404AC2E5B7}"/>
              </a:ext>
            </a:extLst>
          </p:cNvPr>
          <p:cNvGraphicFramePr>
            <a:graphicFrameLocks noGrp="1"/>
          </p:cNvGraphicFramePr>
          <p:nvPr>
            <p:ph idx="1"/>
            <p:extLst>
              <p:ext uri="{D42A27DB-BD31-4B8C-83A1-F6EECF244321}">
                <p14:modId xmlns:p14="http://schemas.microsoft.com/office/powerpoint/2010/main" val="3794408230"/>
              </p:ext>
            </p:extLst>
          </p:nvPr>
        </p:nvGraphicFramePr>
        <p:xfrm>
          <a:off x="304798" y="765228"/>
          <a:ext cx="11492146" cy="5915822"/>
        </p:xfrm>
        <a:graphic>
          <a:graphicData uri="http://schemas.openxmlformats.org/drawingml/2006/table">
            <a:tbl>
              <a:tblPr firstRow="1" bandRow="1">
                <a:tableStyleId>{C083E6E3-FA7D-4D7B-A595-EF9225AFEA82}</a:tableStyleId>
              </a:tblPr>
              <a:tblGrid>
                <a:gridCol w="992417">
                  <a:extLst>
                    <a:ext uri="{9D8B030D-6E8A-4147-A177-3AD203B41FA5}">
                      <a16:colId xmlns:a16="http://schemas.microsoft.com/office/drawing/2014/main" val="20000"/>
                    </a:ext>
                  </a:extLst>
                </a:gridCol>
                <a:gridCol w="650219">
                  <a:extLst>
                    <a:ext uri="{9D8B030D-6E8A-4147-A177-3AD203B41FA5}">
                      <a16:colId xmlns:a16="http://schemas.microsoft.com/office/drawing/2014/main" val="2854710428"/>
                    </a:ext>
                  </a:extLst>
                </a:gridCol>
                <a:gridCol w="349495">
                  <a:extLst>
                    <a:ext uri="{9D8B030D-6E8A-4147-A177-3AD203B41FA5}">
                      <a16:colId xmlns:a16="http://schemas.microsoft.com/office/drawing/2014/main" val="20002"/>
                    </a:ext>
                  </a:extLst>
                </a:gridCol>
                <a:gridCol w="562268">
                  <a:extLst>
                    <a:ext uri="{9D8B030D-6E8A-4147-A177-3AD203B41FA5}">
                      <a16:colId xmlns:a16="http://schemas.microsoft.com/office/drawing/2014/main" val="20003"/>
                    </a:ext>
                  </a:extLst>
                </a:gridCol>
                <a:gridCol w="241573">
                  <a:extLst>
                    <a:ext uri="{9D8B030D-6E8A-4147-A177-3AD203B41FA5}">
                      <a16:colId xmlns:a16="http://schemas.microsoft.com/office/drawing/2014/main" val="20004"/>
                    </a:ext>
                  </a:extLst>
                </a:gridCol>
                <a:gridCol w="611619">
                  <a:extLst>
                    <a:ext uri="{9D8B030D-6E8A-4147-A177-3AD203B41FA5}">
                      <a16:colId xmlns:a16="http://schemas.microsoft.com/office/drawing/2014/main" val="20005"/>
                    </a:ext>
                  </a:extLst>
                </a:gridCol>
                <a:gridCol w="1262069">
                  <a:extLst>
                    <a:ext uri="{9D8B030D-6E8A-4147-A177-3AD203B41FA5}">
                      <a16:colId xmlns:a16="http://schemas.microsoft.com/office/drawing/2014/main" val="20009"/>
                    </a:ext>
                  </a:extLst>
                </a:gridCol>
                <a:gridCol w="625213">
                  <a:extLst>
                    <a:ext uri="{9D8B030D-6E8A-4147-A177-3AD203B41FA5}">
                      <a16:colId xmlns:a16="http://schemas.microsoft.com/office/drawing/2014/main" val="2523461480"/>
                    </a:ext>
                  </a:extLst>
                </a:gridCol>
                <a:gridCol w="319914">
                  <a:extLst>
                    <a:ext uri="{9D8B030D-6E8A-4147-A177-3AD203B41FA5}">
                      <a16:colId xmlns:a16="http://schemas.microsoft.com/office/drawing/2014/main" val="20011"/>
                    </a:ext>
                  </a:extLst>
                </a:gridCol>
                <a:gridCol w="541721">
                  <a:extLst>
                    <a:ext uri="{9D8B030D-6E8A-4147-A177-3AD203B41FA5}">
                      <a16:colId xmlns:a16="http://schemas.microsoft.com/office/drawing/2014/main" val="20012"/>
                    </a:ext>
                  </a:extLst>
                </a:gridCol>
                <a:gridCol w="401918">
                  <a:extLst>
                    <a:ext uri="{9D8B030D-6E8A-4147-A177-3AD203B41FA5}">
                      <a16:colId xmlns:a16="http://schemas.microsoft.com/office/drawing/2014/main" val="20013"/>
                    </a:ext>
                  </a:extLst>
                </a:gridCol>
                <a:gridCol w="646567">
                  <a:extLst>
                    <a:ext uri="{9D8B030D-6E8A-4147-A177-3AD203B41FA5}">
                      <a16:colId xmlns:a16="http://schemas.microsoft.com/office/drawing/2014/main" val="20014"/>
                    </a:ext>
                  </a:extLst>
                </a:gridCol>
                <a:gridCol w="1411887">
                  <a:extLst>
                    <a:ext uri="{9D8B030D-6E8A-4147-A177-3AD203B41FA5}">
                      <a16:colId xmlns:a16="http://schemas.microsoft.com/office/drawing/2014/main" val="20018"/>
                    </a:ext>
                  </a:extLst>
                </a:gridCol>
                <a:gridCol w="772470">
                  <a:extLst>
                    <a:ext uri="{9D8B030D-6E8A-4147-A177-3AD203B41FA5}">
                      <a16:colId xmlns:a16="http://schemas.microsoft.com/office/drawing/2014/main" val="1361156796"/>
                    </a:ext>
                  </a:extLst>
                </a:gridCol>
                <a:gridCol w="276019">
                  <a:extLst>
                    <a:ext uri="{9D8B030D-6E8A-4147-A177-3AD203B41FA5}">
                      <a16:colId xmlns:a16="http://schemas.microsoft.com/office/drawing/2014/main" val="20021"/>
                    </a:ext>
                  </a:extLst>
                </a:gridCol>
                <a:gridCol w="368655">
                  <a:extLst>
                    <a:ext uri="{9D8B030D-6E8A-4147-A177-3AD203B41FA5}">
                      <a16:colId xmlns:a16="http://schemas.microsoft.com/office/drawing/2014/main" val="1036429855"/>
                    </a:ext>
                  </a:extLst>
                </a:gridCol>
                <a:gridCol w="567931">
                  <a:extLst>
                    <a:ext uri="{9D8B030D-6E8A-4147-A177-3AD203B41FA5}">
                      <a16:colId xmlns:a16="http://schemas.microsoft.com/office/drawing/2014/main" val="20022"/>
                    </a:ext>
                  </a:extLst>
                </a:gridCol>
                <a:gridCol w="375211">
                  <a:extLst>
                    <a:ext uri="{9D8B030D-6E8A-4147-A177-3AD203B41FA5}">
                      <a16:colId xmlns:a16="http://schemas.microsoft.com/office/drawing/2014/main" val="20023"/>
                    </a:ext>
                  </a:extLst>
                </a:gridCol>
                <a:gridCol w="514980">
                  <a:extLst>
                    <a:ext uri="{9D8B030D-6E8A-4147-A177-3AD203B41FA5}">
                      <a16:colId xmlns:a16="http://schemas.microsoft.com/office/drawing/2014/main" val="20024"/>
                    </a:ext>
                  </a:extLst>
                </a:gridCol>
              </a:tblGrid>
              <a:tr h="237770">
                <a:tc gridSpan="6">
                  <a:txBody>
                    <a:bodyPr/>
                    <a:lstStyle/>
                    <a:p>
                      <a:pPr marL="0" algn="l" rtl="0" eaLnBrk="1" fontAlgn="base" latinLnBrk="0" hangingPunct="1">
                        <a:spcBef>
                          <a:spcPts val="0"/>
                        </a:spcBef>
                        <a:spcAft>
                          <a:spcPts val="0"/>
                        </a:spcAft>
                      </a:pPr>
                      <a:r>
                        <a:rPr lang="en-US" sz="1200" b="1" kern="1200" dirty="0">
                          <a:effectLst/>
                          <a:latin typeface="MULISH REGULAR ROMAN" pitchFamily="2" charset="77"/>
                        </a:rPr>
                        <a:t>October​ Sitting</a:t>
                      </a:r>
                      <a:endParaRPr lang="en-US" sz="1200" b="1" dirty="0">
                        <a:solidFill>
                          <a:schemeClr val="tx1"/>
                        </a:solidFill>
                        <a:effectLst/>
                        <a:latin typeface="MULISH REGULAR ROMAN" pitchFamily="2" charset="77"/>
                      </a:endParaRPr>
                    </a:p>
                  </a:txBody>
                  <a:tcPr marL="45720" marR="0" marT="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lnL>
                      <a:noFill/>
                    </a:lnL>
                  </a:tcPr>
                </a:tc>
                <a:tc hMerge="1">
                  <a:txBody>
                    <a:bodyPr/>
                    <a:lstStyle/>
                    <a:p>
                      <a:endParaRPr lang="en-US"/>
                    </a:p>
                  </a:txBody>
                  <a:tcPr/>
                </a:tc>
                <a:tc hMerge="1">
                  <a:txBody>
                    <a:bodyPr/>
                    <a:lstStyle/>
                    <a:p>
                      <a:endParaRPr lang="en-US"/>
                    </a:p>
                  </a:txBody>
                  <a:tcPr/>
                </a:tc>
                <a:tc gridSpan="6">
                  <a:txBody>
                    <a:bodyPr/>
                    <a:lstStyle/>
                    <a:p>
                      <a:pPr marL="0" algn="l" rtl="0" eaLnBrk="1" fontAlgn="base" latinLnBrk="0" hangingPunct="1">
                        <a:spcBef>
                          <a:spcPts val="0"/>
                        </a:spcBef>
                        <a:spcAft>
                          <a:spcPts val="0"/>
                        </a:spcAft>
                      </a:pPr>
                      <a:r>
                        <a:rPr lang="en-US" sz="1200" kern="1200" dirty="0">
                          <a:effectLst/>
                          <a:latin typeface="MULISH REGULAR ROMAN" pitchFamily="2" charset="77"/>
                        </a:rPr>
                        <a:t>November​ Sitting</a:t>
                      </a:r>
                      <a:endParaRPr lang="en-US" sz="1200" dirty="0">
                        <a:solidFill>
                          <a:schemeClr val="tx1"/>
                        </a:solidFill>
                        <a:effectLst/>
                        <a:latin typeface="MULISH REGULAR ROMAN" pitchFamily="2" charset="77"/>
                      </a:endParaRPr>
                    </a:p>
                  </a:txBody>
                  <a:tcPr marL="45720" marR="0" marT="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lnL>
                      <a:noFill/>
                    </a:lnL>
                  </a:tcPr>
                </a:tc>
                <a:tc hMerge="1">
                  <a:txBody>
                    <a:bodyPr/>
                    <a:lstStyle/>
                    <a:p>
                      <a:endParaRPr lang="en-US"/>
                    </a:p>
                  </a:txBody>
                  <a:tcPr/>
                </a:tc>
                <a:tc hMerge="1">
                  <a:txBody>
                    <a:bodyPr/>
                    <a:lstStyle/>
                    <a:p>
                      <a:endParaRPr lang="en-US"/>
                    </a:p>
                  </a:txBody>
                  <a:tcPr/>
                </a:tc>
                <a:tc gridSpan="7">
                  <a:txBody>
                    <a:bodyPr/>
                    <a:lstStyle/>
                    <a:p>
                      <a:pPr marL="0" algn="l" rtl="0" eaLnBrk="1" fontAlgn="base" latinLnBrk="0" hangingPunct="1">
                        <a:spcBef>
                          <a:spcPts val="0"/>
                        </a:spcBef>
                        <a:spcAft>
                          <a:spcPts val="0"/>
                        </a:spcAft>
                      </a:pPr>
                      <a:r>
                        <a:rPr lang="en-US" sz="1200" kern="1200" dirty="0">
                          <a:effectLst/>
                          <a:latin typeface="MULISH REGULAR ROMAN" pitchFamily="2" charset="77"/>
                        </a:rPr>
                        <a:t>December Sitting​</a:t>
                      </a:r>
                      <a:endParaRPr lang="en-US" sz="1200" dirty="0">
                        <a:solidFill>
                          <a:schemeClr val="tx1"/>
                        </a:solidFill>
                        <a:effectLst/>
                        <a:latin typeface="MULISH REGULAR ROMAN" pitchFamily="2" charset="77"/>
                      </a:endParaRPr>
                    </a:p>
                  </a:txBody>
                  <a:tcPr marL="45720" marR="0" marT="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extLst>
                  <a:ext uri="{0D108BD9-81ED-4DB2-BD59-A6C34878D82A}">
                    <a16:rowId xmlns:a16="http://schemas.microsoft.com/office/drawing/2014/main" val="10000"/>
                  </a:ext>
                </a:extLst>
              </a:tr>
              <a:tr h="158514">
                <a:tc>
                  <a:txBody>
                    <a:bodyPr/>
                    <a:lstStyle/>
                    <a:p>
                      <a:pPr algn="l" fontAlgn="b"/>
                      <a:r>
                        <a:rPr lang="en-US" sz="900" b="0" i="1" u="none" strike="noStrike" dirty="0">
                          <a:solidFill>
                            <a:srgbClr val="000000"/>
                          </a:solidFill>
                          <a:effectLst/>
                          <a:latin typeface="MULISH BLACK ROMAN"/>
                        </a:rPr>
                        <a:t> Williams</a:t>
                      </a:r>
                    </a:p>
                  </a:txBody>
                  <a:tcPr marL="9525" marR="9525" marT="9525" marB="0" anchor="b">
                    <a:lnL>
                      <a:noFill/>
                    </a:lnL>
                    <a:lnR>
                      <a:noFill/>
                    </a:lnR>
                    <a:lnT w="12700" cmpd="sng">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Kavanaugh</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5-4</a:t>
                      </a:r>
                    </a:p>
                  </a:txBody>
                  <a:tcPr marL="45720" marR="0" marT="0" marB="0" anchor="ctr">
                    <a:lnL>
                      <a:noFill/>
                    </a:lnL>
                    <a:lnR>
                      <a:noFill/>
                    </a:lnR>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138d</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R</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SCAL</a:t>
                      </a:r>
                    </a:p>
                  </a:txBody>
                  <a:tcPr marL="9525" marR="9525" marT="9525"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i="1" dirty="0">
                          <a:effectLst/>
                          <a:latin typeface="MULISH REGULAR ROMAN"/>
                        </a:rPr>
                        <a:t>Wisconsin Bell</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i="0" dirty="0">
                          <a:effectLst/>
                          <a:latin typeface="MULISH REGULAR ROMAN"/>
                        </a:rPr>
                        <a:t>Kagan</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9-0</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110d</a:t>
                      </a:r>
                    </a:p>
                  </a:txBody>
                  <a:tcPr marL="45720" marR="0" marT="0" marB="0" anchor="ctr">
                    <a:lnL>
                      <a:noFill/>
                    </a:lnL>
                    <a:lnR>
                      <a:noFill/>
                    </a:lnR>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A</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CA7</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Wages &amp; White Lion</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a:effectLst/>
                          <a:latin typeface="MULISH BLACK ROMAN"/>
                        </a:rPr>
                        <a:t>Alito</a:t>
                      </a:r>
                      <a:endParaRPr lang="en-US" sz="900" i="0" dirty="0">
                        <a:effectLst/>
                        <a:latin typeface="MULISH REGULAR ROMAN"/>
                      </a:endParaRP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9-0</a:t>
                      </a:r>
                    </a:p>
                  </a:txBody>
                  <a:tcPr marL="45720" marR="0" marT="0" marB="0" anchor="ctr">
                    <a:lnL>
                      <a:noFill/>
                    </a:lnL>
                    <a:lnR>
                      <a:noFill/>
                    </a:lnR>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lnT w="12700" cmpd="sng">
                      <a:noFill/>
                    </a:lnT>
                  </a:tcPr>
                </a:tc>
                <a:tc>
                  <a:txBody>
                    <a:bodyPr/>
                    <a:lstStyle/>
                    <a:p>
                      <a:pPr marL="0" lvl="0" algn="l" rtl="0">
                        <a:spcBef>
                          <a:spcPts val="0"/>
                        </a:spcBef>
                        <a:spcAft>
                          <a:spcPts val="0"/>
                        </a:spcAft>
                        <a:buNone/>
                      </a:pPr>
                      <a:r>
                        <a:rPr lang="en-US" sz="900" dirty="0">
                          <a:effectLst/>
                          <a:latin typeface="MULISH BLACK ROMAN"/>
                        </a:rPr>
                        <a:t>122d</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V</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CA5 </a:t>
                      </a:r>
                    </a:p>
                  </a:txBody>
                  <a:tcPr marL="45720" marR="0" marT="0"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58514">
                <a:tc>
                  <a:txBody>
                    <a:bodyPr/>
                    <a:lstStyle/>
                    <a:p>
                      <a:pPr algn="l" fontAlgn="b"/>
                      <a:r>
                        <a:rPr lang="en-US" sz="900" b="0" i="1" u="none" strike="noStrike" dirty="0">
                          <a:solidFill>
                            <a:srgbClr val="000000"/>
                          </a:solidFill>
                          <a:effectLst/>
                          <a:latin typeface="MULISH BLACK ROMAN"/>
                        </a:rPr>
                        <a:t> Royal Canin</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Kagan</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101d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a:solidFill>
                            <a:srgbClr val="000000"/>
                          </a:solidFill>
                          <a:effectLst/>
                          <a:latin typeface="MULISH BLACK ROMAN"/>
                        </a:rPr>
                        <a:t>CA8</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Advocate Christ Medical</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Barrett</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7-2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176d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CADC</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Miller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BLACK ROMAN"/>
                        </a:rPr>
                        <a:t>Jackson</a:t>
                      </a:r>
                      <a:endParaRPr lang="en-US" sz="900" i="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8-1</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115d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CA10</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58514">
                <a:tc>
                  <a:txBody>
                    <a:bodyPr/>
                    <a:lstStyle/>
                    <a:p>
                      <a:pPr algn="l" fontAlgn="b"/>
                      <a:r>
                        <a:rPr lang="en-US" sz="900" b="0" i="1" u="none" strike="noStrike" dirty="0">
                          <a:solidFill>
                            <a:srgbClr val="000000"/>
                          </a:solidFill>
                          <a:effectLst/>
                          <a:latin typeface="MULISH BLACK ROMAN"/>
                        </a:rPr>
                        <a:t> Vanderstok</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Gorsuch</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7-2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170d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CA5</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E.M.D. Sales</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Kavanaugh</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72d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CA4</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Hungary</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BLACK ROMAN"/>
                        </a:rPr>
                        <a:t>Sotomayor</a:t>
                      </a:r>
                      <a:endParaRPr lang="en-US" sz="900" i="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81d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V</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CADC</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58514">
                <a:tc>
                  <a:txBody>
                    <a:bodyPr/>
                    <a:lstStyle/>
                    <a:p>
                      <a:pPr algn="l" fontAlgn="b"/>
                      <a:r>
                        <a:rPr lang="en-US" sz="900" b="0" i="1" u="none" strike="noStrike" dirty="0">
                          <a:solidFill>
                            <a:srgbClr val="000000"/>
                          </a:solidFill>
                          <a:effectLst/>
                          <a:latin typeface="MULISH BLACK ROMAN"/>
                        </a:rPr>
                        <a:t> Lackey</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Roberts</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7-2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141d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CA4</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Facebook</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PC</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PC</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17d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DIG</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CA9</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err="1">
                          <a:effectLst/>
                          <a:latin typeface="MULISH REGULAR ROMAN"/>
                        </a:rPr>
                        <a:t>Skrmetti</a:t>
                      </a:r>
                      <a:endParaRPr lang="en-US" sz="900" i="1"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Roberts</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6-3</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197d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CA6</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58514">
                <a:tc>
                  <a:txBody>
                    <a:bodyPr/>
                    <a:lstStyle/>
                    <a:p>
                      <a:pPr algn="l" fontAlgn="b"/>
                      <a:r>
                        <a:rPr lang="en-US" sz="900" b="0" i="1" u="none" strike="noStrike" dirty="0">
                          <a:solidFill>
                            <a:srgbClr val="000000"/>
                          </a:solidFill>
                          <a:effectLst/>
                          <a:latin typeface="MULISH BLACK ROMAN"/>
                        </a:rPr>
                        <a:t> Glossip</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Sotomayor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5-3</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140d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CCAOK</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Velazquez</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Gorsuch</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5-4</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162d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CA10</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kern="1200" dirty="0">
                          <a:solidFill>
                            <a:schemeClr val="tx1"/>
                          </a:solidFill>
                          <a:effectLst/>
                          <a:latin typeface="MULISH BLACK ROMAN"/>
                          <a:ea typeface="+mn-ea"/>
                          <a:cs typeface="+mn-cs"/>
                        </a:rPr>
                        <a:t>Kousisis</a:t>
                      </a:r>
                      <a:endParaRPr lang="en-US" sz="900" i="1" dirty="0">
                        <a:effectLst/>
                        <a:latin typeface="MULISH BLACK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Barrett</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164d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CA3</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58514">
                <a:tc>
                  <a:txBody>
                    <a:bodyPr/>
                    <a:lstStyle/>
                    <a:p>
                      <a:pPr algn="l" fontAlgn="b"/>
                      <a:r>
                        <a:rPr lang="en-US" sz="900" b="0" i="1" u="none" strike="noStrike" dirty="0">
                          <a:solidFill>
                            <a:srgbClr val="000000"/>
                          </a:solidFill>
                          <a:effectLst/>
                          <a:latin typeface="MULISH BLACK ROMAN"/>
                        </a:rPr>
                        <a:t> Medical Marijuana</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Barrett</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5-4</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170d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CA2</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Delligatti</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Thomas</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7-2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130d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Feliciano</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Gorsuch</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5-4</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143d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CAFED</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58514">
                <a:tc>
                  <a:txBody>
                    <a:bodyPr/>
                    <a:lstStyle/>
                    <a:p>
                      <a:pPr algn="l" fontAlgn="b"/>
                      <a:r>
                        <a:rPr lang="en-US" sz="900" b="0" i="1" u="none" strike="noStrike" dirty="0">
                          <a:solidFill>
                            <a:srgbClr val="000000"/>
                          </a:solidFill>
                          <a:effectLst/>
                          <a:latin typeface="MULISH BLACK ROMAN"/>
                        </a:rPr>
                        <a:t> Bouarfa</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Jackson</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57d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CA11</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NVIDIA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PC</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PC</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29d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a:rPr>
                        <a:t>DIG</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a:rPr>
                        <a:t>CA9</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Seven County</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Kavanaugh</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8-0</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171d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CADC</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58514">
                <a:tc>
                  <a:txBody>
                    <a:bodyPr/>
                    <a:lstStyle/>
                    <a:p>
                      <a:pPr algn="l" fontAlgn="b"/>
                      <a:r>
                        <a:rPr lang="en-US" sz="900" b="0" i="1" u="none" strike="noStrike" dirty="0">
                          <a:solidFill>
                            <a:srgbClr val="000000"/>
                          </a:solidFill>
                          <a:effectLst/>
                          <a:latin typeface="MULISH BLACK ROMAN"/>
                        </a:rPr>
                        <a:t> Bufkin</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Thomas</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7-2</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141d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A</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CAFED</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1" dirty="0">
                          <a:effectLst/>
                          <a:latin typeface="MULISH REGULAR ROMAN"/>
                        </a:rPr>
                        <a:t>Dewberry</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a:rPr>
                        <a:t>Kagan</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r>
                        <a:rPr lang="en-US" sz="900" dirty="0">
                          <a:effectLst/>
                          <a:latin typeface="MULISH BLACK ROMAN"/>
                        </a:rPr>
                        <a:t>9-0</a:t>
                      </a: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dirty="0">
                          <a:effectLst/>
                          <a:latin typeface="MULISH BLACK ROMAN"/>
                        </a:rPr>
                        <a:t>78d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V</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r>
                        <a:rPr lang="en-US" sz="900" dirty="0">
                          <a:effectLst/>
                          <a:latin typeface="MULISH BLACK ROMAN"/>
                        </a:rPr>
                        <a:t>CA4</a:t>
                      </a: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58514">
                <a:tc>
                  <a:txBody>
                    <a:bodyPr/>
                    <a:lstStyle/>
                    <a:p>
                      <a:pPr algn="l" fontAlgn="b"/>
                      <a:r>
                        <a:rPr lang="en-US" sz="900" b="0" i="1" u="none" strike="noStrike" dirty="0">
                          <a:solidFill>
                            <a:srgbClr val="000000"/>
                          </a:solidFill>
                          <a:effectLst/>
                          <a:latin typeface="MULISH BLACK ROMAN"/>
                        </a:rPr>
                        <a:t> SF v. EPA</a:t>
                      </a:r>
                    </a:p>
                  </a:txBody>
                  <a:tcPr marL="9525" marR="9525" marT="9525"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US" sz="900" b="0" i="0" u="none" strike="noStrike" dirty="0">
                          <a:solidFill>
                            <a:srgbClr val="000000"/>
                          </a:solidFill>
                          <a:effectLst/>
                          <a:latin typeface="MULISH BLACK ROMAN"/>
                        </a:rPr>
                        <a:t>Alito</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strike="noStrike" dirty="0">
                          <a:effectLst/>
                          <a:latin typeface="MULISH BLACK ROMAN"/>
                        </a:rPr>
                        <a:t>5-4</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strike="noStrike" dirty="0">
                          <a:effectLst/>
                          <a:latin typeface="MULISH BLACK ROMAN"/>
                        </a:rPr>
                        <a:t>140d</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strike="noStrike" dirty="0">
                          <a:effectLst/>
                          <a:latin typeface="MULISH BLACK ROMAN"/>
                        </a:rPr>
                        <a:t>R</a:t>
                      </a: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900" b="0" i="0" u="none" strike="noStrike" dirty="0">
                          <a:solidFill>
                            <a:srgbClr val="000000"/>
                          </a:solidFill>
                          <a:effectLst/>
                          <a:latin typeface="MULISH BLACK ROMAN"/>
                        </a:rPr>
                        <a:t>CA9</a:t>
                      </a: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strike="noStrike"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strike="noStrike"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lvl="0" algn="l" rtl="0">
                        <a:spcBef>
                          <a:spcPts val="0"/>
                        </a:spcBef>
                        <a:spcAft>
                          <a:spcPts val="0"/>
                        </a:spcAft>
                        <a:buNone/>
                      </a:pPr>
                      <a:endParaRPr lang="en-US" sz="900" dirty="0">
                        <a:effectLst/>
                        <a:latin typeface="MULISH BLACK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58514">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R>
                      <a:noFill/>
                    </a:lnR>
                    <a:lnT>
                      <a:noFill/>
                    </a:lnT>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L>
                      <a:noFill/>
                    </a:lnL>
                    <a:lnT>
                      <a:noFill/>
                    </a:lnT>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T>
                      <a:noFill/>
                    </a:lnT>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T>
                      <a:noFill/>
                    </a:lnT>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T>
                      <a:noFill/>
                    </a:lnT>
                  </a:tcPr>
                </a:tc>
                <a:tc>
                  <a:txBody>
                    <a:bodyPr/>
                    <a:lstStyle/>
                    <a:p>
                      <a:pPr marL="0" algn="l" rtl="0" eaLnBrk="1" fontAlgn="auto" latinLnBrk="0" hangingPunct="1">
                        <a:spcBef>
                          <a:spcPts val="0"/>
                        </a:spcBef>
                        <a:spcAft>
                          <a:spcPts val="0"/>
                        </a:spcAft>
                      </a:pPr>
                      <a:endParaRPr lang="en-US" sz="900" dirty="0">
                        <a:effectLst/>
                        <a:latin typeface="MULISH REGULAR ROMAN"/>
                      </a:endParaRPr>
                    </a:p>
                  </a:txBody>
                  <a:tcPr marL="45720" marR="0" marT="0" marB="0" anchor="ctr">
                    <a:lnT>
                      <a:noFill/>
                    </a:lnT>
                  </a:tcPr>
                </a:tc>
                <a:tc>
                  <a:txBody>
                    <a:bodyPr/>
                    <a:lstStyle/>
                    <a:p>
                      <a:pPr marL="0" algn="l" rtl="0" eaLnBrk="1" fontAlgn="base" latinLnBrk="0" hangingPunct="1">
                        <a:spcBef>
                          <a:spcPts val="0"/>
                        </a:spcBef>
                        <a:spcAft>
                          <a:spcPts val="0"/>
                        </a:spcAft>
                      </a:pPr>
                      <a:endParaRPr lang="en-US" sz="900" dirty="0">
                        <a:effectLst/>
                        <a:latin typeface="MULISH REGULAR ROMAN"/>
                      </a:endParaRPr>
                    </a:p>
                  </a:txBody>
                  <a:tcPr marL="45720" marR="0" marT="0" marB="0" anchor="ctr">
                    <a:lnT>
                      <a:noFill/>
                    </a:lnT>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T>
                      <a:noFill/>
                    </a:lnT>
                  </a:tcPr>
                </a:tc>
                <a:tc>
                  <a:txBody>
                    <a:bodyPr/>
                    <a:lstStyle/>
                    <a:p>
                      <a:pPr marL="0" algn="l" rtl="0" eaLnBrk="1" fontAlgn="base" latinLnBrk="0" hangingPunct="1">
                        <a:spcBef>
                          <a:spcPts val="0"/>
                        </a:spcBef>
                        <a:spcAft>
                          <a:spcPts val="0"/>
                        </a:spcAft>
                      </a:pPr>
                      <a:endParaRPr lang="en-US" sz="900" i="1" dirty="0">
                        <a:effectLst/>
                        <a:latin typeface="MULISH REGULAR ROMAN"/>
                      </a:endParaRPr>
                    </a:p>
                  </a:txBody>
                  <a:tcPr marL="45720" marR="0" marT="0" marB="0" anchor="ctr">
                    <a:lnT>
                      <a:noFill/>
                    </a:lnT>
                  </a:tcPr>
                </a:tc>
                <a:tc gridSpan="2">
                  <a:txBody>
                    <a:bodyPr/>
                    <a:lstStyle/>
                    <a:p>
                      <a:pPr marL="0" lvl="0" algn="l" rtl="0">
                        <a:spcBef>
                          <a:spcPts val="0"/>
                        </a:spcBef>
                        <a:spcAft>
                          <a:spcPts val="0"/>
                        </a:spcAft>
                        <a:buNone/>
                      </a:pPr>
                      <a:endParaRPr lang="en-US" sz="900" dirty="0">
                        <a:effectLst/>
                        <a:latin typeface="MULISH BLACK ROMAN"/>
                      </a:endParaRPr>
                    </a:p>
                  </a:txBody>
                  <a:tcPr marL="45720" marR="0" marT="0" marB="0" anchor="ctr">
                    <a:lnT>
                      <a:noFill/>
                    </a:lnT>
                  </a:tcP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T>
                      <a:noFill/>
                    </a:lnT>
                  </a:tcP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T>
                      <a:noFill/>
                    </a:lnT>
                  </a:tcPr>
                </a:tc>
                <a:tc>
                  <a:txBody>
                    <a:bodyPr/>
                    <a:lstStyle/>
                    <a:p>
                      <a:pPr marL="0" lvl="0" algn="l" rtl="0">
                        <a:spcBef>
                          <a:spcPts val="0"/>
                        </a:spcBef>
                        <a:spcAft>
                          <a:spcPts val="0"/>
                        </a:spcAft>
                        <a:buNone/>
                      </a:pPr>
                      <a:endParaRPr lang="en-US" sz="900" dirty="0">
                        <a:effectLst/>
                        <a:latin typeface="MULISH BLACK ROMAN"/>
                      </a:endParaRPr>
                    </a:p>
                  </a:txBody>
                  <a:tcPr marL="45720" marR="0" marT="0" marB="0" anchor="ctr">
                    <a:lnT>
                      <a:noFill/>
                    </a:lnT>
                  </a:tcPr>
                </a:tc>
                <a:extLst>
                  <a:ext uri="{0D108BD9-81ED-4DB2-BD59-A6C34878D82A}">
                    <a16:rowId xmlns:a16="http://schemas.microsoft.com/office/drawing/2014/main" val="10010"/>
                  </a:ext>
                </a:extLst>
              </a:tr>
              <a:tr h="237770">
                <a:tc gridSpan="6">
                  <a:txBody>
                    <a:bodyPr/>
                    <a:lstStyle/>
                    <a:p>
                      <a:pPr marL="0" algn="l" rtl="0" eaLnBrk="1" fontAlgn="base" latinLnBrk="0" hangingPunct="1">
                        <a:spcBef>
                          <a:spcPts val="0"/>
                        </a:spcBef>
                        <a:spcAft>
                          <a:spcPts val="0"/>
                        </a:spcAft>
                      </a:pPr>
                      <a:r>
                        <a:rPr lang="en-US" sz="1200" b="1" kern="1200" dirty="0">
                          <a:solidFill>
                            <a:schemeClr val="tx1"/>
                          </a:solidFill>
                          <a:effectLst/>
                          <a:latin typeface="MULISH REGULAR ROMAN" pitchFamily="2" charset="77"/>
                        </a:rPr>
                        <a:t>January​ Sitting</a:t>
                      </a:r>
                      <a:endParaRPr lang="en-US" sz="1200" b="1" kern="1200" dirty="0">
                        <a:solidFill>
                          <a:schemeClr val="tx1"/>
                        </a:solidFill>
                        <a:effectLst/>
                        <a:latin typeface="MULISH REGULAR ROMAN" pitchFamily="2" charset="77"/>
                        <a:ea typeface="+mn-ea"/>
                        <a:cs typeface="+mn-cs"/>
                      </a:endParaRPr>
                    </a:p>
                  </a:txBody>
                  <a:tcPr marL="45720" marR="0" marT="0" marB="0" anchor="ctr"/>
                </a:tc>
                <a:tc hMerge="1">
                  <a:txBody>
                    <a:bodyPr/>
                    <a:lstStyle/>
                    <a:p>
                      <a:endParaRPr lang="en-US"/>
                    </a:p>
                  </a:txBody>
                  <a:tcPr/>
                </a:tc>
                <a:tc hMerge="1">
                  <a:txBody>
                    <a:bodyPr/>
                    <a:lstStyle/>
                    <a:p>
                      <a:endParaRPr lang="en-US"/>
                    </a:p>
                  </a:txBody>
                  <a:tcPr>
                    <a:lnT>
                      <a:noFill/>
                    </a:lnT>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algn="l" rtl="0" eaLnBrk="1" fontAlgn="base" latinLnBrk="0" hangingPunct="1">
                        <a:spcBef>
                          <a:spcPts val="0"/>
                        </a:spcBef>
                        <a:spcAft>
                          <a:spcPts val="0"/>
                        </a:spcAft>
                      </a:pPr>
                      <a:r>
                        <a:rPr lang="en-US" sz="1200" b="1" kern="1200" dirty="0">
                          <a:solidFill>
                            <a:schemeClr val="tx1"/>
                          </a:solidFill>
                          <a:effectLst/>
                          <a:latin typeface="MULISH REGULAR ROMAN" pitchFamily="2" charset="77"/>
                        </a:rPr>
                        <a:t>February Sitting</a:t>
                      </a:r>
                      <a:endParaRPr lang="en-US" sz="1200" b="1" kern="1200" dirty="0">
                        <a:solidFill>
                          <a:schemeClr val="tx1"/>
                        </a:solidFill>
                        <a:effectLst/>
                        <a:latin typeface="MULISH REGULAR ROMAN" pitchFamily="2" charset="77"/>
                        <a:ea typeface="+mn-ea"/>
                        <a:cs typeface="+mn-cs"/>
                      </a:endParaRPr>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algn="l" rtl="0" eaLnBrk="1" fontAlgn="base" latinLnBrk="0" hangingPunct="1">
                        <a:spcBef>
                          <a:spcPts val="0"/>
                        </a:spcBef>
                        <a:spcAft>
                          <a:spcPts val="0"/>
                        </a:spcAft>
                      </a:pPr>
                      <a:r>
                        <a:rPr lang="en-US" sz="1200" b="1" kern="1200" dirty="0">
                          <a:solidFill>
                            <a:schemeClr val="tx1"/>
                          </a:solidFill>
                          <a:effectLst/>
                          <a:latin typeface="MULISH REGULAR ROMAN" pitchFamily="2" charset="77"/>
                        </a:rPr>
                        <a:t>March Sitting</a:t>
                      </a:r>
                      <a:endParaRPr lang="en-US" sz="1200" b="1" kern="1200" dirty="0">
                        <a:solidFill>
                          <a:schemeClr val="tx1"/>
                        </a:solidFill>
                        <a:effectLst/>
                        <a:latin typeface="MULISH REGULAR ROMAN" pitchFamily="2" charset="77"/>
                        <a:ea typeface="+mn-ea"/>
                        <a:cs typeface="+mn-cs"/>
                      </a:endParaRPr>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4"/>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Hewitt</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Jackson</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5-4</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165d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lvl="0" algn="l">
                        <a:lnSpc>
                          <a:spcPct val="100000"/>
                        </a:lnSpc>
                        <a:spcBef>
                          <a:spcPts val="0"/>
                        </a:spcBef>
                        <a:spcAft>
                          <a:spcPts val="0"/>
                        </a:spcAft>
                        <a:buNone/>
                      </a:pPr>
                      <a:r>
                        <a:rPr lang="en-US" sz="900" b="0" i="1" u="none" strike="noStrike" noProof="0" dirty="0">
                          <a:effectLst/>
                          <a:latin typeface="MULISH REGULAR ROMAN" pitchFamily="2" charset="77"/>
                        </a:rPr>
                        <a:t>Gutierrez</a:t>
                      </a:r>
                    </a:p>
                  </a:txBody>
                  <a:tcPr marL="45720" marR="0" marT="0" marB="0" anchor="ctr"/>
                </a:tc>
                <a:tc>
                  <a:txBody>
                    <a:bodyPr/>
                    <a:lstStyle/>
                    <a:p>
                      <a:pPr lvl="0" algn="l">
                        <a:lnSpc>
                          <a:spcPct val="100000"/>
                        </a:lnSpc>
                        <a:spcBef>
                          <a:spcPts val="0"/>
                        </a:spcBef>
                        <a:spcAft>
                          <a:spcPts val="0"/>
                        </a:spcAft>
                        <a:buNone/>
                      </a:pPr>
                      <a:r>
                        <a:rPr lang="en-US" sz="900" b="0" i="0" u="none" strike="noStrike" noProof="0" dirty="0">
                          <a:effectLst/>
                          <a:latin typeface="MULISH REGULAR ROMAN" pitchFamily="2" charset="77"/>
                        </a:rPr>
                        <a:t>Sotomayor</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6-3</a:t>
                      </a:r>
                    </a:p>
                  </a:txBody>
                  <a:tcPr marL="45720" marR="0" marT="0" marB="0" anchor="ctr"/>
                </a:tc>
                <a:tc>
                  <a:txBody>
                    <a:bodyPr/>
                    <a:lstStyle/>
                    <a:p>
                      <a:pPr marL="0" algn="ctr" rtl="0" eaLnBrk="1" fontAlgn="auto" latinLnBrk="0" hangingPunct="1">
                        <a:spcBef>
                          <a:spcPts val="0"/>
                        </a:spcBef>
                        <a:spcAft>
                          <a:spcPts val="0"/>
                        </a:spcAft>
                      </a:pPr>
                      <a:r>
                        <a:rPr lang="en-US" sz="900" i="0" dirty="0">
                          <a:effectLst/>
                          <a:latin typeface="MULISH REGULAR ROMAN" pitchFamily="2" charset="77"/>
                        </a:rPr>
                        <a:t>123d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Louisiana</a:t>
                      </a:r>
                    </a:p>
                  </a:txBody>
                  <a:tcPr marL="45720" marR="0" marT="0" marB="0" anchor="ctr"/>
                </a:tc>
                <a:tc gridSpan="5">
                  <a:txBody>
                    <a:bodyPr/>
                    <a:lstStyle/>
                    <a:p>
                      <a:pPr marL="0" algn="l" rtl="0" eaLnBrk="1" fontAlgn="base" latinLnBrk="0" hangingPunct="1">
                        <a:spcBef>
                          <a:spcPts val="0"/>
                        </a:spcBef>
                        <a:spcAft>
                          <a:spcPts val="0"/>
                        </a:spcAft>
                      </a:pPr>
                      <a:r>
                        <a:rPr lang="en-US" sz="900" i="1" dirty="0">
                          <a:effectLst/>
                          <a:latin typeface="MULISH REGULAR ROMAN" pitchFamily="2" charset="77"/>
                        </a:rPr>
                        <a:t>Slated for </a:t>
                      </a:r>
                      <a:r>
                        <a:rPr lang="en-US" sz="900" i="1" dirty="0" err="1">
                          <a:effectLst/>
                          <a:latin typeface="MULISH REGULAR ROMAN" pitchFamily="2" charset="77"/>
                        </a:rPr>
                        <a:t>reargument</a:t>
                      </a:r>
                      <a:endParaRPr lang="en-US" sz="900" i="1" dirty="0">
                        <a:effectLst/>
                        <a:latin typeface="MULISH REGULAR ROMAN" pitchFamily="2" charset="77"/>
                      </a:endParaRPr>
                    </a:p>
                  </a:txBody>
                  <a:tcPr marL="45720" marR="0" marT="0" marB="0" anchor="ctr"/>
                </a:tc>
                <a:tc hMerge="1">
                  <a:txBody>
                    <a:bodyPr/>
                    <a:lstStyle/>
                    <a:p>
                      <a:pPr marL="0" lvl="0" algn="l" rtl="0">
                        <a:spcBef>
                          <a:spcPts val="0"/>
                        </a:spcBef>
                        <a:spcAft>
                          <a:spcPts val="0"/>
                        </a:spcAft>
                        <a:buNone/>
                      </a:pPr>
                      <a:endParaRPr lang="en-US" sz="900" i="0" dirty="0">
                        <a:effectLst/>
                        <a:latin typeface="MULISH REGULAR ROMAN" pitchFamily="2" charset="77"/>
                      </a:endParaRP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hMerge="1">
                  <a:txBody>
                    <a:bodyPr/>
                    <a:lstStyle/>
                    <a:p>
                      <a:pPr marL="0" lvl="0" algn="l" rtl="0">
                        <a:spcBef>
                          <a:spcPts val="0"/>
                        </a:spcBef>
                        <a:spcAft>
                          <a:spcPts val="0"/>
                        </a:spcAft>
                        <a:buNone/>
                      </a:pPr>
                      <a:endParaRPr lang="en-US" sz="900" i="0" dirty="0">
                        <a:effectLst/>
                        <a:latin typeface="MULISH REGULAR ROMAN" pitchFamily="2" charset="77"/>
                      </a:endParaRPr>
                    </a:p>
                  </a:txBody>
                  <a:tcPr marL="45720" marR="0" marT="0" marB="0" anchor="ctr"/>
                </a:tc>
                <a:tc hMerge="1">
                  <a:txBody>
                    <a:bodyPr/>
                    <a:lstStyle/>
                    <a:p>
                      <a:pPr marL="0" lvl="0" algn="l" rtl="0">
                        <a:spcBef>
                          <a:spcPts val="0"/>
                        </a:spcBef>
                        <a:spcAft>
                          <a:spcPts val="0"/>
                        </a:spcAft>
                        <a:buNone/>
                      </a:pPr>
                      <a:endParaRPr lang="en-US" sz="900" i="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WDLA</a:t>
                      </a:r>
                    </a:p>
                  </a:txBody>
                  <a:tcPr marL="45720" marR="0" marT="0" marB="0" anchor="ctr"/>
                </a:tc>
                <a:extLst>
                  <a:ext uri="{0D108BD9-81ED-4DB2-BD59-A6C34878D82A}">
                    <a16:rowId xmlns:a16="http://schemas.microsoft.com/office/drawing/2014/main" val="10015"/>
                  </a:ext>
                </a:extLst>
              </a:tr>
              <a:tr h="180119">
                <a:tc>
                  <a:txBody>
                    <a:bodyPr/>
                    <a:lstStyle/>
                    <a:p>
                      <a:pPr marL="0" algn="l" rtl="0" eaLnBrk="1" fontAlgn="base" latinLnBrk="0" hangingPunct="1">
                        <a:spcBef>
                          <a:spcPts val="0"/>
                        </a:spcBef>
                        <a:spcAft>
                          <a:spcPts val="0"/>
                        </a:spcAft>
                      </a:pPr>
                      <a:r>
                        <a:rPr lang="en-US" sz="900" i="1" dirty="0">
                          <a:effectLst/>
                          <a:latin typeface="MULISH REGULAR ROMAN" pitchFamily="2" charset="77"/>
                        </a:rPr>
                        <a:t>Stanley</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Gorsuch</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8-1</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159d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CA11</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Esteras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Barrett</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7-2</a:t>
                      </a:r>
                    </a:p>
                  </a:txBody>
                  <a:tcPr marL="45720" marR="0" marT="0" marB="0" anchor="ctr"/>
                </a:tc>
                <a:tc>
                  <a:txBody>
                    <a:bodyPr/>
                    <a:lstStyle/>
                    <a:p>
                      <a:pPr marL="0" algn="ctr" rtl="0" eaLnBrk="1" fontAlgn="auto" latinLnBrk="0" hangingPunct="1">
                        <a:spcBef>
                          <a:spcPts val="0"/>
                        </a:spcBef>
                        <a:spcAft>
                          <a:spcPts val="0"/>
                        </a:spcAft>
                      </a:pPr>
                      <a:r>
                        <a:rPr lang="en-US" sz="900" i="0" dirty="0">
                          <a:effectLst/>
                          <a:latin typeface="MULISH REGULAR ROMAN" pitchFamily="2" charset="77"/>
                        </a:rPr>
                        <a:t>116d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CA6</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Riley</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Alito</a:t>
                      </a:r>
                    </a:p>
                  </a:txBody>
                  <a:tcPr marL="45720" marR="0" marT="0" marB="0" anchor="ctr"/>
                </a:tc>
                <a:tc gridSpan="2">
                  <a:txBody>
                    <a:bodyPr/>
                    <a:lstStyle/>
                    <a:p>
                      <a:pPr marL="0" lvl="0" algn="l" rtl="0">
                        <a:spcBef>
                          <a:spcPts val="0"/>
                        </a:spcBef>
                        <a:spcAft>
                          <a:spcPts val="0"/>
                        </a:spcAft>
                        <a:buNone/>
                      </a:pPr>
                      <a:r>
                        <a:rPr lang="en-US" sz="900" i="0" dirty="0">
                          <a:effectLst/>
                          <a:latin typeface="MULISH REGULAR ROMAN" pitchFamily="2" charset="77"/>
                        </a:rPr>
                        <a:t>5-4</a:t>
                      </a: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95d</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V</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CA4</a:t>
                      </a:r>
                    </a:p>
                  </a:txBody>
                  <a:tcPr marL="45720" marR="0" marT="0" marB="0" anchor="ctr"/>
                </a:tc>
                <a:extLst>
                  <a:ext uri="{0D108BD9-81ED-4DB2-BD59-A6C34878D82A}">
                    <a16:rowId xmlns:a16="http://schemas.microsoft.com/office/drawing/2014/main" val="10016"/>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Thompson</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Roberts</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67d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CA7</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Perttu</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Roberts</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5-4</a:t>
                      </a:r>
                    </a:p>
                  </a:txBody>
                  <a:tcPr marL="45720" marR="0" marT="0" marB="0" anchor="ctr"/>
                </a:tc>
                <a:tc>
                  <a:txBody>
                    <a:bodyPr/>
                    <a:lstStyle/>
                    <a:p>
                      <a:pPr marL="0" algn="ctr" rtl="0" eaLnBrk="1" fontAlgn="auto" latinLnBrk="0" hangingPunct="1">
                        <a:spcBef>
                          <a:spcPts val="0"/>
                        </a:spcBef>
                        <a:spcAft>
                          <a:spcPts val="0"/>
                        </a:spcAft>
                      </a:pPr>
                      <a:r>
                        <a:rPr lang="en-US" sz="900" i="0" dirty="0">
                          <a:effectLst/>
                          <a:latin typeface="MULISH REGULAR ROMAN" pitchFamily="2" charset="77"/>
                        </a:rPr>
                        <a:t>114d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CA6</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Calumet</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Thomas</a:t>
                      </a:r>
                    </a:p>
                  </a:txBody>
                  <a:tcPr marL="45720" marR="0" marT="0" marB="0" anchor="ctr"/>
                </a:tc>
                <a:tc gridSpan="2">
                  <a:txBody>
                    <a:bodyPr/>
                    <a:lstStyle/>
                    <a:p>
                      <a:pPr marL="0" lvl="0" algn="l" rtl="0">
                        <a:spcBef>
                          <a:spcPts val="0"/>
                        </a:spcBef>
                        <a:spcAft>
                          <a:spcPts val="0"/>
                        </a:spcAft>
                        <a:buNone/>
                      </a:pPr>
                      <a:r>
                        <a:rPr lang="en-US" sz="900" i="0" dirty="0">
                          <a:effectLst/>
                          <a:latin typeface="MULISH REGULAR ROMAN" pitchFamily="2" charset="77"/>
                        </a:rPr>
                        <a:t>7-2</a:t>
                      </a: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86d</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V</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CA5</a:t>
                      </a:r>
                    </a:p>
                  </a:txBody>
                  <a:tcPr marL="45720" marR="0" marT="0" marB="0" anchor="ctr"/>
                </a:tc>
                <a:extLst>
                  <a:ext uri="{0D108BD9-81ED-4DB2-BD59-A6C34878D82A}">
                    <a16:rowId xmlns:a16="http://schemas.microsoft.com/office/drawing/2014/main" val="10017"/>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Waetzig</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Alito</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44d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CA10</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Ames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Jackson</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algn="ctr" fontAlgn="b"/>
                      <a:r>
                        <a:rPr lang="en-US" sz="900" b="0" i="0" u="none" strike="noStrike" dirty="0">
                          <a:solidFill>
                            <a:srgbClr val="000000"/>
                          </a:solidFill>
                          <a:effectLst/>
                          <a:latin typeface="MULISH BLACK ROMAN"/>
                        </a:rPr>
                        <a:t>100d</a:t>
                      </a:r>
                    </a:p>
                  </a:txBody>
                  <a:tcPr marL="9525" marR="9525" marT="9525"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CA6</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Oklahoma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Thomas</a:t>
                      </a:r>
                    </a:p>
                  </a:txBody>
                  <a:tcPr marL="45720" marR="0" marT="0" marB="0" anchor="ctr"/>
                </a:tc>
                <a:tc gridSpan="2">
                  <a:txBody>
                    <a:bodyPr/>
                    <a:lstStyle/>
                    <a:p>
                      <a:pPr marL="0" lvl="0" algn="l" rtl="0">
                        <a:spcBef>
                          <a:spcPts val="0"/>
                        </a:spcBef>
                        <a:spcAft>
                          <a:spcPts val="0"/>
                        </a:spcAft>
                        <a:buNone/>
                      </a:pPr>
                      <a:r>
                        <a:rPr lang="en-US" sz="900" i="0" dirty="0">
                          <a:effectLst/>
                          <a:latin typeface="MULISH REGULAR ROMAN" pitchFamily="2" charset="77"/>
                        </a:rPr>
                        <a:t>8-0</a:t>
                      </a: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86d</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R</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CA10</a:t>
                      </a:r>
                    </a:p>
                  </a:txBody>
                  <a:tcPr marL="45720" marR="0" marT="0" marB="0" anchor="ctr"/>
                </a:tc>
                <a:extLst>
                  <a:ext uri="{0D108BD9-81ED-4DB2-BD59-A6C34878D82A}">
                    <a16:rowId xmlns:a16="http://schemas.microsoft.com/office/drawing/2014/main" val="10018"/>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Free Speech</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Thomas</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6-3</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164d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CC/Devas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Alito</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algn="ctr" fontAlgn="b"/>
                      <a:r>
                        <a:rPr lang="en-US" sz="900" b="0" i="0" u="none" strike="noStrike" dirty="0">
                          <a:solidFill>
                            <a:srgbClr val="000000"/>
                          </a:solidFill>
                          <a:effectLst/>
                          <a:latin typeface="MULISH BLACK ROMAN"/>
                        </a:rPr>
                        <a:t>95d</a:t>
                      </a:r>
                    </a:p>
                  </a:txBody>
                  <a:tcPr marL="9525" marR="9525" marT="9525"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CA9</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Consumers’ Research</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Kagan</a:t>
                      </a:r>
                    </a:p>
                  </a:txBody>
                  <a:tcPr marL="45720" marR="0" marT="0" marB="0" anchor="ctr"/>
                </a:tc>
                <a:tc gridSpan="2">
                  <a:txBody>
                    <a:bodyPr/>
                    <a:lstStyle/>
                    <a:p>
                      <a:pPr marL="0" lvl="0" algn="l" rtl="0">
                        <a:spcBef>
                          <a:spcPts val="0"/>
                        </a:spcBef>
                        <a:spcAft>
                          <a:spcPts val="0"/>
                        </a:spcAft>
                        <a:buNone/>
                      </a:pPr>
                      <a:r>
                        <a:rPr lang="en-US" sz="900" i="0" dirty="0">
                          <a:effectLst/>
                          <a:latin typeface="MULISH REGULAR ROMAN" pitchFamily="2" charset="77"/>
                        </a:rPr>
                        <a:t>6-3</a:t>
                      </a: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94d</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R</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CA5</a:t>
                      </a:r>
                    </a:p>
                  </a:txBody>
                  <a:tcPr marL="45720" marR="0" marT="0" marB="0" anchor="ctr"/>
                </a:tc>
                <a:extLst>
                  <a:ext uri="{0D108BD9-81ED-4DB2-BD59-A6C34878D82A}">
                    <a16:rowId xmlns:a16="http://schemas.microsoft.com/office/drawing/2014/main" val="10019"/>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R.J. Reynolds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Barrett</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7-2</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151d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BLOM Bank</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Thomas</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algn="ctr" fontAlgn="b"/>
                      <a:r>
                        <a:rPr lang="en-US" sz="900" b="0" i="0" u="none" strike="noStrike" dirty="0">
                          <a:solidFill>
                            <a:srgbClr val="000000"/>
                          </a:solidFill>
                          <a:effectLst/>
                          <a:latin typeface="MULISH BLACK ROMAN"/>
                        </a:rPr>
                        <a:t>95d</a:t>
                      </a:r>
                    </a:p>
                  </a:txBody>
                  <a:tcPr marL="9525" marR="9525" marT="9525"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CA2</a:t>
                      </a:r>
                    </a:p>
                  </a:txBody>
                  <a:tcPr marL="45720" marR="0" marT="0" marB="0" anchor="ctr"/>
                </a:tc>
                <a:tc>
                  <a:txBody>
                    <a:bodyPr/>
                    <a:lstStyle/>
                    <a:p>
                      <a:pPr marL="0" algn="l" rtl="0" eaLnBrk="1" fontAlgn="base" latinLnBrk="0" hangingPunct="1">
                        <a:spcBef>
                          <a:spcPts val="0"/>
                        </a:spcBef>
                        <a:spcAft>
                          <a:spcPts val="0"/>
                        </a:spcAft>
                      </a:pPr>
                      <a:r>
                        <a:rPr lang="en-US" sz="900" i="1" dirty="0">
                          <a:effectLst/>
                          <a:latin typeface="MULISH REGULAR ROMAN" pitchFamily="2" charset="77"/>
                        </a:rPr>
                        <a:t>Catholic Charities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Sotomayor</a:t>
                      </a:r>
                    </a:p>
                  </a:txBody>
                  <a:tcPr marL="45720" marR="0" marT="0" marB="0" anchor="ctr"/>
                </a:tc>
                <a:tc gridSpan="2">
                  <a:txBody>
                    <a:bodyPr/>
                    <a:lstStyle/>
                    <a:p>
                      <a:pPr marL="0" lvl="0" algn="l" rtl="0">
                        <a:spcBef>
                          <a:spcPts val="0"/>
                        </a:spcBef>
                        <a:spcAft>
                          <a:spcPts val="0"/>
                        </a:spcAft>
                        <a:buNone/>
                      </a:pPr>
                      <a:r>
                        <a:rPr lang="en-US" sz="900" i="0" dirty="0">
                          <a:effectLst/>
                          <a:latin typeface="MULISH REGULAR ROMAN" pitchFamily="2" charset="77"/>
                        </a:rPr>
                        <a:t>9-0</a:t>
                      </a:r>
                    </a:p>
                  </a:txBody>
                  <a:tcPr marL="45720" marR="0" marT="0" marB="0" anchor="ctr"/>
                </a:tc>
                <a:tc hMerge="1">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67d</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R</a:t>
                      </a:r>
                    </a:p>
                  </a:txBody>
                  <a:tcPr marL="45720" marR="0" marT="0" marB="0" anchor="ctr"/>
                </a:tc>
                <a:tc>
                  <a:txBody>
                    <a:bodyPr/>
                    <a:lstStyle/>
                    <a:p>
                      <a:pPr marL="0" lvl="0" algn="l" rtl="0">
                        <a:spcBef>
                          <a:spcPts val="0"/>
                        </a:spcBef>
                        <a:spcAft>
                          <a:spcPts val="0"/>
                        </a:spcAft>
                        <a:buNone/>
                      </a:pPr>
                      <a:r>
                        <a:rPr lang="en-US" sz="900" i="0" dirty="0">
                          <a:effectLst/>
                          <a:latin typeface="MULISH REGULAR ROMAN" pitchFamily="2" charset="77"/>
                        </a:rPr>
                        <a:t>SCWI</a:t>
                      </a:r>
                    </a:p>
                  </a:txBody>
                  <a:tcPr marL="45720" marR="0" marT="0" marB="0" anchor="ctr"/>
                </a:tc>
                <a:extLst>
                  <a:ext uri="{0D108BD9-81ED-4DB2-BD59-A6C34878D82A}">
                    <a16:rowId xmlns:a16="http://schemas.microsoft.com/office/drawing/2014/main" val="10020"/>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McLaughlin</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Kavanaugh</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6-3</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151d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CA9</a:t>
                      </a:r>
                    </a:p>
                  </a:txBody>
                  <a:tcPr marL="45720" marR="0" marT="0" marB="0" anchor="ctr"/>
                </a:tc>
                <a:tc>
                  <a:txBody>
                    <a:bodyPr/>
                    <a:lstStyle/>
                    <a:p>
                      <a:pPr marL="0" algn="l" rtl="0" eaLnBrk="1" fontAlgn="auto" latinLnBrk="0" hangingPunct="1">
                        <a:spcBef>
                          <a:spcPts val="0"/>
                        </a:spcBef>
                        <a:spcAft>
                          <a:spcPts val="0"/>
                        </a:spcAft>
                      </a:pPr>
                      <a:r>
                        <a:rPr lang="en-US" sz="900" i="1" dirty="0">
                          <a:effectLst/>
                          <a:latin typeface="MULISH REGULAR ROMAN" pitchFamily="2" charset="77"/>
                        </a:rPr>
                        <a:t>Smith &amp; Wesson</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Kagan</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algn="ctr" fontAlgn="b"/>
                      <a:r>
                        <a:rPr lang="en-US" sz="900" b="0" i="0" u="none" strike="noStrike" dirty="0">
                          <a:solidFill>
                            <a:srgbClr val="000000"/>
                          </a:solidFill>
                          <a:effectLst/>
                          <a:latin typeface="MULISH BLACK ROMAN"/>
                        </a:rPr>
                        <a:t>94d</a:t>
                      </a:r>
                    </a:p>
                  </a:txBody>
                  <a:tcPr marL="9525" marR="9525" marT="9525"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CA1</a:t>
                      </a:r>
                    </a:p>
                  </a:txBody>
                  <a:tcPr marL="45720" marR="0" marT="0" marB="0" anchor="ctr"/>
                </a:tc>
                <a:tc>
                  <a:txBody>
                    <a:bodyPr/>
                    <a:lstStyle/>
                    <a:p>
                      <a:pPr marL="0" algn="l" rtl="0" eaLnBrk="1" fontAlgn="auto" latinLnBrk="0" hangingPunct="1">
                        <a:spcBef>
                          <a:spcPts val="0"/>
                        </a:spcBef>
                        <a:spcAft>
                          <a:spcPts val="0"/>
                        </a:spcAft>
                      </a:pPr>
                      <a:r>
                        <a:rPr lang="en-US" sz="900" i="1" strike="noStrike" dirty="0">
                          <a:effectLst/>
                          <a:latin typeface="MULISH REGULAR ROMAN" pitchFamily="2" charset="77"/>
                        </a:rPr>
                        <a:t>Rivers</a:t>
                      </a:r>
                    </a:p>
                  </a:txBody>
                  <a:tcPr marL="45720" marR="0" marT="0" marB="0" anchor="ctr"/>
                </a:tc>
                <a:tc>
                  <a:txBody>
                    <a:bodyPr/>
                    <a:lstStyle/>
                    <a:p>
                      <a:pPr marL="0" algn="l" rtl="0" eaLnBrk="1" fontAlgn="auto" latinLnBrk="0" hangingPunct="1">
                        <a:spcBef>
                          <a:spcPts val="0"/>
                        </a:spcBef>
                        <a:spcAft>
                          <a:spcPts val="0"/>
                        </a:spcAft>
                      </a:pPr>
                      <a:r>
                        <a:rPr lang="en-US" sz="900" i="0" strike="noStrike" dirty="0">
                          <a:effectLst/>
                          <a:latin typeface="MULISH REGULAR ROMAN" pitchFamily="2" charset="77"/>
                        </a:rPr>
                        <a:t>Jackson</a:t>
                      </a:r>
                    </a:p>
                  </a:txBody>
                  <a:tcPr marL="45720" marR="0" marT="0" marB="0" anchor="ctr"/>
                </a:tc>
                <a:tc gridSpan="2">
                  <a:txBody>
                    <a:bodyPr/>
                    <a:lstStyle/>
                    <a:p>
                      <a:pPr marL="0" lvl="0" algn="l" rtl="0">
                        <a:spcBef>
                          <a:spcPts val="0"/>
                        </a:spcBef>
                        <a:spcAft>
                          <a:spcPts val="0"/>
                        </a:spcAft>
                        <a:buNone/>
                      </a:pPr>
                      <a:r>
                        <a:rPr lang="en-US" sz="900" i="0" strike="noStrike" dirty="0">
                          <a:effectLst/>
                          <a:latin typeface="MULISH REGULAR ROMAN" pitchFamily="2" charset="77"/>
                        </a:rPr>
                        <a:t>9-0</a:t>
                      </a:r>
                    </a:p>
                  </a:txBody>
                  <a:tcPr marL="45720" marR="0" marT="0" marB="0" anchor="ctr"/>
                </a:tc>
                <a:tc hMerge="1">
                  <a:txBody>
                    <a:bodyPr/>
                    <a:lstStyle/>
                    <a:p>
                      <a:pPr marL="0" lvl="0" algn="l" rtl="0">
                        <a:spcBef>
                          <a:spcPts val="0"/>
                        </a:spcBef>
                        <a:spcAft>
                          <a:spcPts val="0"/>
                        </a:spcAft>
                        <a:buNone/>
                      </a:pPr>
                      <a:endParaRPr lang="en-US" sz="900" strike="sngStrike"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74d</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A</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CA5</a:t>
                      </a:r>
                    </a:p>
                  </a:txBody>
                  <a:tcPr marL="45720" marR="0" marT="0" marB="0" anchor="ctr"/>
                </a:tc>
                <a:extLst>
                  <a:ext uri="{0D108BD9-81ED-4DB2-BD59-A6C34878D82A}">
                    <a16:rowId xmlns:a16="http://schemas.microsoft.com/office/drawing/2014/main" val="3298440266"/>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Barnes</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Kagan</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114d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marL="0" algn="l" rtl="0" eaLnBrk="1" fontAlgn="auto" latinLnBrk="0" hangingPunct="1">
                        <a:spcBef>
                          <a:spcPts val="0"/>
                        </a:spcBef>
                        <a:spcAft>
                          <a:spcPts val="0"/>
                        </a:spcAft>
                      </a:pPr>
                      <a:r>
                        <a:rPr lang="en-US" sz="900" i="1" dirty="0">
                          <a:effectLst/>
                          <a:latin typeface="MULISH REGULAR ROMAN" pitchFamily="2" charset="77"/>
                        </a:rPr>
                        <a:t>NRC</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Kavanaugh</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6-3</a:t>
                      </a:r>
                    </a:p>
                  </a:txBody>
                  <a:tcPr marL="45720" marR="0" marT="0" marB="0" anchor="ctr"/>
                </a:tc>
                <a:tc>
                  <a:txBody>
                    <a:bodyPr/>
                    <a:lstStyle/>
                    <a:p>
                      <a:pPr marL="0" algn="ctr" rtl="0" eaLnBrk="1" fontAlgn="auto" latinLnBrk="0" hangingPunct="1">
                        <a:spcBef>
                          <a:spcPts val="0"/>
                        </a:spcBef>
                        <a:spcAft>
                          <a:spcPts val="0"/>
                        </a:spcAft>
                      </a:pPr>
                      <a:r>
                        <a:rPr lang="en-US" sz="900" i="0" dirty="0">
                          <a:effectLst/>
                          <a:latin typeface="MULISH REGULAR ROMAN" pitchFamily="2" charset="77"/>
                        </a:rPr>
                        <a:t>94d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CA5</a:t>
                      </a:r>
                    </a:p>
                  </a:txBody>
                  <a:tcPr marL="45720" marR="0" marT="0" marB="0" anchor="ctr"/>
                </a:tc>
                <a:tc>
                  <a:txBody>
                    <a:bodyPr/>
                    <a:lstStyle/>
                    <a:p>
                      <a:pPr marL="0" algn="l" rtl="0" eaLnBrk="1" fontAlgn="auto" latinLnBrk="0" hangingPunct="1">
                        <a:spcBef>
                          <a:spcPts val="0"/>
                        </a:spcBef>
                        <a:spcAft>
                          <a:spcPts val="0"/>
                        </a:spcAft>
                      </a:pPr>
                      <a:r>
                        <a:rPr lang="en-US" sz="900" i="1" strike="noStrike" dirty="0">
                          <a:effectLst/>
                          <a:latin typeface="MULISH REGULAR ROMAN" pitchFamily="2" charset="77"/>
                        </a:rPr>
                        <a:t>Fuld</a:t>
                      </a:r>
                    </a:p>
                  </a:txBody>
                  <a:tcPr marL="45720" marR="0" marT="0" marB="0" anchor="ctr"/>
                </a:tc>
                <a:tc>
                  <a:txBody>
                    <a:bodyPr/>
                    <a:lstStyle/>
                    <a:p>
                      <a:pPr marL="0" algn="l" rtl="0" eaLnBrk="1" fontAlgn="auto" latinLnBrk="0" hangingPunct="1">
                        <a:spcBef>
                          <a:spcPts val="0"/>
                        </a:spcBef>
                        <a:spcAft>
                          <a:spcPts val="0"/>
                        </a:spcAft>
                      </a:pPr>
                      <a:r>
                        <a:rPr lang="en-US" sz="900" i="0" strike="noStrike" dirty="0">
                          <a:effectLst/>
                          <a:latin typeface="MULISH REGULAR ROMAN" pitchFamily="2" charset="77"/>
                        </a:rPr>
                        <a:t>Roberts</a:t>
                      </a:r>
                    </a:p>
                  </a:txBody>
                  <a:tcPr marL="45720" marR="0" marT="0" marB="0" anchor="ctr"/>
                </a:tc>
                <a:tc gridSpan="2">
                  <a:txBody>
                    <a:bodyPr/>
                    <a:lstStyle/>
                    <a:p>
                      <a:pPr marL="0" lvl="0" algn="l" rtl="0">
                        <a:spcBef>
                          <a:spcPts val="0"/>
                        </a:spcBef>
                        <a:spcAft>
                          <a:spcPts val="0"/>
                        </a:spcAft>
                        <a:buNone/>
                      </a:pPr>
                      <a:r>
                        <a:rPr lang="en-US" sz="900" i="0" strike="noStrike" dirty="0">
                          <a:effectLst/>
                          <a:latin typeface="MULISH REGULAR ROMAN" pitchFamily="2" charset="77"/>
                        </a:rPr>
                        <a:t>9-0</a:t>
                      </a:r>
                    </a:p>
                  </a:txBody>
                  <a:tcPr marL="45720" marR="0" marT="0" marB="0" anchor="ctr"/>
                </a:tc>
                <a:tc hMerge="1">
                  <a:txBody>
                    <a:bodyPr/>
                    <a:lstStyle/>
                    <a:p>
                      <a:endParaRPr lang="en-US"/>
                    </a:p>
                  </a:txBody>
                  <a:tcPr/>
                </a:tc>
                <a:tc>
                  <a:txBody>
                    <a:bodyPr/>
                    <a:lstStyle/>
                    <a:p>
                      <a:pPr marL="0" lvl="0" algn="l" rtl="0">
                        <a:spcBef>
                          <a:spcPts val="0"/>
                        </a:spcBef>
                        <a:spcAft>
                          <a:spcPts val="0"/>
                        </a:spcAft>
                        <a:buNone/>
                      </a:pPr>
                      <a:r>
                        <a:rPr lang="en-US" sz="900" i="0" strike="noStrike" dirty="0">
                          <a:effectLst/>
                          <a:latin typeface="MULISH REGULAR ROMAN" pitchFamily="2" charset="77"/>
                        </a:rPr>
                        <a:t>81d</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R</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CA2</a:t>
                      </a:r>
                    </a:p>
                  </a:txBody>
                  <a:tcPr marL="45720" marR="0" marT="0" marB="0" anchor="ctr"/>
                </a:tc>
                <a:extLst>
                  <a:ext uri="{0D108BD9-81ED-4DB2-BD59-A6C34878D82A}">
                    <a16:rowId xmlns:a16="http://schemas.microsoft.com/office/drawing/2014/main" val="1759733757"/>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Cunningham</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Sotomayor</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86d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CA2</a:t>
                      </a: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r>
                        <a:rPr lang="en-US" sz="900" i="1" strike="noStrike" dirty="0">
                          <a:effectLst/>
                          <a:latin typeface="MULISH REGULAR ROMAN" pitchFamily="2" charset="77"/>
                        </a:rPr>
                        <a:t>Medina</a:t>
                      </a:r>
                    </a:p>
                  </a:txBody>
                  <a:tcPr marL="45720" marR="0" marT="0" marB="0" anchor="ctr"/>
                </a:tc>
                <a:tc>
                  <a:txBody>
                    <a:bodyPr/>
                    <a:lstStyle/>
                    <a:p>
                      <a:pPr marL="0" algn="l" rtl="0" eaLnBrk="1" fontAlgn="auto" latinLnBrk="0" hangingPunct="1">
                        <a:spcBef>
                          <a:spcPts val="0"/>
                        </a:spcBef>
                        <a:spcAft>
                          <a:spcPts val="0"/>
                        </a:spcAft>
                      </a:pPr>
                      <a:r>
                        <a:rPr lang="en-US" sz="900" i="0" strike="noStrike" dirty="0">
                          <a:effectLst/>
                          <a:latin typeface="MULISH REGULAR ROMAN" pitchFamily="2" charset="77"/>
                        </a:rPr>
                        <a:t>Gorsuch</a:t>
                      </a:r>
                    </a:p>
                  </a:txBody>
                  <a:tcPr marL="45720" marR="0" marT="0" marB="0" anchor="ctr"/>
                </a:tc>
                <a:tc gridSpan="2">
                  <a:txBody>
                    <a:bodyPr/>
                    <a:lstStyle/>
                    <a:p>
                      <a:pPr marL="0" lvl="0" algn="l" rtl="0">
                        <a:spcBef>
                          <a:spcPts val="0"/>
                        </a:spcBef>
                        <a:spcAft>
                          <a:spcPts val="0"/>
                        </a:spcAft>
                        <a:buNone/>
                      </a:pPr>
                      <a:r>
                        <a:rPr lang="en-US" sz="900" i="0" strike="noStrike" dirty="0">
                          <a:effectLst/>
                          <a:latin typeface="MULISH REGULAR ROMAN" pitchFamily="2" charset="77"/>
                        </a:rPr>
                        <a:t>6-3</a:t>
                      </a:r>
                    </a:p>
                  </a:txBody>
                  <a:tcPr marL="45720" marR="0" marT="0" marB="0" anchor="ctr"/>
                </a:tc>
                <a:tc hMerge="1">
                  <a:txBody>
                    <a:bodyPr/>
                    <a:lstStyle/>
                    <a:p>
                      <a:endParaRPr lang="en-US"/>
                    </a:p>
                  </a:txBody>
                  <a:tcPr/>
                </a:tc>
                <a:tc>
                  <a:txBody>
                    <a:bodyPr/>
                    <a:lstStyle/>
                    <a:p>
                      <a:pPr marL="0" lvl="0" algn="l" rtl="0">
                        <a:spcBef>
                          <a:spcPts val="0"/>
                        </a:spcBef>
                        <a:spcAft>
                          <a:spcPts val="0"/>
                        </a:spcAft>
                        <a:buNone/>
                      </a:pPr>
                      <a:r>
                        <a:rPr lang="en-US" sz="900" i="0" strike="noStrike" dirty="0">
                          <a:effectLst/>
                          <a:latin typeface="MULISH REGULAR ROMAN" pitchFamily="2" charset="77"/>
                        </a:rPr>
                        <a:t>86d</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R</a:t>
                      </a:r>
                    </a:p>
                  </a:txBody>
                  <a:tcPr marL="45720" marR="0" marT="0" marB="0" anchor="ctr"/>
                </a:tc>
                <a:tc>
                  <a:txBody>
                    <a:bodyPr/>
                    <a:lstStyle/>
                    <a:p>
                      <a:pPr marL="0" lvl="0" algn="l" rtl="0">
                        <a:spcBef>
                          <a:spcPts val="0"/>
                        </a:spcBef>
                        <a:spcAft>
                          <a:spcPts val="0"/>
                        </a:spcAft>
                        <a:buNone/>
                      </a:pPr>
                      <a:r>
                        <a:rPr lang="en-US" sz="900" i="0" strike="noStrike" dirty="0">
                          <a:effectLst/>
                          <a:latin typeface="MULISH REGULAR ROMAN" pitchFamily="2" charset="77"/>
                        </a:rPr>
                        <a:t>CA4</a:t>
                      </a:r>
                    </a:p>
                  </a:txBody>
                  <a:tcPr marL="45720" marR="0" marT="0" marB="0" anchor="ctr"/>
                </a:tc>
                <a:extLst>
                  <a:ext uri="{0D108BD9-81ED-4DB2-BD59-A6C34878D82A}">
                    <a16:rowId xmlns:a16="http://schemas.microsoft.com/office/drawing/2014/main" val="780180043"/>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TikTok</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PC</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PC</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8d</a:t>
                      </a:r>
                    </a:p>
                  </a:txBody>
                  <a:tcPr marL="45720" marR="0" marT="0" marB="0" anchor="ct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CADC</a:t>
                      </a: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1" strike="noStrike"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strike="noStrike" dirty="0">
                        <a:effectLst/>
                        <a:latin typeface="MULISH REGULAR ROMAN" pitchFamily="2" charset="77"/>
                      </a:endParaRPr>
                    </a:p>
                  </a:txBody>
                  <a:tcPr marL="45720" marR="0" marT="0" marB="0" anchor="ctr"/>
                </a:tc>
                <a:tc gridSpan="2">
                  <a:txBody>
                    <a:bodyPr/>
                    <a:lstStyle/>
                    <a:p>
                      <a:pPr marL="0" lvl="0" algn="l" rtl="0">
                        <a:spcBef>
                          <a:spcPts val="0"/>
                        </a:spcBef>
                        <a:spcAft>
                          <a:spcPts val="0"/>
                        </a:spcAft>
                        <a:buNone/>
                      </a:pPr>
                      <a:endParaRPr lang="en-US" sz="900" i="0" strike="noStrike" dirty="0">
                        <a:effectLst/>
                        <a:latin typeface="MULISH REGULAR ROMAN" pitchFamily="2" charset="77"/>
                      </a:endParaRPr>
                    </a:p>
                  </a:txBody>
                  <a:tcPr marL="45720" marR="0" marT="0" marB="0" anchor="ctr"/>
                </a:tc>
                <a:tc hMerge="1">
                  <a:txBody>
                    <a:bodyPr/>
                    <a:lstStyle/>
                    <a:p>
                      <a:endParaRPr lang="en-US"/>
                    </a:p>
                  </a:txBody>
                  <a:tcPr/>
                </a:tc>
                <a:tc>
                  <a:txBody>
                    <a:bodyPr/>
                    <a:lstStyle/>
                    <a:p>
                      <a:pPr marL="0" lvl="0" algn="l" rtl="0">
                        <a:spcBef>
                          <a:spcPts val="0"/>
                        </a:spcBef>
                        <a:spcAft>
                          <a:spcPts val="0"/>
                        </a:spcAft>
                        <a:buNone/>
                      </a:pPr>
                      <a:endParaRPr lang="en-US" sz="900" i="0" strike="noStrike"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i="0" strike="noStrike"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i="0" strike="noStrike" dirty="0">
                        <a:effectLst/>
                        <a:latin typeface="MULISH REGULAR ROMAN" pitchFamily="2" charset="77"/>
                      </a:endParaRPr>
                    </a:p>
                  </a:txBody>
                  <a:tcPr marL="45720" marR="0" marT="0" marB="0" anchor="ctr"/>
                </a:tc>
                <a:extLst>
                  <a:ext uri="{0D108BD9-81ED-4DB2-BD59-A6C34878D82A}">
                    <a16:rowId xmlns:a16="http://schemas.microsoft.com/office/drawing/2014/main" val="901939924"/>
                  </a:ext>
                </a:extLst>
              </a:tr>
              <a:tr h="158514">
                <a:tc>
                  <a:txBody>
                    <a:bodyPr/>
                    <a:lstStyle/>
                    <a:p>
                      <a:pPr marL="0" algn="l" rtl="0" eaLnBrk="1" fontAlgn="base"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base"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base"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1" strike="sngStrike"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0" strike="sngStrike" dirty="0">
                        <a:effectLst/>
                        <a:latin typeface="MULISH REGULAR ROMAN" pitchFamily="2" charset="77"/>
                      </a:endParaRPr>
                    </a:p>
                  </a:txBody>
                  <a:tcPr marL="45720" marR="0" marT="0" marB="0" anchor="ctr"/>
                </a:tc>
                <a:tc gridSpan="2">
                  <a:txBody>
                    <a:bodyPr/>
                    <a:lstStyle/>
                    <a:p>
                      <a:pPr marL="0" lvl="0" algn="l" rtl="0">
                        <a:spcBef>
                          <a:spcPts val="0"/>
                        </a:spcBef>
                        <a:spcAft>
                          <a:spcPts val="0"/>
                        </a:spcAft>
                        <a:buNone/>
                      </a:pPr>
                      <a:endParaRPr lang="en-US" sz="900" i="0" strike="sngStrike" dirty="0">
                        <a:effectLst/>
                        <a:latin typeface="MULISH REGULAR ROMAN" pitchFamily="2" charset="77"/>
                      </a:endParaRPr>
                    </a:p>
                  </a:txBody>
                  <a:tcPr marL="45720" marR="0" marT="0" marB="0" anchor="ctr"/>
                </a:tc>
                <a:tc hMerge="1">
                  <a:txBody>
                    <a:bodyPr/>
                    <a:lstStyle/>
                    <a:p>
                      <a:endParaRPr lang="en-US"/>
                    </a:p>
                  </a:txBody>
                  <a:tcPr/>
                </a:tc>
                <a:tc>
                  <a:txBody>
                    <a:bodyPr/>
                    <a:lstStyle/>
                    <a:p>
                      <a:pPr marL="0" lvl="0" algn="l" rtl="0">
                        <a:spcBef>
                          <a:spcPts val="0"/>
                        </a:spcBef>
                        <a:spcAft>
                          <a:spcPts val="0"/>
                        </a:spcAft>
                        <a:buNone/>
                      </a:pPr>
                      <a:endParaRPr lang="en-US" sz="900" i="0" strike="sngStrike"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i="0" strike="sngStrike" dirty="0">
                        <a:effectLst/>
                        <a:latin typeface="MULISH REGULAR ROMAN" pitchFamily="2" charset="77"/>
                      </a:endParaRPr>
                    </a:p>
                  </a:txBody>
                  <a:tcPr marL="45720" marR="0" marT="0" marB="0" anchor="ctr"/>
                </a:tc>
                <a:tc>
                  <a:txBody>
                    <a:bodyPr/>
                    <a:lstStyle/>
                    <a:p>
                      <a:pPr marL="0" lvl="0" algn="l" rtl="0">
                        <a:spcBef>
                          <a:spcPts val="0"/>
                        </a:spcBef>
                        <a:spcAft>
                          <a:spcPts val="0"/>
                        </a:spcAft>
                        <a:buNone/>
                      </a:pPr>
                      <a:endParaRPr lang="en-US" sz="900" i="0" strike="sngStrike" dirty="0">
                        <a:effectLst/>
                        <a:latin typeface="MULISH REGULAR ROMAN" pitchFamily="2" charset="77"/>
                      </a:endParaRPr>
                    </a:p>
                  </a:txBody>
                  <a:tcPr marL="45720" marR="0" marT="0" marB="0" anchor="ctr"/>
                </a:tc>
                <a:extLst>
                  <a:ext uri="{0D108BD9-81ED-4DB2-BD59-A6C34878D82A}">
                    <a16:rowId xmlns:a16="http://schemas.microsoft.com/office/drawing/2014/main" val="4265705402"/>
                  </a:ext>
                </a:extLst>
              </a:tr>
              <a:tr h="237770">
                <a:tc gridSpan="6">
                  <a:txBody>
                    <a:bodyPr/>
                    <a:lstStyle/>
                    <a:p>
                      <a:pPr marL="0" algn="l" rtl="0" eaLnBrk="1" fontAlgn="base" latinLnBrk="0" hangingPunct="1">
                        <a:spcBef>
                          <a:spcPts val="0"/>
                        </a:spcBef>
                        <a:spcAft>
                          <a:spcPts val="0"/>
                        </a:spcAft>
                      </a:pPr>
                      <a:r>
                        <a:rPr lang="en-US" sz="1200" b="1" kern="1200" dirty="0">
                          <a:solidFill>
                            <a:schemeClr val="tx1"/>
                          </a:solidFill>
                          <a:effectLst/>
                          <a:latin typeface="MULISH REGULAR ROMAN" pitchFamily="2" charset="77"/>
                          <a:ea typeface="+mn-ea"/>
                          <a:cs typeface="+mn-cs"/>
                        </a:rPr>
                        <a:t>April-May Sittings</a:t>
                      </a:r>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algn="l" defTabSz="914400" rtl="0" eaLnBrk="1" fontAlgn="base" latinLnBrk="0" hangingPunct="1">
                        <a:spcBef>
                          <a:spcPts val="0"/>
                        </a:spcBef>
                        <a:spcAft>
                          <a:spcPts val="0"/>
                        </a:spcAft>
                      </a:pPr>
                      <a:r>
                        <a:rPr lang="en-US" sz="1200" b="1" kern="1200" dirty="0">
                          <a:solidFill>
                            <a:schemeClr val="tx1"/>
                          </a:solidFill>
                          <a:effectLst/>
                          <a:latin typeface="MULISH REGULAR ROMAN" pitchFamily="2" charset="77"/>
                          <a:ea typeface="+mn-ea"/>
                          <a:cs typeface="+mn-cs"/>
                        </a:rPr>
                        <a:t>No Argument</a:t>
                      </a:r>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algn="l" defTabSz="914400" rtl="0" eaLnBrk="1" fontAlgn="base" latinLnBrk="0" hangingPunct="1">
                        <a:spcBef>
                          <a:spcPts val="0"/>
                        </a:spcBef>
                        <a:spcAft>
                          <a:spcPts val="0"/>
                        </a:spcAft>
                      </a:pPr>
                      <a:r>
                        <a:rPr lang="en-US" sz="1200" b="1" kern="1200" dirty="0">
                          <a:solidFill>
                            <a:schemeClr val="tx1"/>
                          </a:solidFill>
                          <a:effectLst/>
                          <a:latin typeface="MULISH REGULAR ROMAN" pitchFamily="2" charset="77"/>
                          <a:ea typeface="+mn-ea"/>
                          <a:cs typeface="+mn-cs"/>
                        </a:rPr>
                        <a:t>Totals</a:t>
                      </a:r>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7"/>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Kennedy</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Kavanaugh</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6-3</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68d</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CA5</a:t>
                      </a:r>
                    </a:p>
                  </a:txBody>
                  <a:tcPr marL="45720" marR="0" marT="0" marB="0" anchor="ctr"/>
                </a:tc>
                <a:tc>
                  <a:txBody>
                    <a:bodyPr/>
                    <a:lstStyle/>
                    <a:p>
                      <a:pPr algn="l" fontAlgn="b"/>
                      <a:r>
                        <a:rPr lang="en-US" sz="900" b="0" i="1" u="none" strike="noStrike" dirty="0">
                          <a:solidFill>
                            <a:srgbClr val="000000"/>
                          </a:solidFill>
                          <a:effectLst/>
                          <a:latin typeface="MULISH BLACK ROMAN"/>
                        </a:rPr>
                        <a:t>Hamm</a:t>
                      </a:r>
                    </a:p>
                  </a:txBody>
                  <a:tcPr marL="9525" marR="9525" marT="9525" marB="0" anchor="b"/>
                </a:tc>
                <a:tc>
                  <a:txBody>
                    <a:bodyPr/>
                    <a:lstStyle/>
                    <a:p>
                      <a:pPr marL="0" algn="l" rtl="0" eaLnBrk="1" fontAlgn="base" latinLnBrk="0" hangingPunct="1">
                        <a:spcBef>
                          <a:spcPts val="0"/>
                        </a:spcBef>
                        <a:spcAft>
                          <a:spcPts val="0"/>
                        </a:spcAft>
                      </a:pPr>
                      <a:r>
                        <a:rPr lang="en-US" sz="900" i="1" dirty="0">
                          <a:effectLst/>
                          <a:latin typeface="MULISH BLACK ROMAN"/>
                        </a:rPr>
                        <a:t>PC</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BLACK ROMAN"/>
                        </a:rPr>
                        <a:t>9-0</a:t>
                      </a:r>
                    </a:p>
                  </a:txBody>
                  <a:tcPr marL="45720" marR="0" marT="0" marB="0" anchor="ctr"/>
                </a:tc>
                <a:tc>
                  <a:txBody>
                    <a:bodyPr/>
                    <a:lstStyle/>
                    <a:p>
                      <a:pPr marL="0" algn="l" rtl="0" eaLnBrk="1" fontAlgn="base" latinLnBrk="0" hangingPunct="1">
                        <a:spcBef>
                          <a:spcPts val="0"/>
                        </a:spcBef>
                        <a:spcAft>
                          <a:spcPts val="0"/>
                        </a:spcAft>
                      </a:pPr>
                      <a:endParaRPr lang="en-US" sz="900" dirty="0">
                        <a:effectLst/>
                        <a:latin typeface="MULISH BLACK ROMAN"/>
                      </a:endParaRP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V</a:t>
                      </a:r>
                    </a:p>
                  </a:txBody>
                  <a:tcPr marL="45720" marR="0" marT="0" marB="0" anchor="ctr"/>
                </a:tc>
                <a:tc>
                  <a:txBody>
                    <a:bodyPr/>
                    <a:lstStyle/>
                    <a:p>
                      <a:pPr algn="l" fontAlgn="b"/>
                      <a:r>
                        <a:rPr lang="en-US" sz="900" b="0" i="0" u="none" strike="noStrike">
                          <a:solidFill>
                            <a:srgbClr val="000000"/>
                          </a:solidFill>
                          <a:effectLst/>
                          <a:latin typeface="MULISH BLACK ROMAN"/>
                        </a:rPr>
                        <a:t>CA11</a:t>
                      </a:r>
                    </a:p>
                  </a:txBody>
                  <a:tcPr marL="9525" marR="9525" marT="9525" marB="0" anchor="b"/>
                </a:tc>
                <a:tc gridSpan="3">
                  <a:txBody>
                    <a:bodyPr/>
                    <a:lstStyle/>
                    <a:p>
                      <a:pPr marL="0" lvl="0" algn="l" rtl="0">
                        <a:spcBef>
                          <a:spcPts val="0"/>
                        </a:spcBef>
                        <a:spcAft>
                          <a:spcPts val="0"/>
                        </a:spcAft>
                        <a:buNone/>
                      </a:pPr>
                      <a:r>
                        <a:rPr lang="en-US" sz="900" dirty="0">
                          <a:effectLst/>
                          <a:latin typeface="MULISH REGULAR ROMAN" pitchFamily="2" charset="77"/>
                        </a:rPr>
                        <a:t>Opinions of the Court – Signed</a:t>
                      </a:r>
                    </a:p>
                  </a:txBody>
                  <a:tcPr marL="45720" marR="0" marT="0" marB="0" anchor="ctr"/>
                </a:tc>
                <a:tc hMerge="1">
                  <a:txBody>
                    <a:bodyPr/>
                    <a:lstStyle/>
                    <a:p>
                      <a:endParaRPr lang="en-US"/>
                    </a:p>
                  </a:txBody>
                  <a:tcPr/>
                </a:tc>
                <a:tc hMerge="1">
                  <a:txBody>
                    <a:bodyPr/>
                    <a:lstStyle/>
                    <a:p>
                      <a:pPr marL="0" algn="l" rtl="0" eaLnBrk="1" fontAlgn="base" latinLnBrk="0" hangingPunct="1">
                        <a:spcBef>
                          <a:spcPts val="0"/>
                        </a:spcBef>
                        <a:spcAft>
                          <a:spcPts val="0"/>
                        </a:spcAft>
                      </a:pPr>
                      <a:r>
                        <a:rPr lang="en-US" sz="900" b="0" dirty="0">
                          <a:effectLst/>
                          <a:latin typeface="MULISH REGULAR ROMAN" pitchFamily="2" charset="77"/>
                        </a:rPr>
                        <a:t>+34</a:t>
                      </a:r>
                    </a:p>
                  </a:txBody>
                  <a:tcPr marL="45720" marR="0" marT="0" marB="0" anchor="ctr"/>
                </a:tc>
                <a:tc gridSpan="4">
                  <a:txBody>
                    <a:bodyPr/>
                    <a:lstStyle/>
                    <a:p>
                      <a:pPr algn="l"/>
                      <a:r>
                        <a:rPr lang="en-US" sz="900" b="0" dirty="0">
                          <a:effectLst/>
                          <a:latin typeface="MULISH REGULAR ROMAN" pitchFamily="2" charset="77"/>
                        </a:rPr>
                        <a:t>56</a:t>
                      </a:r>
                      <a:endParaRPr lang="en-US" dirty="0"/>
                    </a:p>
                  </a:txBody>
                  <a:tcPr marL="45720" marR="0" marT="0" marB="0" anchor="ctr"/>
                </a:tc>
                <a:tc hMerge="1">
                  <a:txBody>
                    <a:bodyPr/>
                    <a:lstStyle/>
                    <a:p>
                      <a:endParaRPr lang="en-US"/>
                    </a:p>
                  </a:txBody>
                  <a:tcPr/>
                </a:tc>
                <a:tc hMerge="1">
                  <a:txBody>
                    <a:bodyPr/>
                    <a:lstStyle/>
                    <a:p>
                      <a:endParaRPr lang="en-US"/>
                    </a:p>
                  </a:txBody>
                  <a:tcPr/>
                </a:tc>
                <a:tc hMerge="1">
                  <a:txBody>
                    <a:bodyPr/>
                    <a:lstStyle/>
                    <a:p>
                      <a:endParaRPr lang="en-US"/>
                    </a:p>
                  </a:txBody>
                  <a:tcPr marL="45720" marR="0" marT="0" marB="0" anchor="ctr"/>
                </a:tc>
                <a:extLst>
                  <a:ext uri="{0D108BD9-81ED-4DB2-BD59-A6C34878D82A}">
                    <a16:rowId xmlns:a16="http://schemas.microsoft.com/office/drawing/2014/main" val="10028"/>
                  </a:ext>
                </a:extLst>
              </a:tr>
              <a:tr h="158514">
                <a:tc>
                  <a:txBody>
                    <a:bodyPr/>
                    <a:lstStyle/>
                    <a:p>
                      <a:pPr marL="0" algn="l" rtl="0" eaLnBrk="1" fontAlgn="base" latinLnBrk="0" hangingPunct="1">
                        <a:spcBef>
                          <a:spcPts val="0"/>
                        </a:spcBef>
                        <a:spcAft>
                          <a:spcPts val="0"/>
                        </a:spcAft>
                      </a:pPr>
                      <a:r>
                        <a:rPr lang="en-US" sz="900" i="1" strike="noStrike" baseline="0" dirty="0">
                          <a:effectLst/>
                          <a:latin typeface="MULISH REGULAR ROMAN" pitchFamily="2" charset="77"/>
                        </a:rPr>
                        <a:t>Parrish</a:t>
                      </a:r>
                    </a:p>
                  </a:txBody>
                  <a:tcPr marL="45720" marR="0" marT="0" marB="0" anchor="ctr"/>
                </a:tc>
                <a:tc>
                  <a:txBody>
                    <a:bodyPr/>
                    <a:lstStyle/>
                    <a:p>
                      <a:pPr marL="0" algn="l" rtl="0" eaLnBrk="1" fontAlgn="base" latinLnBrk="0" hangingPunct="1">
                        <a:spcBef>
                          <a:spcPts val="0"/>
                        </a:spcBef>
                        <a:spcAft>
                          <a:spcPts val="0"/>
                        </a:spcAft>
                      </a:pPr>
                      <a:r>
                        <a:rPr lang="en-US" sz="900" i="0" strike="noStrike" baseline="0" dirty="0">
                          <a:effectLst/>
                          <a:latin typeface="MULISH REGULAR ROMAN" pitchFamily="2" charset="77"/>
                        </a:rPr>
                        <a:t>Sotomayor</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8-1</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53d</a:t>
                      </a:r>
                    </a:p>
                  </a:txBody>
                  <a:tcPr marL="45720" marR="0" marT="0" marB="0" anchor="ctr"/>
                </a:tc>
                <a:tc>
                  <a:txBody>
                    <a:bodyPr/>
                    <a:lstStyle/>
                    <a:p>
                      <a:pPr marL="0" algn="l" rtl="0" eaLnBrk="1" fontAlgn="base" latinLnBrk="0" hangingPunct="1">
                        <a:spcBef>
                          <a:spcPts val="0"/>
                        </a:spcBef>
                        <a:spcAft>
                          <a:spcPts val="0"/>
                        </a:spcAft>
                      </a:pPr>
                      <a:r>
                        <a:rPr lang="en-US" sz="900" i="0" strike="noStrike" baseline="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CA4</a:t>
                      </a:r>
                    </a:p>
                  </a:txBody>
                  <a:tcPr marL="45720" marR="0" marT="0" marB="0" anchor="ctr"/>
                </a:tc>
                <a:tc>
                  <a:txBody>
                    <a:bodyPr/>
                    <a:lstStyle/>
                    <a:p>
                      <a:pPr algn="l" fontAlgn="b"/>
                      <a:r>
                        <a:rPr lang="en-US" sz="900" b="0" i="1" u="none" strike="noStrike" dirty="0">
                          <a:solidFill>
                            <a:srgbClr val="000000"/>
                          </a:solidFill>
                          <a:effectLst/>
                          <a:latin typeface="MULISH BLACK ROMAN"/>
                        </a:rPr>
                        <a:t>Andrew</a:t>
                      </a:r>
                    </a:p>
                  </a:txBody>
                  <a:tcPr marL="9525" marR="9525" marT="9525" marB="0" anchor="b"/>
                </a:tc>
                <a:tc>
                  <a:txBody>
                    <a:bodyPr/>
                    <a:lstStyle/>
                    <a:p>
                      <a:pPr marL="0" algn="l" rtl="0" eaLnBrk="1" fontAlgn="base" latinLnBrk="0" hangingPunct="1">
                        <a:spcBef>
                          <a:spcPts val="0"/>
                        </a:spcBef>
                        <a:spcAft>
                          <a:spcPts val="0"/>
                        </a:spcAft>
                      </a:pPr>
                      <a:r>
                        <a:rPr lang="en-US" sz="900" i="1" dirty="0">
                          <a:effectLst/>
                          <a:latin typeface="MULISH BLACK ROMAN"/>
                        </a:rPr>
                        <a:t>PC</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BLACK ROMAN"/>
                        </a:rPr>
                        <a:t>7-2</a:t>
                      </a:r>
                    </a:p>
                  </a:txBody>
                  <a:tcPr marL="45720" marR="0" marT="0" marB="0" anchor="ctr"/>
                </a:tc>
                <a:tc>
                  <a:txBody>
                    <a:bodyPr/>
                    <a:lstStyle/>
                    <a:p>
                      <a:pPr marL="0" algn="l" rtl="0" eaLnBrk="1" fontAlgn="base" latinLnBrk="0" hangingPunct="1">
                        <a:spcBef>
                          <a:spcPts val="0"/>
                        </a:spcBef>
                        <a:spcAft>
                          <a:spcPts val="0"/>
                        </a:spcAft>
                      </a:pPr>
                      <a:endParaRPr lang="en-US" sz="900" dirty="0">
                        <a:effectLst/>
                        <a:latin typeface="MULISH BLACK ROMAN"/>
                      </a:endParaRP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V</a:t>
                      </a:r>
                    </a:p>
                  </a:txBody>
                  <a:tcPr marL="45720" marR="0" marT="0" marB="0" anchor="ctr"/>
                </a:tc>
                <a:tc>
                  <a:txBody>
                    <a:bodyPr/>
                    <a:lstStyle/>
                    <a:p>
                      <a:pPr algn="l" fontAlgn="b"/>
                      <a:r>
                        <a:rPr lang="en-US" sz="900" b="0" i="0" u="none" strike="noStrike">
                          <a:solidFill>
                            <a:srgbClr val="000000"/>
                          </a:solidFill>
                          <a:effectLst/>
                          <a:latin typeface="MULISH BLACK ROMAN"/>
                        </a:rPr>
                        <a:t>CA10</a:t>
                      </a:r>
                    </a:p>
                  </a:txBody>
                  <a:tcPr marL="9525" marR="9525" marT="9525" marB="0" anchor="b"/>
                </a:tc>
                <a:tc gridSpan="3">
                  <a:txBody>
                    <a:bodyPr/>
                    <a:lstStyle/>
                    <a:p>
                      <a:pPr marL="0" lvl="0" algn="l" rtl="0">
                        <a:spcBef>
                          <a:spcPts val="0"/>
                        </a:spcBef>
                        <a:spcAft>
                          <a:spcPts val="0"/>
                        </a:spcAft>
                        <a:buNone/>
                      </a:pPr>
                      <a:r>
                        <a:rPr lang="en-US" sz="900" dirty="0">
                          <a:effectLst/>
                          <a:latin typeface="MULISH REGULAR ROMAN" pitchFamily="2" charset="77"/>
                        </a:rPr>
                        <a:t>Opinions of the Court – Per Curiam</a:t>
                      </a:r>
                    </a:p>
                  </a:txBody>
                  <a:tcPr marL="45720" marR="0" marT="0" marB="0" anchor="ctr"/>
                </a:tc>
                <a:tc hMerge="1">
                  <a:txBody>
                    <a:bodyPr/>
                    <a:lstStyle/>
                    <a:p>
                      <a:endParaRPr lang="en-US"/>
                    </a:p>
                  </a:txBody>
                  <a:tcPr/>
                </a:tc>
                <a:tc hMerge="1">
                  <a:txBody>
                    <a:bodyPr/>
                    <a:lstStyle/>
                    <a:p>
                      <a:pPr marL="0" lvl="0" algn="l" rtl="0" eaLnBrk="1" fontAlgn="base" latinLnBrk="0" hangingPunct="1">
                        <a:spcBef>
                          <a:spcPts val="0"/>
                        </a:spcBef>
                        <a:spcAft>
                          <a:spcPts val="0"/>
                        </a:spcAft>
                        <a:buNone/>
                      </a:pPr>
                      <a:r>
                        <a:rPr lang="en-US" sz="900" i="0" dirty="0">
                          <a:effectLst/>
                          <a:latin typeface="MULISH REGULAR ROMAN" pitchFamily="2" charset="77"/>
                        </a:rPr>
                        <a:t>+2</a:t>
                      </a:r>
                    </a:p>
                  </a:txBody>
                  <a:tcPr marL="45720" marR="0" marT="0" marB="0" anchor="ctr"/>
                </a:tc>
                <a:tc gridSpan="4">
                  <a:txBody>
                    <a:bodyPr/>
                    <a:lstStyle/>
                    <a:p>
                      <a:pPr algn="l"/>
                      <a:r>
                        <a:rPr lang="en-US" sz="900" i="0" dirty="0">
                          <a:effectLst/>
                          <a:latin typeface="MULISH REGULAR ROMAN" pitchFamily="2" charset="77"/>
                        </a:rPr>
                        <a:t>10</a:t>
                      </a:r>
                      <a:endParaRPr lang="en-US" dirty="0"/>
                    </a:p>
                  </a:txBody>
                  <a:tcPr marL="45720" marR="0" marT="0" marB="0" anchor="ctr">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marL="45720" marR="0" marT="0" marB="0" anchor="ctr"/>
                </a:tc>
                <a:tc hMerge="1">
                  <a:txBody>
                    <a:bodyPr/>
                    <a:lstStyle/>
                    <a:p>
                      <a:endParaRPr lang="en-US"/>
                    </a:p>
                  </a:txBody>
                  <a:tcPr marL="45720" marR="0" marT="0" marB="0" anchor="ctr"/>
                </a:tc>
                <a:extLst>
                  <a:ext uri="{0D108BD9-81ED-4DB2-BD59-A6C34878D82A}">
                    <a16:rowId xmlns:a16="http://schemas.microsoft.com/office/drawing/2014/main" val="10029"/>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Mahmoud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Alito</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6-3</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67d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CA4</a:t>
                      </a:r>
                    </a:p>
                  </a:txBody>
                  <a:tcPr marL="45720" marR="0" marT="0" marB="0" anchor="ctr"/>
                </a:tc>
                <a:tc>
                  <a:txBody>
                    <a:bodyPr/>
                    <a:lstStyle/>
                    <a:p>
                      <a:pPr algn="l" fontAlgn="b"/>
                      <a:r>
                        <a:rPr lang="en-US" sz="900" b="0" i="1" u="none" strike="noStrike">
                          <a:solidFill>
                            <a:srgbClr val="000000"/>
                          </a:solidFill>
                          <a:effectLst/>
                          <a:latin typeface="MULISH BLACK ROMAN"/>
                        </a:rPr>
                        <a:t>DOE v. CA</a:t>
                      </a:r>
                    </a:p>
                  </a:txBody>
                  <a:tcPr marL="9525" marR="9525" marT="9525" marB="0" anchor="b"/>
                </a:tc>
                <a:tc>
                  <a:txBody>
                    <a:bodyPr/>
                    <a:lstStyle/>
                    <a:p>
                      <a:pPr marL="0" algn="l" rtl="0" eaLnBrk="1" fontAlgn="auto" latinLnBrk="0" hangingPunct="1">
                        <a:spcBef>
                          <a:spcPts val="0"/>
                        </a:spcBef>
                        <a:spcAft>
                          <a:spcPts val="0"/>
                        </a:spcAft>
                      </a:pPr>
                      <a:r>
                        <a:rPr lang="en-US" sz="900" i="1" dirty="0">
                          <a:effectLst/>
                          <a:latin typeface="MULISH BLACK ROMAN"/>
                        </a:rPr>
                        <a:t>PC</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5-4</a:t>
                      </a: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BLACK ROMAN"/>
                      </a:endParaRP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G</a:t>
                      </a:r>
                    </a:p>
                  </a:txBody>
                  <a:tcPr marL="45720" marR="0" marT="0" marB="0" anchor="ctr"/>
                </a:tc>
                <a:tc>
                  <a:txBody>
                    <a:bodyPr/>
                    <a:lstStyle/>
                    <a:p>
                      <a:pPr algn="l" fontAlgn="b"/>
                      <a:r>
                        <a:rPr lang="en-US" sz="900" b="0" i="0" u="none" strike="noStrike">
                          <a:solidFill>
                            <a:srgbClr val="000000"/>
                          </a:solidFill>
                          <a:effectLst/>
                          <a:latin typeface="MULISH BLACK ROMAN"/>
                        </a:rPr>
                        <a:t>DCMA</a:t>
                      </a:r>
                    </a:p>
                  </a:txBody>
                  <a:tcPr marL="9525" marR="9525" marT="9525" marB="0" anchor="b"/>
                </a:tc>
                <a:tc gridSpan="3">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pPr marL="0" algn="l" rtl="0" eaLnBrk="1" fontAlgn="base" latinLnBrk="0" hangingPunct="1">
                        <a:spcBef>
                          <a:spcPts val="0"/>
                        </a:spcBef>
                        <a:spcAft>
                          <a:spcPts val="0"/>
                        </a:spcAft>
                      </a:pPr>
                      <a:r>
                        <a:rPr lang="en-US" sz="900" kern="1200" dirty="0">
                          <a:effectLst/>
                          <a:latin typeface="MULISH REGULAR ROMAN" pitchFamily="2" charset="77"/>
                        </a:rPr>
                        <a:t>+7</a:t>
                      </a:r>
                    </a:p>
                  </a:txBody>
                  <a:tcPr marL="45720" marR="0" marT="0" marB="0" anchor="ctr">
                    <a:lnR>
                      <a:noFill/>
                    </a:ln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kern="1200" dirty="0">
                          <a:effectLst/>
                          <a:latin typeface="MULISH BOLD ROMAN" pitchFamily="2" charset="77"/>
                        </a:rPr>
                        <a:t>66</a:t>
                      </a:r>
                    </a:p>
                  </a:txBody>
                  <a:tcPr marL="4572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l"/>
                      <a:r>
                        <a:rPr lang="en-US" sz="900" b="1" i="0" dirty="0">
                          <a:latin typeface="MULISH BOLD ROMAN" pitchFamily="2" charset="77"/>
                        </a:rPr>
                        <a:t>Total opinions released</a:t>
                      </a:r>
                    </a:p>
                  </a:txBody>
                  <a:tcPr marL="4572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marL="45720" marR="0" marT="0" marB="0" anchor="ctr">
                    <a:lnL>
                      <a:noFill/>
                    </a:lnL>
                  </a:tcPr>
                </a:tc>
                <a:tc hMerge="1">
                  <a:txBody>
                    <a:bodyPr/>
                    <a:lstStyle/>
                    <a:p>
                      <a:endParaRPr lang="en-US"/>
                    </a:p>
                  </a:txBody>
                  <a:tcPr marL="45720" marR="0" marT="0" marB="0" anchor="ctr"/>
                </a:tc>
                <a:extLst>
                  <a:ext uri="{0D108BD9-81ED-4DB2-BD59-A6C34878D82A}">
                    <a16:rowId xmlns:a16="http://schemas.microsoft.com/office/drawing/2014/main" val="10030"/>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Zuch</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Barrett</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8-1</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52d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CA3</a:t>
                      </a:r>
                    </a:p>
                  </a:txBody>
                  <a:tcPr marL="45720" marR="0" marT="0" marB="0" anchor="ctr"/>
                </a:tc>
                <a:tc>
                  <a:txBody>
                    <a:bodyPr/>
                    <a:lstStyle/>
                    <a:p>
                      <a:pPr algn="l" fontAlgn="b"/>
                      <a:r>
                        <a:rPr lang="en-US" sz="900" b="0" i="1" u="none" strike="noStrike" dirty="0">
                          <a:solidFill>
                            <a:srgbClr val="000000"/>
                          </a:solidFill>
                          <a:effectLst/>
                          <a:latin typeface="MULISH BLACK ROMAN"/>
                        </a:rPr>
                        <a:t>Trump v. J.G.G.</a:t>
                      </a:r>
                    </a:p>
                  </a:txBody>
                  <a:tcPr marL="9525" marR="9525" marT="9525" marB="0" anchor="b"/>
                </a:tc>
                <a:tc>
                  <a:txBody>
                    <a:bodyPr/>
                    <a:lstStyle/>
                    <a:p>
                      <a:pPr marL="0" algn="l" rtl="0" eaLnBrk="1" fontAlgn="auto" latinLnBrk="0" hangingPunct="1">
                        <a:spcBef>
                          <a:spcPts val="0"/>
                        </a:spcBef>
                        <a:spcAft>
                          <a:spcPts val="0"/>
                        </a:spcAft>
                      </a:pPr>
                      <a:r>
                        <a:rPr lang="en-US" sz="900" i="1" dirty="0">
                          <a:effectLst/>
                          <a:latin typeface="MULISH BLACK ROMAN"/>
                        </a:rPr>
                        <a:t>PC</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5-4</a:t>
                      </a: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BLACK ROMAN"/>
                      </a:endParaRP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V</a:t>
                      </a:r>
                    </a:p>
                  </a:txBody>
                  <a:tcPr marL="45720" marR="0" marT="0" marB="0" anchor="ctr"/>
                </a:tc>
                <a:tc>
                  <a:txBody>
                    <a:bodyPr/>
                    <a:lstStyle/>
                    <a:p>
                      <a:pPr algn="l" fontAlgn="b"/>
                      <a:r>
                        <a:rPr lang="en-US" sz="900" b="0" i="0" u="none" strike="noStrike" dirty="0">
                          <a:solidFill>
                            <a:srgbClr val="000000"/>
                          </a:solidFill>
                          <a:effectLst/>
                          <a:latin typeface="MULISH BLACK ROMAN"/>
                        </a:rPr>
                        <a:t>DCDC</a:t>
                      </a:r>
                    </a:p>
                  </a:txBody>
                  <a:tcPr marL="9525" marR="9525" marT="9525" marB="0" anchor="b"/>
                </a:tc>
                <a:tc gridSpan="3">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lnR w="12700" cap="flat" cmpd="sng" algn="ctr">
                      <a:noFill/>
                      <a:prstDash val="solid"/>
                      <a:round/>
                      <a:headEnd type="none" w="med" len="med"/>
                      <a:tailEnd type="none" w="med" len="med"/>
                    </a:lnR>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kern="1200" dirty="0">
                          <a:effectLst/>
                          <a:latin typeface="MULISH BOLD ROMAN" pitchFamily="2" charset="77"/>
                        </a:rPr>
                        <a:t>43</a:t>
                      </a:r>
                    </a:p>
                  </a:txBody>
                  <a:tcPr marL="4572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kern="1200" dirty="0">
                        <a:effectLst/>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l"/>
                      <a:endParaRPr lang="en-US" sz="900" b="1" i="0" dirty="0">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marL="45720" marR="0" marT="0" marB="0" anchor="ctr">
                    <a:lnL w="12700" cap="flat" cmpd="sng" algn="ctr">
                      <a:solidFill>
                        <a:schemeClr val="tx1"/>
                      </a:solidFill>
                      <a:prstDash val="solid"/>
                      <a:round/>
                      <a:headEnd type="none" w="med" len="med"/>
                      <a:tailEnd type="none" w="med" len="med"/>
                    </a:lnL>
                  </a:tcPr>
                </a:tc>
                <a:tc hMerge="1">
                  <a:txBody>
                    <a:bodyPr/>
                    <a:lstStyle/>
                    <a:p>
                      <a:endParaRPr lang="en-US"/>
                    </a:p>
                  </a:txBody>
                  <a:tcPr marL="45720" marR="0" marT="0" marB="0" anchor="ctr"/>
                </a:tc>
                <a:extLst>
                  <a:ext uri="{0D108BD9-81ED-4DB2-BD59-A6C34878D82A}">
                    <a16:rowId xmlns:a16="http://schemas.microsoft.com/office/drawing/2014/main" val="10031"/>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Diamond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Kavanaugh</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7-2</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59d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CADC</a:t>
                      </a:r>
                    </a:p>
                  </a:txBody>
                  <a:tcPr marL="45720" marR="0" marT="0" marB="0" anchor="ctr"/>
                </a:tc>
                <a:tc>
                  <a:txBody>
                    <a:bodyPr/>
                    <a:lstStyle/>
                    <a:p>
                      <a:pPr algn="l" fontAlgn="b"/>
                      <a:r>
                        <a:rPr lang="en-US" sz="900" b="0" i="1" u="none" strike="noStrike" dirty="0">
                          <a:solidFill>
                            <a:srgbClr val="000000"/>
                          </a:solidFill>
                          <a:effectLst/>
                          <a:latin typeface="MULISH BLACK ROMAN"/>
                        </a:rPr>
                        <a:t>A.A.R.P. v. Trump</a:t>
                      </a:r>
                    </a:p>
                  </a:txBody>
                  <a:tcPr marL="9525" marR="9525" marT="9525" marB="0" anchor="b"/>
                </a:tc>
                <a:tc>
                  <a:txBody>
                    <a:bodyPr/>
                    <a:lstStyle/>
                    <a:p>
                      <a:pPr marL="0" algn="l" rtl="0" eaLnBrk="1" fontAlgn="auto" latinLnBrk="0" hangingPunct="1">
                        <a:spcBef>
                          <a:spcPts val="0"/>
                        </a:spcBef>
                        <a:spcAft>
                          <a:spcPts val="0"/>
                        </a:spcAft>
                      </a:pPr>
                      <a:r>
                        <a:rPr lang="en-US" sz="900" i="1" dirty="0">
                          <a:effectLst/>
                          <a:latin typeface="MULISH BLACK ROMAN"/>
                        </a:rPr>
                        <a:t>PC</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7-2</a:t>
                      </a: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BLACK ROMAN"/>
                      </a:endParaRP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BLACK ROMAN"/>
                        </a:rPr>
                        <a:t>V</a:t>
                      </a:r>
                    </a:p>
                  </a:txBody>
                  <a:tcPr marL="45720" marR="0" marT="0" marB="0" anchor="ctr"/>
                </a:tc>
                <a:tc>
                  <a:txBody>
                    <a:bodyPr/>
                    <a:lstStyle/>
                    <a:p>
                      <a:pPr algn="l" fontAlgn="b"/>
                      <a:r>
                        <a:rPr lang="en-US" sz="900" b="0" i="0" u="none" strike="noStrike" dirty="0">
                          <a:solidFill>
                            <a:srgbClr val="000000"/>
                          </a:solidFill>
                          <a:effectLst/>
                          <a:latin typeface="MULISH BLACK ROMAN"/>
                        </a:rPr>
                        <a:t>CA5</a:t>
                      </a:r>
                    </a:p>
                  </a:txBody>
                  <a:tcPr marL="9525" marR="9525" marT="9525" marB="0" anchor="b"/>
                </a:tc>
                <a:tc gridSpan="3">
                  <a:txBody>
                    <a:bodyPr/>
                    <a:lstStyle/>
                    <a:p>
                      <a:pPr marL="0" lvl="0" algn="l" rtl="0">
                        <a:spcBef>
                          <a:spcPts val="0"/>
                        </a:spcBef>
                        <a:spcAft>
                          <a:spcPts val="0"/>
                        </a:spcAft>
                        <a:buNone/>
                      </a:pPr>
                      <a:r>
                        <a:rPr lang="en-US" sz="900" dirty="0">
                          <a:effectLst/>
                          <a:latin typeface="MULISH REGULAR ROMAN" pitchFamily="2" charset="77"/>
                        </a:rPr>
                        <a:t>Cases Granted for Argument</a:t>
                      </a:r>
                    </a:p>
                  </a:txBody>
                  <a:tcPr marL="45720" marR="0" marT="0" marB="0" anchor="ct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dirty="0">
                          <a:effectLst/>
                          <a:latin typeface="MULISH REGULAR ROMAN" pitchFamily="2" charset="77"/>
                        </a:rPr>
                        <a:t>+62</a:t>
                      </a:r>
                    </a:p>
                  </a:txBody>
                  <a:tcPr marL="45720" marR="0" marT="0" marB="0" anchor="ctr">
                    <a:lnT w="12700" cap="flat" cmpd="sng" algn="ctr">
                      <a:solidFill>
                        <a:schemeClr val="tx1"/>
                      </a:solidFill>
                      <a:prstDash val="solid"/>
                      <a:round/>
                      <a:headEnd type="none" w="med" len="med"/>
                      <a:tailEnd type="none" w="med" len="med"/>
                    </a:lnT>
                  </a:tcPr>
                </a:tc>
                <a:tc gridSpan="4">
                  <a:txBody>
                    <a:bodyPr/>
                    <a:lstStyle/>
                    <a:p>
                      <a:pPr algn="l"/>
                      <a:r>
                        <a:rPr lang="en-US" sz="900" dirty="0">
                          <a:effectLst/>
                          <a:latin typeface="MULISH REGULAR ROMAN" pitchFamily="2" charset="77"/>
                        </a:rPr>
                        <a:t>62</a:t>
                      </a:r>
                      <a:endParaRPr lang="en-US" dirty="0"/>
                    </a:p>
                  </a:txBody>
                  <a:tcPr marL="45720" marR="0" marT="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marL="45720" marR="0" marT="0" marB="0" anchor="ctr"/>
                </a:tc>
                <a:tc hMerge="1">
                  <a:txBody>
                    <a:bodyPr/>
                    <a:lstStyle/>
                    <a:p>
                      <a:endParaRPr lang="en-US"/>
                    </a:p>
                  </a:txBody>
                  <a:tcPr marL="45720" marR="0" marT="0" marB="0" anchor="ctr"/>
                </a:tc>
                <a:extLst>
                  <a:ext uri="{0D108BD9-81ED-4DB2-BD59-A6C34878D82A}">
                    <a16:rowId xmlns:a16="http://schemas.microsoft.com/office/drawing/2014/main" val="2738805768"/>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A.J.T.</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Roberts</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46d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CA8</a:t>
                      </a:r>
                    </a:p>
                  </a:txBody>
                  <a:tcPr marL="45720" marR="0" marT="0" marB="0" anchor="ctr"/>
                </a:tc>
                <a:tc>
                  <a:txBody>
                    <a:bodyPr/>
                    <a:lstStyle/>
                    <a:p>
                      <a:pPr marL="0" algn="l" rtl="0" eaLnBrk="1" fontAlgn="auto"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gridSpan="3">
                  <a:txBody>
                    <a:bodyPr/>
                    <a:lstStyle/>
                    <a:p>
                      <a:pPr marL="0" lvl="0" algn="l" rtl="0">
                        <a:spcBef>
                          <a:spcPts val="0"/>
                        </a:spcBef>
                        <a:spcAft>
                          <a:spcPts val="0"/>
                        </a:spcAft>
                        <a:buNone/>
                      </a:pPr>
                      <a:r>
                        <a:rPr lang="en-US" sz="900" dirty="0">
                          <a:effectLst/>
                          <a:latin typeface="MULISH REGULAR ROMAN" pitchFamily="2" charset="77"/>
                        </a:rPr>
                        <a:t>Cases Decided Without Argument</a:t>
                      </a:r>
                    </a:p>
                  </a:txBody>
                  <a:tcPr marL="45720" marR="0" marT="0" marB="0" anchor="ctr">
                    <a:lnR>
                      <a:noFill/>
                    </a:lnR>
                  </a:tcP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dirty="0">
                          <a:effectLst/>
                          <a:latin typeface="MULISH REGULAR ROMAN" pitchFamily="2" charset="77"/>
                        </a:rPr>
                        <a:t>+7</a:t>
                      </a:r>
                    </a:p>
                  </a:txBody>
                  <a:tcPr marL="45720" marR="0" marT="0" marB="0" anchor="ctr">
                    <a:lnL>
                      <a:noFill/>
                    </a:lnL>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5</a:t>
                      </a:r>
                    </a:p>
                  </a:txBody>
                  <a:tcPr marL="45720" marR="0" marT="0"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gridSpan="2">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tcPr>
                </a:tc>
                <a:tc hMerge="1">
                  <a:txBody>
                    <a:bodyPr/>
                    <a:lstStyle/>
                    <a:p>
                      <a:endParaRPr lang="en-US"/>
                    </a:p>
                  </a:txBody>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extLst>
                  <a:ext uri="{0D108BD9-81ED-4DB2-BD59-A6C34878D82A}">
                    <a16:rowId xmlns:a16="http://schemas.microsoft.com/office/drawing/2014/main" val="10032"/>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Soto</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Thomas</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46d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R</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CAFED</a:t>
                      </a:r>
                    </a:p>
                  </a:txBody>
                  <a:tcPr marL="45720" marR="0" marT="0" marB="0" anchor="ctr"/>
                </a:tc>
                <a:tc>
                  <a:txBody>
                    <a:bodyPr/>
                    <a:lstStyle/>
                    <a:p>
                      <a:pPr marL="0" algn="l" rtl="0" eaLnBrk="1" fontAlgn="auto"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i="1"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gridSpan="3">
                  <a:txBody>
                    <a:bodyPr/>
                    <a:lstStyle/>
                    <a:p>
                      <a:pPr marL="0" lvl="0" algn="l" rtl="0">
                        <a:spcBef>
                          <a:spcPts val="0"/>
                        </a:spcBef>
                        <a:spcAft>
                          <a:spcPts val="0"/>
                        </a:spcAft>
                        <a:buNone/>
                      </a:pPr>
                      <a:r>
                        <a:rPr lang="en-US" sz="900" dirty="0">
                          <a:effectLst/>
                          <a:latin typeface="MULISH REGULAR ROMAN" pitchFamily="2" charset="77"/>
                        </a:rPr>
                        <a:t>Cases Postponed Before Argument</a:t>
                      </a:r>
                    </a:p>
                  </a:txBody>
                  <a:tcPr marL="45720" marR="0" marT="0" marB="0" anchor="ctr">
                    <a:lnR>
                      <a:noFill/>
                    </a:lnR>
                  </a:tcP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dirty="0">
                          <a:effectLst/>
                          <a:latin typeface="MULISH REGULAR ROMAN" pitchFamily="2" charset="77"/>
                        </a:rPr>
                        <a:t>-4</a:t>
                      </a:r>
                    </a:p>
                  </a:txBody>
                  <a:tcPr marL="45720" marR="0" marT="0" marB="0" anchor="ctr">
                    <a:lnL>
                      <a:noFill/>
                    </a:lnL>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0</a:t>
                      </a:r>
                    </a:p>
                  </a:txBody>
                  <a:tcPr marL="45720" marR="0" marT="0" marB="0" anchor="ctr">
                    <a:lnL>
                      <a:noFill/>
                    </a:lnL>
                    <a:lnR>
                      <a:noFill/>
                    </a:lnR>
                    <a:lnT>
                      <a:noFill/>
                    </a:lnT>
                    <a:lnB>
                      <a:noFill/>
                    </a:lnB>
                    <a:lnTlToBr w="12700" cmpd="sng">
                      <a:noFill/>
                      <a:prstDash val="solid"/>
                    </a:lnTlToBr>
                    <a:lnBlToTr w="12700" cmpd="sng">
                      <a:noFill/>
                      <a:prstDash val="solid"/>
                    </a:lnBlToTr>
                  </a:tcPr>
                </a:tc>
                <a:tc gridSpan="2">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B>
                      <a:noFill/>
                    </a:lnB>
                    <a:lnTlToBr w="12700" cmpd="sng">
                      <a:noFill/>
                      <a:prstDash val="solid"/>
                    </a:lnTlToBr>
                    <a:lnBlToTr w="12700" cmpd="sng">
                      <a:noFill/>
                      <a:prstDash val="solid"/>
                    </a:lnBlToTr>
                  </a:tcPr>
                </a:tc>
                <a:tc hMerge="1">
                  <a:txBody>
                    <a:bodyPr/>
                    <a:lstStyle/>
                    <a:p>
                      <a:endParaRPr lang="en-US"/>
                    </a:p>
                  </a:txBody>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tcPr>
                </a:tc>
                <a:extLst>
                  <a:ext uri="{0D108BD9-81ED-4DB2-BD59-A6C34878D82A}">
                    <a16:rowId xmlns:a16="http://schemas.microsoft.com/office/drawing/2014/main" val="10033"/>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Martin</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Gorsuch</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9-0</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45d</a:t>
                      </a:r>
                    </a:p>
                  </a:txBody>
                  <a:tcPr marL="45720" marR="0" marT="0" marB="0" anchor="ct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V</a:t>
                      </a:r>
                    </a:p>
                  </a:txBody>
                  <a:tcPr marL="45720" marR="0" marT="0" marB="0" anchor="ct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CA11</a:t>
                      </a: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tc>
                <a:tc gridSpan="3">
                  <a:txBody>
                    <a:bodyPr/>
                    <a:lstStyle/>
                    <a:p>
                      <a:pPr marL="0" lvl="0" algn="l" rtl="0">
                        <a:spcBef>
                          <a:spcPts val="0"/>
                        </a:spcBef>
                        <a:spcAft>
                          <a:spcPts val="0"/>
                        </a:spcAft>
                        <a:buNone/>
                      </a:pPr>
                      <a:r>
                        <a:rPr lang="en-US" sz="900" dirty="0">
                          <a:effectLst/>
                          <a:latin typeface="MULISH REGULAR ROMAN" pitchFamily="2" charset="77"/>
                        </a:rPr>
                        <a:t>Cases Dismissed After Argument</a:t>
                      </a:r>
                    </a:p>
                  </a:txBody>
                  <a:tcPr marL="45720" marR="0" marT="0" marB="0" anchor="ctr">
                    <a:lnB>
                      <a:noFill/>
                    </a:lnB>
                  </a:tcP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dirty="0">
                          <a:effectLst/>
                          <a:latin typeface="MULISH REGULAR ROMAN" pitchFamily="2" charset="77"/>
                        </a:rPr>
                        <a:t>-1</a:t>
                      </a:r>
                    </a:p>
                  </a:txBody>
                  <a:tcPr marL="45720" marR="0" marT="0" marB="0" anchor="ctr"/>
                </a:tc>
                <a:tc>
                  <a:txBody>
                    <a:bodyPr/>
                    <a:lstStyle/>
                    <a:p>
                      <a:pPr marL="0" algn="l" rtl="0" eaLnBrk="1" fontAlgn="auto" latinLnBrk="0" hangingPunct="1">
                        <a:spcBef>
                          <a:spcPts val="0"/>
                        </a:spcBef>
                        <a:spcAft>
                          <a:spcPts val="0"/>
                        </a:spcAft>
                      </a:pPr>
                      <a:r>
                        <a:rPr lang="en-US" sz="900" dirty="0">
                          <a:effectLst/>
                          <a:latin typeface="MULISH REGULAR ROMAN" pitchFamily="2" charset="77"/>
                        </a:rPr>
                        <a:t>4</a:t>
                      </a:r>
                    </a:p>
                  </a:txBody>
                  <a:tcPr marL="45720" marR="0" marT="0" marB="0" anchor="ctr">
                    <a:lnT>
                      <a:noFill/>
                    </a:lnT>
                    <a:lnB w="12700" cap="flat" cmpd="sng" algn="ctr">
                      <a:solidFill>
                        <a:schemeClr val="tx1"/>
                      </a:solidFill>
                      <a:prstDash val="solid"/>
                      <a:round/>
                      <a:headEnd type="none" w="med" len="med"/>
                      <a:tailEnd type="none" w="med" len="med"/>
                    </a:lnB>
                  </a:tcPr>
                </a:tc>
                <a:tc gridSpan="2">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T>
                      <a:noFill/>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34"/>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Laboratory Corp.</a:t>
                      </a:r>
                    </a:p>
                  </a:txBody>
                  <a:tcPr marL="45720" marR="0" marT="0" marB="0" anchor="ctr">
                    <a:lnB>
                      <a:noFill/>
                    </a:lnB>
                  </a:tcP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PC</a:t>
                      </a:r>
                    </a:p>
                  </a:txBody>
                  <a:tcPr marL="45720" marR="0" marT="0" marB="0" anchor="ctr">
                    <a:lnB>
                      <a:noFill/>
                    </a:lnB>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8-1</a:t>
                      </a:r>
                    </a:p>
                  </a:txBody>
                  <a:tcPr marL="45720" marR="0" marT="0" marB="0" anchor="ctr">
                    <a:lnB>
                      <a:noFill/>
                    </a:lnB>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38d</a:t>
                      </a:r>
                    </a:p>
                  </a:txBody>
                  <a:tcPr marL="45720" marR="0" marT="0" marB="0" anchor="ctr">
                    <a:lnB>
                      <a:noFill/>
                    </a:lnB>
                  </a:tcP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DIG</a:t>
                      </a:r>
                    </a:p>
                  </a:txBody>
                  <a:tcPr marL="45720" marR="0" marT="0" marB="0" anchor="ctr">
                    <a:lnB>
                      <a:noFill/>
                    </a:lnB>
                  </a:tcPr>
                </a:tc>
                <a:tc>
                  <a:txBody>
                    <a:bodyPr/>
                    <a:lstStyle/>
                    <a:p>
                      <a:pPr marL="0" algn="l" rtl="0" eaLnBrk="1" fontAlgn="base" latinLnBrk="0" hangingPunct="1">
                        <a:spcBef>
                          <a:spcPts val="0"/>
                        </a:spcBef>
                        <a:spcAft>
                          <a:spcPts val="0"/>
                        </a:spcAft>
                      </a:pPr>
                      <a:r>
                        <a:rPr lang="en-US" sz="900" dirty="0">
                          <a:effectLst/>
                          <a:latin typeface="MULISH REGULAR ROMAN" pitchFamily="2" charset="77"/>
                        </a:rPr>
                        <a:t>CA9</a:t>
                      </a:r>
                    </a:p>
                  </a:txBody>
                  <a:tcPr marL="45720" marR="0" marT="0" marB="0" anchor="ctr">
                    <a:lnB>
                      <a:noFill/>
                    </a:lnB>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B>
                      <a:noFill/>
                    </a:lnB>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B>
                      <a:noFill/>
                    </a:lnB>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B>
                      <a:noFill/>
                    </a:lnB>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B>
                      <a:noFill/>
                    </a:lnB>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B>
                      <a:noFill/>
                    </a:lnB>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R>
                      <a:noFill/>
                    </a:lnR>
                    <a:lnB>
                      <a:noFill/>
                    </a:lnB>
                  </a:tcPr>
                </a:tc>
                <a:tc gridSpan="3">
                  <a:txBody>
                    <a:bodyPr/>
                    <a:lstStyle/>
                    <a:p>
                      <a:pPr marL="0" lvl="0" algn="l" rtl="0">
                        <a:spcBef>
                          <a:spcPts val="0"/>
                        </a:spcBef>
                        <a:spcAft>
                          <a:spcPts val="0"/>
                        </a:spcAft>
                        <a:buNone/>
                      </a:pPr>
                      <a:endParaRPr lang="en-US" sz="900" dirty="0">
                        <a:effectLst/>
                        <a:latin typeface="MULISH REGULAR ROMAN" pitchFamily="2" charset="77"/>
                      </a:endParaRPr>
                    </a:p>
                  </a:txBody>
                  <a:tcPr marL="45720" marR="0" marT="0" marB="0" anchor="ct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dirty="0">
                          <a:effectLst/>
                          <a:latin typeface="MULISH REGULAR ROMAN" pitchFamily="2" charset="77"/>
                        </a:rPr>
                        <a:t>-1</a:t>
                      </a:r>
                    </a:p>
                  </a:txBody>
                  <a:tcPr marL="45720" marR="0" marT="0" marB="0" anchor="ctr">
                    <a:lnL>
                      <a:noFill/>
                    </a:lnL>
                    <a:lnB w="12700" cap="flat" cmpd="sng" algn="ctr">
                      <a:solidFill>
                        <a:schemeClr val="tx1"/>
                      </a:solidFill>
                      <a:prstDash val="solid"/>
                      <a:round/>
                      <a:headEnd type="none" w="med" len="med"/>
                      <a:tailEnd type="none" w="med" len="med"/>
                    </a:lnB>
                  </a:tcPr>
                </a:tc>
                <a:tc>
                  <a:txBody>
                    <a:bodyPr/>
                    <a:lstStyle/>
                    <a:p>
                      <a:pPr marL="0" algn="l" rtl="0" eaLnBrk="1" fontAlgn="auto" latinLnBrk="0" hangingPunct="1">
                        <a:spcBef>
                          <a:spcPts val="0"/>
                        </a:spcBef>
                        <a:spcAft>
                          <a:spcPts val="0"/>
                        </a:spcAft>
                      </a:pPr>
                      <a:r>
                        <a:rPr lang="en-US" sz="900" b="1" i="0" dirty="0">
                          <a:effectLst/>
                          <a:latin typeface="MULISH BOLD ROMAN" pitchFamily="2" charset="77"/>
                        </a:rPr>
                        <a:t>67 </a:t>
                      </a:r>
                    </a:p>
                  </a:txBody>
                  <a:tcPr marL="4572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algn="l" rtl="0" eaLnBrk="1" fontAlgn="auto" latinLnBrk="0" hangingPunct="1">
                        <a:spcBef>
                          <a:spcPts val="0"/>
                        </a:spcBef>
                        <a:spcAft>
                          <a:spcPts val="0"/>
                        </a:spcAft>
                      </a:pPr>
                      <a:r>
                        <a:rPr lang="en-US" sz="900" b="1" i="0" dirty="0">
                          <a:effectLst/>
                          <a:latin typeface="MULISH BOLD ROMAN" pitchFamily="2" charset="77"/>
                        </a:rPr>
                        <a:t>Total opinions expected</a:t>
                      </a:r>
                    </a:p>
                  </a:txBody>
                  <a:tcPr marL="4572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pPr marL="0" algn="l" rtl="0" eaLnBrk="1" fontAlgn="auto" latinLnBrk="0" hangingPunct="1">
                        <a:spcBef>
                          <a:spcPts val="0"/>
                        </a:spcBef>
                        <a:spcAft>
                          <a:spcPts val="0"/>
                        </a:spcAft>
                      </a:pPr>
                      <a:endParaRPr lang="en-US" sz="800" dirty="0">
                        <a:effectLst/>
                        <a:latin typeface="MULISH REGULAR ROMAN" pitchFamily="2" charset="77"/>
                      </a:endParaRPr>
                    </a:p>
                  </a:txBody>
                  <a:tcPr marL="45720" marR="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0772720"/>
                  </a:ext>
                </a:extLst>
              </a:tr>
              <a:tr h="158514">
                <a:tc>
                  <a:txBody>
                    <a:bodyPr/>
                    <a:lstStyle/>
                    <a:p>
                      <a:pPr marL="0" algn="l" rtl="0" eaLnBrk="1" fontAlgn="base" latinLnBrk="0" hangingPunct="1">
                        <a:spcBef>
                          <a:spcPts val="0"/>
                        </a:spcBef>
                        <a:spcAft>
                          <a:spcPts val="0"/>
                        </a:spcAft>
                      </a:pPr>
                      <a:r>
                        <a:rPr lang="en-US" sz="900" i="1" dirty="0">
                          <a:effectLst/>
                          <a:latin typeface="MULISH REGULAR ROMAN" pitchFamily="2" charset="77"/>
                        </a:rPr>
                        <a:t>Drummond</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i="0" dirty="0">
                          <a:effectLst/>
                          <a:latin typeface="MULISH REGULAR ROMAN" pitchFamily="2" charset="77"/>
                        </a:rPr>
                        <a:t>PC</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4-4</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REGULAR ROMAN" pitchFamily="2" charset="77"/>
                        </a:rPr>
                        <a:t>22d</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i="0" dirty="0">
                          <a:effectLst/>
                          <a:latin typeface="MULISH REGULAR ROMAN" pitchFamily="2" charset="77"/>
                        </a:rPr>
                        <a:t>A</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REGULAR ROMAN" pitchFamily="2" charset="77"/>
                        </a:rPr>
                        <a:t>SCOK</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gridSpan="3">
                  <a:txBody>
                    <a:bodyPr/>
                    <a:lstStyle/>
                    <a:p>
                      <a:pPr marL="0" lvl="0" algn="l" rtl="0">
                        <a:spcBef>
                          <a:spcPts val="0"/>
                        </a:spcBef>
                        <a:spcAft>
                          <a:spcPts val="0"/>
                        </a:spcAft>
                        <a:buNone/>
                      </a:pPr>
                      <a:endParaRPr lang="en-US" sz="900" b="1" i="0" dirty="0">
                        <a:effectLst/>
                        <a:latin typeface="MULISH BOLD ROMAN" pitchFamily="2" charset="77"/>
                      </a:endParaRPr>
                    </a:p>
                  </a:txBody>
                  <a:tcPr marL="45720" marR="0" marT="0" marB="0" anchor="ctr">
                    <a:lnL>
                      <a:noFill/>
                    </a:lnL>
                    <a:lnR w="12700" cap="flat" cmpd="sng" algn="ctr">
                      <a:no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pPr marL="0" algn="l" rtl="0" eaLnBrk="1" fontAlgn="auto" latinLnBrk="0" hangingPunct="1">
                        <a:spcBef>
                          <a:spcPts val="0"/>
                        </a:spcBef>
                        <a:spcAft>
                          <a:spcPts val="0"/>
                        </a:spcAft>
                      </a:pPr>
                      <a:r>
                        <a:rPr lang="en-US" sz="900" b="1" i="0" dirty="0">
                          <a:effectLst/>
                          <a:latin typeface="MULISH BOLD ROMAN" pitchFamily="2" charset="77"/>
                        </a:rPr>
                        <a:t>64</a:t>
                      </a:r>
                    </a:p>
                  </a:txBody>
                  <a:tcPr marL="4572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b="1" i="0" dirty="0">
                        <a:effectLst/>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algn="l" rtl="0" eaLnBrk="1" fontAlgn="auto" latinLnBrk="0" hangingPunct="1">
                        <a:spcBef>
                          <a:spcPts val="0"/>
                        </a:spcBef>
                        <a:spcAft>
                          <a:spcPts val="0"/>
                        </a:spcAft>
                      </a:pPr>
                      <a:endParaRPr lang="en-US" sz="900" b="1" i="0" dirty="0">
                        <a:effectLst/>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algn="l" rtl="0" eaLnBrk="1" fontAlgn="auto" latinLnBrk="0" hangingPunct="1">
                        <a:spcBef>
                          <a:spcPts val="0"/>
                        </a:spcBef>
                        <a:spcAft>
                          <a:spcPts val="0"/>
                        </a:spcAft>
                      </a:pPr>
                      <a:endParaRPr lang="en-US" sz="800" dirty="0">
                        <a:effectLst/>
                        <a:latin typeface="MULISH REGULAR ROMAN" pitchFamily="2" charset="77"/>
                      </a:endParaRPr>
                    </a:p>
                  </a:txBody>
                  <a:tcPr marL="45720" marR="0" marT="0" marB="0" anchor="ctr"/>
                </a:tc>
                <a:extLst>
                  <a:ext uri="{0D108BD9-81ED-4DB2-BD59-A6C34878D82A}">
                    <a16:rowId xmlns:a16="http://schemas.microsoft.com/office/drawing/2014/main" val="3067803215"/>
                  </a:ext>
                </a:extLst>
              </a:tr>
              <a:tr h="266973">
                <a:tc>
                  <a:txBody>
                    <a:bodyPr/>
                    <a:lstStyle/>
                    <a:p>
                      <a:pPr marL="0" algn="l" rtl="0" eaLnBrk="1" fontAlgn="base" latinLnBrk="0" hangingPunct="1">
                        <a:spcBef>
                          <a:spcPts val="0"/>
                        </a:spcBef>
                        <a:spcAft>
                          <a:spcPts val="0"/>
                        </a:spcAft>
                      </a:pPr>
                      <a:r>
                        <a:rPr lang="en-US" sz="900" i="1" dirty="0">
                          <a:effectLst/>
                          <a:latin typeface="MULISH BLACK ROMAN"/>
                        </a:rPr>
                        <a:t>Trump v. CASA</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r>
                        <a:rPr lang="en-US" sz="900" dirty="0">
                          <a:latin typeface="MULISH BLACK ROMAN"/>
                        </a:rPr>
                        <a:t>Barrett</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6-3</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44d</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r>
                        <a:rPr lang="en-US" sz="900" dirty="0">
                          <a:effectLst/>
                          <a:latin typeface="MULISH BLACK ROMAN"/>
                        </a:rPr>
                        <a:t>V</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base" latinLnBrk="0" hangingPunct="1">
                        <a:spcBef>
                          <a:spcPts val="0"/>
                        </a:spcBef>
                        <a:spcAft>
                          <a:spcPts val="0"/>
                        </a:spcAft>
                      </a:pPr>
                      <a:r>
                        <a:rPr lang="en-US" sz="900" dirty="0">
                          <a:effectLst/>
                          <a:latin typeface="MULISH BLACK ROMAN"/>
                        </a:rPr>
                        <a:t>CA4</a:t>
                      </a: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a:txBody>
                    <a:bodyPr/>
                    <a:lstStyle/>
                    <a:p>
                      <a:pPr marL="0" algn="l" rtl="0" eaLnBrk="1" fontAlgn="auto" latinLnBrk="0" hangingPunct="1">
                        <a:spcBef>
                          <a:spcPts val="0"/>
                        </a:spcBef>
                        <a:spcAft>
                          <a:spcPts val="0"/>
                        </a:spcAft>
                      </a:pPr>
                      <a:endParaRPr lang="en-US" sz="900" dirty="0">
                        <a:effectLst/>
                        <a:latin typeface="MULISH REGULAR ROMAN" pitchFamily="2" charset="77"/>
                      </a:endParaRPr>
                    </a:p>
                  </a:txBody>
                  <a:tcPr marL="45720" marR="0" marT="0" marB="0" anchor="ctr">
                    <a:lnL>
                      <a:noFill/>
                    </a:lnL>
                    <a:lnR>
                      <a:noFill/>
                    </a:lnR>
                    <a:lnT>
                      <a:noFill/>
                    </a:lnT>
                    <a:lnB w="12700" cmpd="sng">
                      <a:noFill/>
                    </a:lnB>
                    <a:lnTlToBr w="12700" cmpd="sng">
                      <a:noFill/>
                      <a:prstDash val="solid"/>
                    </a:lnTlToBr>
                    <a:lnBlToTr w="12700" cmpd="sng">
                      <a:noFill/>
                      <a:prstDash val="solid"/>
                    </a:lnBlToTr>
                  </a:tcPr>
                </a:tc>
                <a:tc gridSpan="3">
                  <a:txBody>
                    <a:bodyPr/>
                    <a:lstStyle/>
                    <a:p>
                      <a:pPr marL="0" lvl="0" algn="l" rtl="0">
                        <a:spcBef>
                          <a:spcPts val="0"/>
                        </a:spcBef>
                        <a:spcAft>
                          <a:spcPts val="0"/>
                        </a:spcAft>
                        <a:buNone/>
                      </a:pPr>
                      <a:endParaRPr lang="en-US" sz="900" b="1" i="0" dirty="0">
                        <a:effectLst/>
                        <a:latin typeface="MULISH BOLD ROMAN" pitchFamily="2" charset="77"/>
                      </a:endParaRPr>
                    </a:p>
                  </a:txBody>
                  <a:tcPr marL="45720" marR="0" marT="0" marB="0" anchor="ctr">
                    <a:lnL>
                      <a:noFill/>
                    </a:lnL>
                    <a:lnR w="12700" cap="flat" cmpd="sng" algn="ctr">
                      <a:no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algn="l" rtl="0" eaLnBrk="1" fontAlgn="auto" latinLnBrk="0" hangingPunct="1">
                        <a:spcBef>
                          <a:spcPts val="0"/>
                        </a:spcBef>
                        <a:spcAft>
                          <a:spcPts val="0"/>
                        </a:spcAft>
                      </a:pPr>
                      <a:endParaRPr lang="en-US" sz="900" b="1" i="0" dirty="0">
                        <a:effectLst/>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algn="l" rtl="0" eaLnBrk="1" fontAlgn="auto" latinLnBrk="0" hangingPunct="1">
                        <a:spcBef>
                          <a:spcPts val="0"/>
                        </a:spcBef>
                        <a:spcAft>
                          <a:spcPts val="0"/>
                        </a:spcAft>
                      </a:pPr>
                      <a:endParaRPr lang="en-US" sz="900" b="1" i="0" dirty="0">
                        <a:effectLst/>
                        <a:latin typeface="MULISH BOLD ROMAN" pitchFamily="2" charset="77"/>
                      </a:endParaRPr>
                    </a:p>
                  </a:txBody>
                  <a:tcPr marL="4572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02371092"/>
                  </a:ext>
                </a:extLst>
              </a:tr>
            </a:tbl>
          </a:graphicData>
        </a:graphic>
      </p:graphicFrame>
      <p:sp>
        <p:nvSpPr>
          <p:cNvPr id="10" name="Title 9">
            <a:extLst>
              <a:ext uri="{FF2B5EF4-FFF2-40B4-BE49-F238E27FC236}">
                <a16:creationId xmlns:a16="http://schemas.microsoft.com/office/drawing/2014/main" id="{65291775-D77D-C7ED-3718-F50DBA74F251}"/>
              </a:ext>
            </a:extLst>
          </p:cNvPr>
          <p:cNvSpPr txBox="1">
            <a:spLocks/>
          </p:cNvSpPr>
          <p:nvPr/>
        </p:nvSpPr>
        <p:spPr>
          <a:xfrm>
            <a:off x="304800" y="195512"/>
            <a:ext cx="10515600" cy="8332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A90404"/>
                </a:solidFill>
                <a:latin typeface="MULISH BOLD ROMAN" pitchFamily="2" charset="77"/>
              </a:rPr>
              <a:t>TERM INDEX</a:t>
            </a:r>
          </a:p>
        </p:txBody>
      </p:sp>
      <p:sp>
        <p:nvSpPr>
          <p:cNvPr id="2" name="TextBox 1">
            <a:extLst>
              <a:ext uri="{FF2B5EF4-FFF2-40B4-BE49-F238E27FC236}">
                <a16:creationId xmlns:a16="http://schemas.microsoft.com/office/drawing/2014/main" id="{9CA8A9C5-D824-8E2D-266A-08ED4664724A}"/>
              </a:ext>
            </a:extLst>
          </p:cNvPr>
          <p:cNvSpPr txBox="1"/>
          <p:nvPr/>
        </p:nvSpPr>
        <p:spPr>
          <a:xfrm>
            <a:off x="2955083" y="264926"/>
            <a:ext cx="8841860" cy="430887"/>
          </a:xfrm>
          <a:prstGeom prst="rect">
            <a:avLst/>
          </a:prstGeom>
          <a:noFill/>
          <a:ln>
            <a:solidFill>
              <a:schemeClr val="tx1"/>
            </a:solidFill>
          </a:ln>
        </p:spPr>
        <p:txBody>
          <a:bodyPr wrap="square" rtlCol="0" anchor="t">
            <a:spAutoFit/>
          </a:bodyPr>
          <a:lstStyle/>
          <a:p>
            <a:pPr algn="ctr"/>
            <a:r>
              <a:rPr lang="en-US" sz="1100" i="1" dirty="0">
                <a:latin typeface="MULISH ITALIC" pitchFamily="2" charset="77"/>
              </a:rPr>
              <a:t>This Chart Includes Information re: Case Name, Majority Opinion Author, Vote, Days Between Arguments and Opinion, judgment, and Court Below</a:t>
            </a:r>
          </a:p>
          <a:p>
            <a:pPr algn="ctr"/>
            <a:r>
              <a:rPr lang="en-US" sz="1100" b="1" i="1" dirty="0">
                <a:latin typeface="MULISH ITALIC" pitchFamily="2" charset="77"/>
              </a:rPr>
              <a:t>A</a:t>
            </a:r>
            <a:r>
              <a:rPr lang="en-US" sz="1100" i="1" dirty="0">
                <a:latin typeface="MULISH ITALIC" pitchFamily="2" charset="77"/>
              </a:rPr>
              <a:t> = Affirmed	</a:t>
            </a:r>
            <a:r>
              <a:rPr lang="en-US" sz="1100" b="1" i="1" dirty="0">
                <a:latin typeface="MULISH ITALIC" pitchFamily="2" charset="77"/>
              </a:rPr>
              <a:t>V</a:t>
            </a:r>
            <a:r>
              <a:rPr lang="en-US" sz="1100" i="1" dirty="0">
                <a:latin typeface="MULISH ITALIC" pitchFamily="2" charset="77"/>
              </a:rPr>
              <a:t> = Vacated	</a:t>
            </a:r>
            <a:r>
              <a:rPr lang="en-US" sz="1100" b="1" i="1" dirty="0">
                <a:latin typeface="MULISH ITALIC" pitchFamily="2" charset="77"/>
              </a:rPr>
              <a:t>R</a:t>
            </a:r>
            <a:r>
              <a:rPr lang="en-US" sz="1100" i="1" dirty="0">
                <a:latin typeface="MULISH ITALIC" pitchFamily="2" charset="77"/>
              </a:rPr>
              <a:t> = Reversed	</a:t>
            </a:r>
            <a:r>
              <a:rPr lang="en-US" sz="1100" b="1" i="1" dirty="0">
                <a:latin typeface="MULISH ITALIC" pitchFamily="2" charset="77"/>
              </a:rPr>
              <a:t>G</a:t>
            </a:r>
            <a:r>
              <a:rPr lang="en-US" sz="1100" i="1" dirty="0">
                <a:latin typeface="MULISH ITALIC" pitchFamily="2" charset="77"/>
              </a:rPr>
              <a:t> = Granted	</a:t>
            </a:r>
            <a:r>
              <a:rPr lang="en-US" sz="1100" b="1" i="1" dirty="0">
                <a:latin typeface="MULISH ITALIC" pitchFamily="2" charset="77"/>
              </a:rPr>
              <a:t>DIG</a:t>
            </a:r>
            <a:r>
              <a:rPr lang="en-US" sz="1100" i="1" dirty="0">
                <a:latin typeface="MULISH ITALIC" pitchFamily="2" charset="77"/>
              </a:rPr>
              <a:t> = Dismissed as Improvidently Granted       </a:t>
            </a:r>
            <a:r>
              <a:rPr lang="en-US" sz="1100" b="1" i="1" dirty="0">
                <a:latin typeface="MULISH ITALIC" pitchFamily="2" charset="77"/>
              </a:rPr>
              <a:t>PC</a:t>
            </a:r>
            <a:r>
              <a:rPr lang="en-US" sz="1100" i="1" dirty="0">
                <a:latin typeface="MULISH ITALIC" pitchFamily="2" charset="77"/>
              </a:rPr>
              <a:t> = Per Curiam</a:t>
            </a:r>
          </a:p>
        </p:txBody>
      </p:sp>
      <p:sp>
        <p:nvSpPr>
          <p:cNvPr id="5" name="Slide Number Placeholder 4">
            <a:extLst>
              <a:ext uri="{FF2B5EF4-FFF2-40B4-BE49-F238E27FC236}">
                <a16:creationId xmlns:a16="http://schemas.microsoft.com/office/drawing/2014/main" id="{3B9ADC86-F6CF-1245-415F-213F8787392C}"/>
              </a:ext>
            </a:extLst>
          </p:cNvPr>
          <p:cNvSpPr>
            <a:spLocks noGrp="1"/>
          </p:cNvSpPr>
          <p:nvPr>
            <p:ph type="sldNum" sz="quarter" idx="12"/>
          </p:nvPr>
        </p:nvSpPr>
        <p:spPr/>
        <p:txBody>
          <a:bodyPr/>
          <a:lstStyle/>
          <a:p>
            <a:fld id="{5E212BD6-99D2-4430-8307-3DFF6CB1AF68}" type="slidenum">
              <a:rPr lang="en-US" smtClean="0"/>
              <a:t>29</a:t>
            </a:fld>
            <a:endParaRPr lang="en-US" dirty="0"/>
          </a:p>
        </p:txBody>
      </p:sp>
    </p:spTree>
    <p:extLst>
      <p:ext uri="{BB962C8B-B14F-4D97-AF65-F5344CB8AC3E}">
        <p14:creationId xmlns:p14="http://schemas.microsoft.com/office/powerpoint/2010/main" val="250806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35568</TotalTime>
  <Words>5040</Words>
  <Application>Microsoft Office PowerPoint</Application>
  <PresentationFormat>Widescreen</PresentationFormat>
  <Paragraphs>1783</Paragraphs>
  <Slides>29</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vt:lpstr>
      <vt:lpstr>Arial</vt:lpstr>
      <vt:lpstr>Calibri</vt:lpstr>
      <vt:lpstr>Calibri Light</vt:lpstr>
      <vt:lpstr>MULISH BLACK ROMAN</vt:lpstr>
      <vt:lpstr>MULISH BOLD ROMAN</vt:lpstr>
      <vt:lpstr>MULISH EXTRABOLD ROMAN</vt:lpstr>
      <vt:lpstr>MULISH ITALIC</vt:lpstr>
      <vt:lpstr>MULISH REGULAR ROMAN</vt:lpstr>
      <vt:lpstr>MULISH SEMIBOLD ROMAN</vt:lpstr>
      <vt:lpstr>Office Theme</vt:lpstr>
      <vt:lpstr>Final Stat Pack for the 2024-25 term  Updated June 30, 2025  </vt:lpstr>
      <vt:lpstr>TABLE OF CONTENTS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VOTING ALIGNMENT</vt:lpstr>
      <vt:lpstr>VOTING ALIGNMENT</vt:lpstr>
      <vt:lpstr>VOTING ALIGNMENT</vt:lpstr>
      <vt:lpstr>VOTING ALIGNMENT</vt:lpstr>
      <vt:lpstr>VOTING ALIGNMENT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dc:creator>
  <cp:lastModifiedBy>Truscott, Jake</cp:lastModifiedBy>
  <cp:revision>566</cp:revision>
  <cp:lastPrinted>2019-06-28T21:02:00Z</cp:lastPrinted>
  <dcterms:created xsi:type="dcterms:W3CDTF">2019-02-07T19:44:00Z</dcterms:created>
  <dcterms:modified xsi:type="dcterms:W3CDTF">2025-06-30T18:21:12Z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1033-11.2.0.9431</vt:lpwstr>
  </property>
</Properties>
</file>