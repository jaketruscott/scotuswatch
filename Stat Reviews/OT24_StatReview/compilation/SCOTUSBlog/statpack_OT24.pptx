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1"/>
  </p:notesMasterIdLst>
  <p:sldIdLst>
    <p:sldId id="392" r:id="rId2"/>
    <p:sldId id="269" r:id="rId3"/>
    <p:sldId id="393" r:id="rId4"/>
    <p:sldId id="402" r:id="rId5"/>
    <p:sldId id="381" r:id="rId6"/>
    <p:sldId id="345" r:id="rId7"/>
    <p:sldId id="411" r:id="rId8"/>
    <p:sldId id="390" r:id="rId9"/>
    <p:sldId id="391" r:id="rId10"/>
    <p:sldId id="299" r:id="rId11"/>
    <p:sldId id="343" r:id="rId12"/>
    <p:sldId id="412" r:id="rId13"/>
    <p:sldId id="395" r:id="rId14"/>
    <p:sldId id="407" r:id="rId15"/>
    <p:sldId id="396" r:id="rId16"/>
    <p:sldId id="383" r:id="rId17"/>
    <p:sldId id="340" r:id="rId18"/>
    <p:sldId id="406" r:id="rId19"/>
    <p:sldId id="404" r:id="rId20"/>
    <p:sldId id="405" r:id="rId21"/>
    <p:sldId id="410" r:id="rId22"/>
    <p:sldId id="409" r:id="rId23"/>
    <p:sldId id="350" r:id="rId24"/>
    <p:sldId id="413" r:id="rId25"/>
    <p:sldId id="324" r:id="rId26"/>
    <p:sldId id="398" r:id="rId27"/>
    <p:sldId id="399" r:id="rId28"/>
    <p:sldId id="400" r:id="rId29"/>
    <p:sldId id="401" r:id="rId30"/>
  </p:sldIdLst>
  <p:sldSz cx="12192000" cy="68580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986D7032-D21C-4DDA-B0EB-E1D7D4282753}">
          <p14:sldIdLst>
            <p14:sldId id="392"/>
            <p14:sldId id="269"/>
            <p14:sldId id="393"/>
            <p14:sldId id="402"/>
            <p14:sldId id="381"/>
            <p14:sldId id="345"/>
            <p14:sldId id="411"/>
            <p14:sldId id="390"/>
            <p14:sldId id="391"/>
            <p14:sldId id="299"/>
            <p14:sldId id="343"/>
            <p14:sldId id="412"/>
            <p14:sldId id="395"/>
            <p14:sldId id="407"/>
            <p14:sldId id="396"/>
            <p14:sldId id="383"/>
            <p14:sldId id="340"/>
            <p14:sldId id="406"/>
            <p14:sldId id="404"/>
            <p14:sldId id="405"/>
            <p14:sldId id="410"/>
            <p14:sldId id="409"/>
            <p14:sldId id="350"/>
            <p14:sldId id="413"/>
            <p14:sldId id="324"/>
            <p14:sldId id="398"/>
            <p14:sldId id="399"/>
            <p14:sldId id="400"/>
            <p14:sldId id="401"/>
          </p14:sldIdLst>
        </p14:section>
      </p14:sectionLst>
    </p:ext>
    <p:ext uri="{EFAFB233-063F-42B5-8137-9DF3F51BA10A}">
      <p15:sldGuideLst xmlns:p15="http://schemas.microsoft.com/office/powerpoint/2012/main">
        <p15:guide id="1" orient="horz" pos="2156">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ndrew Hamm" initials="AH" lastIdx="4" clrIdx="0"/>
  <p:cmAuthor id="2" name="adam" initials="a" lastIdx="3" clrIdx="1"/>
  <p:cmAuthor id="3" name="Kalvis Golde" initials="KG" lastIdx="94" clrIdx="2">
    <p:extLst>
      <p:ext uri="{19B8F6BF-5375-455C-9EA6-DF929625EA0E}">
        <p15:presenceInfo xmlns:p15="http://schemas.microsoft.com/office/powerpoint/2012/main" userId="d12450372feb748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B9BD5"/>
    <a:srgbClr val="4E478A"/>
    <a:srgbClr val="0F9147"/>
    <a:srgbClr val="FDD532"/>
    <a:srgbClr val="4F4789"/>
    <a:srgbClr val="0469A9"/>
    <a:srgbClr val="4FEDED"/>
    <a:srgbClr val="A90404"/>
    <a:srgbClr val="D2DEEF"/>
    <a:srgbClr val="66C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4EF15D-42C9-844D-8A07-BC881FB6F23C}" v="468" dt="2021-06-22T21:45:02.225"/>
  </p1510:revLst>
</p1510:revInfo>
</file>

<file path=ppt/tableStyles.xml><?xml version="1.0" encoding="utf-8"?>
<a:tblStyleLst xmlns:a="http://schemas.openxmlformats.org/drawingml/2006/main" def="{7DF18680-E054-41AD-8BC1-D1AEF772440D}">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581"/>
    <p:restoredTop sz="95170"/>
  </p:normalViewPr>
  <p:slideViewPr>
    <p:cSldViewPr snapToGrid="0">
      <p:cViewPr varScale="1">
        <p:scale>
          <a:sx n="111" d="100"/>
          <a:sy n="111" d="100"/>
        </p:scale>
        <p:origin x="558" y="108"/>
      </p:cViewPr>
      <p:guideLst>
        <p:guide orient="horz" pos="2156"/>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commentAuthors" Target="commentAuthors.xml"/><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lvis Golde" userId="d12450372feb7484" providerId="LiveId" clId="{2B4EF15D-42C9-844D-8A07-BC881FB6F23C}"/>
    <pc:docChg chg="undo redo custSel addSld delSld modSld sldOrd modSection">
      <pc:chgData name="Kalvis Golde" userId="d12450372feb7484" providerId="LiveId" clId="{2B4EF15D-42C9-844D-8A07-BC881FB6F23C}" dt="2021-06-22T21:45:26.631" v="15652" actId="1076"/>
      <pc:docMkLst>
        <pc:docMk/>
      </pc:docMkLst>
      <pc:sldChg chg="modSp mod delCm">
        <pc:chgData name="Kalvis Golde" userId="d12450372feb7484" providerId="LiveId" clId="{2B4EF15D-42C9-844D-8A07-BC881FB6F23C}" dt="2021-06-22T20:08:24.048" v="14713" actId="14734"/>
        <pc:sldMkLst>
          <pc:docMk/>
          <pc:sldMk cId="0" sldId="269"/>
        </pc:sldMkLst>
        <pc:spChg chg="mod">
          <ac:chgData name="Kalvis Golde" userId="d12450372feb7484" providerId="LiveId" clId="{2B4EF15D-42C9-844D-8A07-BC881FB6F23C}" dt="2021-06-22T19:26:55.030" v="14128" actId="13926"/>
          <ac:spMkLst>
            <pc:docMk/>
            <pc:sldMk cId="0" sldId="269"/>
            <ac:spMk id="10" creationId="{41C3B68A-3143-8C40-9052-984CB81771DE}"/>
          </ac:spMkLst>
        </pc:spChg>
        <pc:graphicFrameChg chg="mod modGraphic">
          <ac:chgData name="Kalvis Golde" userId="d12450372feb7484" providerId="LiveId" clId="{2B4EF15D-42C9-844D-8A07-BC881FB6F23C}" dt="2021-06-22T20:08:24.048" v="14713" actId="14734"/>
          <ac:graphicFrameMkLst>
            <pc:docMk/>
            <pc:sldMk cId="0" sldId="269"/>
            <ac:graphicFrameMk id="13" creationId="{2816B8B4-2B75-4A4E-82B3-628AEF4C139E}"/>
          </ac:graphicFrameMkLst>
        </pc:graphicFrameChg>
      </pc:sldChg>
      <pc:sldChg chg="addSp delSp modSp mod addCm delCm modCm">
        <pc:chgData name="Kalvis Golde" userId="d12450372feb7484" providerId="LiveId" clId="{2B4EF15D-42C9-844D-8A07-BC881FB6F23C}" dt="2021-06-22T21:13:28.645" v="14732"/>
        <pc:sldMkLst>
          <pc:docMk/>
          <pc:sldMk cId="0" sldId="298"/>
        </pc:sldMkLst>
        <pc:spChg chg="del">
          <ac:chgData name="Kalvis Golde" userId="d12450372feb7484" providerId="LiveId" clId="{2B4EF15D-42C9-844D-8A07-BC881FB6F23C}" dt="2021-06-10T17:56:57.277" v="504" actId="478"/>
          <ac:spMkLst>
            <pc:docMk/>
            <pc:sldMk cId="0" sldId="298"/>
            <ac:spMk id="2" creationId="{00000000-0000-0000-0000-000000000000}"/>
          </ac:spMkLst>
        </pc:spChg>
        <pc:spChg chg="mod">
          <ac:chgData name="Kalvis Golde" userId="d12450372feb7484" providerId="LiveId" clId="{2B4EF15D-42C9-844D-8A07-BC881FB6F23C}" dt="2021-06-10T18:41:22.866" v="1689" actId="1036"/>
          <ac:spMkLst>
            <pc:docMk/>
            <pc:sldMk cId="0" sldId="298"/>
            <ac:spMk id="4" creationId="{00000000-0000-0000-0000-000000000000}"/>
          </ac:spMkLst>
        </pc:spChg>
        <pc:spChg chg="del mod">
          <ac:chgData name="Kalvis Golde" userId="d12450372feb7484" providerId="LiveId" clId="{2B4EF15D-42C9-844D-8A07-BC881FB6F23C}" dt="2021-06-10T18:11:54.475" v="928" actId="478"/>
          <ac:spMkLst>
            <pc:docMk/>
            <pc:sldMk cId="0" sldId="298"/>
            <ac:spMk id="5" creationId="{2CBC4E64-8FB4-2E4F-AE2A-FE9460394B32}"/>
          </ac:spMkLst>
        </pc:spChg>
        <pc:spChg chg="add del mod">
          <ac:chgData name="Kalvis Golde" userId="d12450372feb7484" providerId="LiveId" clId="{2B4EF15D-42C9-844D-8A07-BC881FB6F23C}" dt="2021-06-10T17:57:04.163" v="506" actId="478"/>
          <ac:spMkLst>
            <pc:docMk/>
            <pc:sldMk cId="0" sldId="298"/>
            <ac:spMk id="9" creationId="{3C9CF0BA-BC2E-1945-875F-30B34241A178}"/>
          </ac:spMkLst>
        </pc:spChg>
        <pc:spChg chg="add mod">
          <ac:chgData name="Kalvis Golde" userId="d12450372feb7484" providerId="LiveId" clId="{2B4EF15D-42C9-844D-8A07-BC881FB6F23C}" dt="2021-06-22T19:03:29.701" v="13685" actId="13926"/>
          <ac:spMkLst>
            <pc:docMk/>
            <pc:sldMk cId="0" sldId="298"/>
            <ac:spMk id="10" creationId="{68D6C34B-8497-B544-815A-2076A22DC17B}"/>
          </ac:spMkLst>
        </pc:spChg>
        <pc:graphicFrameChg chg="mod modGraphic">
          <ac:chgData name="Kalvis Golde" userId="d12450372feb7484" providerId="LiveId" clId="{2B4EF15D-42C9-844D-8A07-BC881FB6F23C}" dt="2021-06-22T19:05:42.048" v="13699" actId="13926"/>
          <ac:graphicFrameMkLst>
            <pc:docMk/>
            <pc:sldMk cId="0" sldId="298"/>
            <ac:graphicFrameMk id="7" creationId="{00000000-0000-0000-0000-000000000000}"/>
          </ac:graphicFrameMkLst>
        </pc:graphicFrameChg>
        <pc:graphicFrameChg chg="del modGraphic">
          <ac:chgData name="Kalvis Golde" userId="d12450372feb7484" providerId="LiveId" clId="{2B4EF15D-42C9-844D-8A07-BC881FB6F23C}" dt="2021-06-10T18:17:54.990" v="1000" actId="478"/>
          <ac:graphicFrameMkLst>
            <pc:docMk/>
            <pc:sldMk cId="0" sldId="298"/>
            <ac:graphicFrameMk id="8" creationId="{6B275725-D677-AE43-9CE5-096DF8400729}"/>
          </ac:graphicFrameMkLst>
        </pc:graphicFrameChg>
      </pc:sldChg>
      <pc:sldChg chg="addSp delSp modSp add del mod addCm delCm modCm">
        <pc:chgData name="Kalvis Golde" userId="d12450372feb7484" providerId="LiveId" clId="{2B4EF15D-42C9-844D-8A07-BC881FB6F23C}" dt="2021-06-22T21:21:28.146" v="15338"/>
        <pc:sldMkLst>
          <pc:docMk/>
          <pc:sldMk cId="0" sldId="299"/>
        </pc:sldMkLst>
        <pc:spChg chg="del">
          <ac:chgData name="Kalvis Golde" userId="d12450372feb7484" providerId="LiveId" clId="{2B4EF15D-42C9-844D-8A07-BC881FB6F23C}" dt="2021-06-22T16:15:15.372" v="11982" actId="478"/>
          <ac:spMkLst>
            <pc:docMk/>
            <pc:sldMk cId="0" sldId="299"/>
            <ac:spMk id="2" creationId="{00000000-0000-0000-0000-000000000000}"/>
          </ac:spMkLst>
        </pc:spChg>
        <pc:spChg chg="del">
          <ac:chgData name="Kalvis Golde" userId="d12450372feb7484" providerId="LiveId" clId="{2B4EF15D-42C9-844D-8A07-BC881FB6F23C}" dt="2021-06-10T19:44:10.673" v="6323" actId="478"/>
          <ac:spMkLst>
            <pc:docMk/>
            <pc:sldMk cId="0" sldId="299"/>
            <ac:spMk id="4" creationId="{00000000-0000-0000-0000-000000000000}"/>
          </ac:spMkLst>
        </pc:spChg>
        <pc:spChg chg="add del mod">
          <ac:chgData name="Kalvis Golde" userId="d12450372feb7484" providerId="LiveId" clId="{2B4EF15D-42C9-844D-8A07-BC881FB6F23C}" dt="2021-06-22T16:15:08.613" v="11980" actId="478"/>
          <ac:spMkLst>
            <pc:docMk/>
            <pc:sldMk cId="0" sldId="299"/>
            <ac:spMk id="5" creationId="{082B7746-FD95-0143-96B1-BFB512F69B9A}"/>
          </ac:spMkLst>
        </pc:spChg>
        <pc:spChg chg="add del mod">
          <ac:chgData name="Kalvis Golde" userId="d12450372feb7484" providerId="LiveId" clId="{2B4EF15D-42C9-844D-8A07-BC881FB6F23C}" dt="2021-06-22T16:15:16.864" v="11983" actId="478"/>
          <ac:spMkLst>
            <pc:docMk/>
            <pc:sldMk cId="0" sldId="299"/>
            <ac:spMk id="8" creationId="{C380418D-E24D-2143-9460-8687DBA7B618}"/>
          </ac:spMkLst>
        </pc:spChg>
        <pc:spChg chg="add mod">
          <ac:chgData name="Kalvis Golde" userId="d12450372feb7484" providerId="LiveId" clId="{2B4EF15D-42C9-844D-8A07-BC881FB6F23C}" dt="2021-06-22T19:08:37.600" v="13795" actId="13926"/>
          <ac:spMkLst>
            <pc:docMk/>
            <pc:sldMk cId="0" sldId="299"/>
            <ac:spMk id="10" creationId="{D366379E-E9D8-DB42-B1E2-38F621A2306F}"/>
          </ac:spMkLst>
        </pc:spChg>
        <pc:graphicFrameChg chg="add mod modGraphic">
          <ac:chgData name="Kalvis Golde" userId="d12450372feb7484" providerId="LiveId" clId="{2B4EF15D-42C9-844D-8A07-BC881FB6F23C}" dt="2021-06-22T19:32:07.263" v="14176"/>
          <ac:graphicFrameMkLst>
            <pc:docMk/>
            <pc:sldMk cId="0" sldId="299"/>
            <ac:graphicFrameMk id="7" creationId="{AFEE743B-3743-7B46-A02B-4C621618C449}"/>
          </ac:graphicFrameMkLst>
        </pc:graphicFrameChg>
        <pc:graphicFrameChg chg="del mod modGraphic">
          <ac:chgData name="Kalvis Golde" userId="d12450372feb7484" providerId="LiveId" clId="{2B4EF15D-42C9-844D-8A07-BC881FB6F23C}" dt="2021-06-22T16:15:06.621" v="11979" actId="478"/>
          <ac:graphicFrameMkLst>
            <pc:docMk/>
            <pc:sldMk cId="0" sldId="299"/>
            <ac:graphicFrameMk id="15" creationId="{00000000-0000-0000-0000-000000000000}"/>
          </ac:graphicFrameMkLst>
        </pc:graphicFrameChg>
      </pc:sldChg>
      <pc:sldChg chg="addSp modSp del mod">
        <pc:chgData name="Kalvis Golde" userId="d12450372feb7484" providerId="LiveId" clId="{2B4EF15D-42C9-844D-8A07-BC881FB6F23C}" dt="2021-06-10T20:14:05.850" v="8416" actId="2696"/>
        <pc:sldMkLst>
          <pc:docMk/>
          <pc:sldMk cId="3525443275" sldId="311"/>
        </pc:sldMkLst>
        <pc:spChg chg="add mod">
          <ac:chgData name="Kalvis Golde" userId="d12450372feb7484" providerId="LiveId" clId="{2B4EF15D-42C9-844D-8A07-BC881FB6F23C}" dt="2021-06-10T20:13:26.426" v="8415" actId="20577"/>
          <ac:spMkLst>
            <pc:docMk/>
            <pc:sldMk cId="3525443275" sldId="311"/>
            <ac:spMk id="5" creationId="{550F536A-B356-4645-A456-11B1879B464D}"/>
          </ac:spMkLst>
        </pc:spChg>
      </pc:sldChg>
      <pc:sldChg chg="addSp delSp modSp del mod">
        <pc:chgData name="Kalvis Golde" userId="d12450372feb7484" providerId="LiveId" clId="{2B4EF15D-42C9-844D-8A07-BC881FB6F23C}" dt="2021-06-10T20:41:36.773" v="8905" actId="2696"/>
        <pc:sldMkLst>
          <pc:docMk/>
          <pc:sldMk cId="4202496770" sldId="312"/>
        </pc:sldMkLst>
        <pc:spChg chg="add del mod">
          <ac:chgData name="Kalvis Golde" userId="d12450372feb7484" providerId="LiveId" clId="{2B4EF15D-42C9-844D-8A07-BC881FB6F23C}" dt="2021-06-10T20:36:33.989" v="8511" actId="478"/>
          <ac:spMkLst>
            <pc:docMk/>
            <pc:sldMk cId="4202496770" sldId="312"/>
            <ac:spMk id="3" creationId="{F7898CCD-F5AC-0642-B5FD-25A51C142840}"/>
          </ac:spMkLst>
        </pc:spChg>
        <pc:spChg chg="add mod">
          <ac:chgData name="Kalvis Golde" userId="d12450372feb7484" providerId="LiveId" clId="{2B4EF15D-42C9-844D-8A07-BC881FB6F23C}" dt="2021-06-10T20:39:27.653" v="8800" actId="20577"/>
          <ac:spMkLst>
            <pc:docMk/>
            <pc:sldMk cId="4202496770" sldId="312"/>
            <ac:spMk id="9" creationId="{46F2D4F4-13CF-7148-B38F-128E76F7F247}"/>
          </ac:spMkLst>
        </pc:spChg>
        <pc:graphicFrameChg chg="del">
          <ac:chgData name="Kalvis Golde" userId="d12450372feb7484" providerId="LiveId" clId="{2B4EF15D-42C9-844D-8A07-BC881FB6F23C}" dt="2021-06-10T20:36:32.271" v="8510" actId="478"/>
          <ac:graphicFrameMkLst>
            <pc:docMk/>
            <pc:sldMk cId="4202496770" sldId="312"/>
            <ac:graphicFrameMk id="8" creationId="{00000000-0000-0000-0000-000000000000}"/>
          </ac:graphicFrameMkLst>
        </pc:graphicFrameChg>
        <pc:picChg chg="add mod">
          <ac:chgData name="Kalvis Golde" userId="d12450372feb7484" providerId="LiveId" clId="{2B4EF15D-42C9-844D-8A07-BC881FB6F23C}" dt="2021-06-10T20:39:59.608" v="8813" actId="14100"/>
          <ac:picMkLst>
            <pc:docMk/>
            <pc:sldMk cId="4202496770" sldId="312"/>
            <ac:picMk id="7" creationId="{23F72518-6DC8-864C-8892-834A6AC85B3C}"/>
          </ac:picMkLst>
        </pc:picChg>
      </pc:sldChg>
      <pc:sldChg chg="addSp delSp modSp mod delCm">
        <pc:chgData name="Kalvis Golde" userId="d12450372feb7484" providerId="LiveId" clId="{2B4EF15D-42C9-844D-8A07-BC881FB6F23C}" dt="2021-06-22T19:12:47.350" v="13820" actId="13926"/>
        <pc:sldMkLst>
          <pc:docMk/>
          <pc:sldMk cId="25729686" sldId="324"/>
        </pc:sldMkLst>
        <pc:spChg chg="mod">
          <ac:chgData name="Kalvis Golde" userId="d12450372feb7484" providerId="LiveId" clId="{2B4EF15D-42C9-844D-8A07-BC881FB6F23C}" dt="2021-06-22T19:12:47.350" v="13820" actId="13926"/>
          <ac:spMkLst>
            <pc:docMk/>
            <pc:sldMk cId="25729686" sldId="324"/>
            <ac:spMk id="2" creationId="{00000000-0000-0000-0000-000000000000}"/>
          </ac:spMkLst>
        </pc:spChg>
        <pc:spChg chg="add del mod">
          <ac:chgData name="Kalvis Golde" userId="d12450372feb7484" providerId="LiveId" clId="{2B4EF15D-42C9-844D-8A07-BC881FB6F23C}" dt="2021-06-10T20:41:09.724" v="8901" actId="478"/>
          <ac:spMkLst>
            <pc:docMk/>
            <pc:sldMk cId="25729686" sldId="324"/>
            <ac:spMk id="5" creationId="{CCE820BC-FDA7-CB4B-8729-BCDB1EFEE735}"/>
          </ac:spMkLst>
        </pc:spChg>
        <pc:spChg chg="add mod">
          <ac:chgData name="Kalvis Golde" userId="d12450372feb7484" providerId="LiveId" clId="{2B4EF15D-42C9-844D-8A07-BC881FB6F23C}" dt="2021-06-17T18:20:14.554" v="11207" actId="207"/>
          <ac:spMkLst>
            <pc:docMk/>
            <pc:sldMk cId="25729686" sldId="324"/>
            <ac:spMk id="7" creationId="{CDBDE700-FBCA-6541-B954-86146E231962}"/>
          </ac:spMkLst>
        </pc:spChg>
        <pc:graphicFrameChg chg="mod modGraphic">
          <ac:chgData name="Kalvis Golde" userId="d12450372feb7484" providerId="LiveId" clId="{2B4EF15D-42C9-844D-8A07-BC881FB6F23C}" dt="2021-06-10T21:03:35.692" v="10259" actId="1076"/>
          <ac:graphicFrameMkLst>
            <pc:docMk/>
            <pc:sldMk cId="25729686" sldId="324"/>
            <ac:graphicFrameMk id="4" creationId="{00000000-0000-0000-0000-000000000000}"/>
          </ac:graphicFrameMkLst>
        </pc:graphicFrameChg>
        <pc:picChg chg="add mod">
          <ac:chgData name="Kalvis Golde" userId="d12450372feb7484" providerId="LiveId" clId="{2B4EF15D-42C9-844D-8A07-BC881FB6F23C}" dt="2021-06-10T20:40:38.608" v="8863"/>
          <ac:picMkLst>
            <pc:docMk/>
            <pc:sldMk cId="25729686" sldId="324"/>
            <ac:picMk id="6" creationId="{758F644C-B24F-2442-B084-057A22933CE9}"/>
          </ac:picMkLst>
        </pc:picChg>
      </pc:sldChg>
      <pc:sldChg chg="modSp mod delCm">
        <pc:chgData name="Kalvis Golde" userId="d12450372feb7484" providerId="LiveId" clId="{2B4EF15D-42C9-844D-8A07-BC881FB6F23C}" dt="2021-06-22T19:11:01.018" v="13808" actId="13926"/>
        <pc:sldMkLst>
          <pc:docMk/>
          <pc:sldMk cId="3618912480" sldId="328"/>
        </pc:sldMkLst>
        <pc:spChg chg="mod">
          <ac:chgData name="Kalvis Golde" userId="d12450372feb7484" providerId="LiveId" clId="{2B4EF15D-42C9-844D-8A07-BC881FB6F23C}" dt="2021-06-22T19:11:01.018" v="13808" actId="13926"/>
          <ac:spMkLst>
            <pc:docMk/>
            <pc:sldMk cId="3618912480" sldId="328"/>
            <ac:spMk id="2" creationId="{00000000-0000-0000-0000-000000000000}"/>
          </ac:spMkLst>
        </pc:spChg>
      </pc:sldChg>
      <pc:sldChg chg="addSp delSp modSp del mod delCm">
        <pc:chgData name="Kalvis Golde" userId="d12450372feb7484" providerId="LiveId" clId="{2B4EF15D-42C9-844D-8A07-BC881FB6F23C}" dt="2021-06-22T21:25:35.586" v="15344" actId="2696"/>
        <pc:sldMkLst>
          <pc:docMk/>
          <pc:sldMk cId="0" sldId="330"/>
        </pc:sldMkLst>
        <pc:spChg chg="add del mod">
          <ac:chgData name="Kalvis Golde" userId="d12450372feb7484" providerId="LiveId" clId="{2B4EF15D-42C9-844D-8A07-BC881FB6F23C}" dt="2021-06-22T19:25:56.114" v="14122" actId="478"/>
          <ac:spMkLst>
            <pc:docMk/>
            <pc:sldMk cId="0" sldId="330"/>
            <ac:spMk id="6" creationId="{D982773A-2492-7648-9BCB-EC44ADCD30F5}"/>
          </ac:spMkLst>
        </pc:spChg>
        <pc:spChg chg="add del mod">
          <ac:chgData name="Kalvis Golde" userId="d12450372feb7484" providerId="LiveId" clId="{2B4EF15D-42C9-844D-8A07-BC881FB6F23C}" dt="2021-06-22T19:25:34.772" v="14103" actId="478"/>
          <ac:spMkLst>
            <pc:docMk/>
            <pc:sldMk cId="0" sldId="330"/>
            <ac:spMk id="9" creationId="{0860544C-F92B-6A45-A080-951D06D6189E}"/>
          </ac:spMkLst>
        </pc:spChg>
        <pc:spChg chg="add mod">
          <ac:chgData name="Kalvis Golde" userId="d12450372feb7484" providerId="LiveId" clId="{2B4EF15D-42C9-844D-8A07-BC881FB6F23C}" dt="2021-06-22T19:25:44.245" v="14120" actId="20577"/>
          <ac:spMkLst>
            <pc:docMk/>
            <pc:sldMk cId="0" sldId="330"/>
            <ac:spMk id="31" creationId="{1700F6EB-E9DE-9C48-BA13-96401307D7F6}"/>
          </ac:spMkLst>
        </pc:spChg>
        <pc:spChg chg="del mod">
          <ac:chgData name="Kalvis Golde" userId="d12450372feb7484" providerId="LiveId" clId="{2B4EF15D-42C9-844D-8A07-BC881FB6F23C}" dt="2021-06-22T19:25:33.031" v="14102" actId="478"/>
          <ac:spMkLst>
            <pc:docMk/>
            <pc:sldMk cId="0" sldId="330"/>
            <ac:spMk id="1025" creationId="{00000000-0000-0000-0000-000000000000}"/>
          </ac:spMkLst>
        </pc:spChg>
        <pc:graphicFrameChg chg="modGraphic">
          <ac:chgData name="Kalvis Golde" userId="d12450372feb7484" providerId="LiveId" clId="{2B4EF15D-42C9-844D-8A07-BC881FB6F23C}" dt="2021-06-22T19:26:16.064" v="14123" actId="20577"/>
          <ac:graphicFrameMkLst>
            <pc:docMk/>
            <pc:sldMk cId="0" sldId="330"/>
            <ac:graphicFrameMk id="27" creationId="{00000000-0000-0000-0000-000000000000}"/>
          </ac:graphicFrameMkLst>
        </pc:graphicFrameChg>
      </pc:sldChg>
      <pc:sldChg chg="addSp delSp modSp mod addCm delCm modCm">
        <pc:chgData name="Kalvis Golde" userId="d12450372feb7484" providerId="LiveId" clId="{2B4EF15D-42C9-844D-8A07-BC881FB6F23C}" dt="2021-06-22T21:25:30.992" v="15343"/>
        <pc:sldMkLst>
          <pc:docMk/>
          <pc:sldMk cId="0" sldId="336"/>
        </pc:sldMkLst>
        <pc:spChg chg="del mod">
          <ac:chgData name="Kalvis Golde" userId="d12450372feb7484" providerId="LiveId" clId="{2B4EF15D-42C9-844D-8A07-BC881FB6F23C}" dt="2021-06-22T19:12:27.401" v="13816" actId="478"/>
          <ac:spMkLst>
            <pc:docMk/>
            <pc:sldMk cId="0" sldId="336"/>
            <ac:spMk id="2" creationId="{00000000-0000-0000-0000-000000000000}"/>
          </ac:spMkLst>
        </pc:spChg>
        <pc:spChg chg="add del mod">
          <ac:chgData name="Kalvis Golde" userId="d12450372feb7484" providerId="LiveId" clId="{2B4EF15D-42C9-844D-8A07-BC881FB6F23C}" dt="2021-06-22T19:13:16.556" v="13822" actId="478"/>
          <ac:spMkLst>
            <pc:docMk/>
            <pc:sldMk cId="0" sldId="336"/>
            <ac:spMk id="5" creationId="{6505EF0A-8AE4-1B48-A43C-9A2925D2ED14}"/>
          </ac:spMkLst>
        </pc:spChg>
        <pc:spChg chg="add mod">
          <ac:chgData name="Kalvis Golde" userId="d12450372feb7484" providerId="LiveId" clId="{2B4EF15D-42C9-844D-8A07-BC881FB6F23C}" dt="2021-06-22T19:14:00.652" v="13861" actId="13926"/>
          <ac:spMkLst>
            <pc:docMk/>
            <pc:sldMk cId="0" sldId="336"/>
            <ac:spMk id="8" creationId="{D4B9013C-C67A-AB48-AD8F-D43F29B11028}"/>
          </ac:spMkLst>
        </pc:spChg>
        <pc:graphicFrameChg chg="mod modGraphic">
          <ac:chgData name="Kalvis Golde" userId="d12450372feb7484" providerId="LiveId" clId="{2B4EF15D-42C9-844D-8A07-BC881FB6F23C}" dt="2021-06-22T19:24:56.463" v="14100" actId="20577"/>
          <ac:graphicFrameMkLst>
            <pc:docMk/>
            <pc:sldMk cId="0" sldId="336"/>
            <ac:graphicFrameMk id="7" creationId="{00000000-0000-0000-0000-000000000000}"/>
          </ac:graphicFrameMkLst>
        </pc:graphicFrameChg>
      </pc:sldChg>
      <pc:sldChg chg="addSp delSp modSp mod addCm delCm">
        <pc:chgData name="Kalvis Golde" userId="d12450372feb7484" providerId="LiveId" clId="{2B4EF15D-42C9-844D-8A07-BC881FB6F23C}" dt="2021-06-22T19:11:06.891" v="13809" actId="13926"/>
        <pc:sldMkLst>
          <pc:docMk/>
          <pc:sldMk cId="0" sldId="340"/>
        </pc:sldMkLst>
        <pc:spChg chg="mod">
          <ac:chgData name="Kalvis Golde" userId="d12450372feb7484" providerId="LiveId" clId="{2B4EF15D-42C9-844D-8A07-BC881FB6F23C}" dt="2021-06-22T19:11:06.891" v="13809" actId="13926"/>
          <ac:spMkLst>
            <pc:docMk/>
            <pc:sldMk cId="0" sldId="340"/>
            <ac:spMk id="2" creationId="{00000000-0000-0000-0000-000000000000}"/>
          </ac:spMkLst>
        </pc:spChg>
        <pc:spChg chg="del">
          <ac:chgData name="Kalvis Golde" userId="d12450372feb7484" providerId="LiveId" clId="{2B4EF15D-42C9-844D-8A07-BC881FB6F23C}" dt="2021-06-10T19:56:18.083" v="6758" actId="478"/>
          <ac:spMkLst>
            <pc:docMk/>
            <pc:sldMk cId="0" sldId="340"/>
            <ac:spMk id="3" creationId="{00000000-0000-0000-0000-000000000000}"/>
          </ac:spMkLst>
        </pc:spChg>
        <pc:spChg chg="add mod">
          <ac:chgData name="Kalvis Golde" userId="d12450372feb7484" providerId="LiveId" clId="{2B4EF15D-42C9-844D-8A07-BC881FB6F23C}" dt="2021-06-17T18:15:15.897" v="11075" actId="207"/>
          <ac:spMkLst>
            <pc:docMk/>
            <pc:sldMk cId="0" sldId="340"/>
            <ac:spMk id="9" creationId="{5998A571-73D0-D147-A688-45E2608B1237}"/>
          </ac:spMkLst>
        </pc:spChg>
        <pc:spChg chg="add mod">
          <ac:chgData name="Kalvis Golde" userId="d12450372feb7484" providerId="LiveId" clId="{2B4EF15D-42C9-844D-8A07-BC881FB6F23C}" dt="2021-06-17T18:15:15.897" v="11075" actId="207"/>
          <ac:spMkLst>
            <pc:docMk/>
            <pc:sldMk cId="0" sldId="340"/>
            <ac:spMk id="10" creationId="{5E15A7A7-B33C-AD49-86CC-AEC41D48DC42}"/>
          </ac:spMkLst>
        </pc:spChg>
        <pc:graphicFrameChg chg="mod">
          <ac:chgData name="Kalvis Golde" userId="d12450372feb7484" providerId="LiveId" clId="{2B4EF15D-42C9-844D-8A07-BC881FB6F23C}" dt="2021-06-10T19:56:09.482" v="6757" actId="1076"/>
          <ac:graphicFrameMkLst>
            <pc:docMk/>
            <pc:sldMk cId="0" sldId="340"/>
            <ac:graphicFrameMk id="5" creationId="{00000000-0000-0000-0000-000000000000}"/>
          </ac:graphicFrameMkLst>
        </pc:graphicFrameChg>
        <pc:graphicFrameChg chg="del">
          <ac:chgData name="Kalvis Golde" userId="d12450372feb7484" providerId="LiveId" clId="{2B4EF15D-42C9-844D-8A07-BC881FB6F23C}" dt="2021-06-10T19:55:26.777" v="6751" actId="478"/>
          <ac:graphicFrameMkLst>
            <pc:docMk/>
            <pc:sldMk cId="0" sldId="340"/>
            <ac:graphicFrameMk id="6" creationId="{00000000-0000-0000-0000-000000000000}"/>
          </ac:graphicFrameMkLst>
        </pc:graphicFrameChg>
        <pc:picChg chg="add mod">
          <ac:chgData name="Kalvis Golde" userId="d12450372feb7484" providerId="LiveId" clId="{2B4EF15D-42C9-844D-8A07-BC881FB6F23C}" dt="2021-06-10T19:55:53.383" v="6756" actId="1076"/>
          <ac:picMkLst>
            <pc:docMk/>
            <pc:sldMk cId="0" sldId="340"/>
            <ac:picMk id="8" creationId="{8B0D6A47-28ED-5E42-82EE-3858B691C735}"/>
          </ac:picMkLst>
        </pc:picChg>
      </pc:sldChg>
      <pc:sldChg chg="addSp delSp modSp mod delCm">
        <pc:chgData name="Kalvis Golde" userId="d12450372feb7484" providerId="LiveId" clId="{2B4EF15D-42C9-844D-8A07-BC881FB6F23C}" dt="2021-06-22T19:08:51.742" v="13796" actId="13926"/>
        <pc:sldMkLst>
          <pc:docMk/>
          <pc:sldMk cId="4162859104" sldId="343"/>
        </pc:sldMkLst>
        <pc:spChg chg="del">
          <ac:chgData name="Kalvis Golde" userId="d12450372feb7484" providerId="LiveId" clId="{2B4EF15D-42C9-844D-8A07-BC881FB6F23C}" dt="2021-06-10T18:58:13.943" v="3302" actId="478"/>
          <ac:spMkLst>
            <pc:docMk/>
            <pc:sldMk cId="4162859104" sldId="343"/>
            <ac:spMk id="2" creationId="{00000000-0000-0000-0000-000000000000}"/>
          </ac:spMkLst>
        </pc:spChg>
        <pc:spChg chg="del">
          <ac:chgData name="Kalvis Golde" userId="d12450372feb7484" providerId="LiveId" clId="{2B4EF15D-42C9-844D-8A07-BC881FB6F23C}" dt="2021-06-10T18:57:40.297" v="3298" actId="478"/>
          <ac:spMkLst>
            <pc:docMk/>
            <pc:sldMk cId="4162859104" sldId="343"/>
            <ac:spMk id="3" creationId="{00000000-0000-0000-0000-000000000000}"/>
          </ac:spMkLst>
        </pc:spChg>
        <pc:spChg chg="add del mod">
          <ac:chgData name="Kalvis Golde" userId="d12450372feb7484" providerId="LiveId" clId="{2B4EF15D-42C9-844D-8A07-BC881FB6F23C}" dt="2021-06-22T17:25:55.676" v="12303" actId="478"/>
          <ac:spMkLst>
            <pc:docMk/>
            <pc:sldMk cId="4162859104" sldId="343"/>
            <ac:spMk id="3" creationId="{EE8D0F3C-EAA3-9844-B0CC-DCF87CD1B496}"/>
          </ac:spMkLst>
        </pc:spChg>
        <pc:spChg chg="add del mod">
          <ac:chgData name="Kalvis Golde" userId="d12450372feb7484" providerId="LiveId" clId="{2B4EF15D-42C9-844D-8A07-BC881FB6F23C}" dt="2021-06-10T18:57:37.238" v="3296" actId="478"/>
          <ac:spMkLst>
            <pc:docMk/>
            <pc:sldMk cId="4162859104" sldId="343"/>
            <ac:spMk id="6" creationId="{744C2562-C29D-644D-BAE5-C71796875C99}"/>
          </ac:spMkLst>
        </pc:spChg>
        <pc:spChg chg="add mod">
          <ac:chgData name="Kalvis Golde" userId="d12450372feb7484" providerId="LiveId" clId="{2B4EF15D-42C9-844D-8A07-BC881FB6F23C}" dt="2021-06-22T19:08:51.742" v="13796" actId="13926"/>
          <ac:spMkLst>
            <pc:docMk/>
            <pc:sldMk cId="4162859104" sldId="343"/>
            <ac:spMk id="7" creationId="{86565480-92B6-5A4E-8946-30A6E964E5AD}"/>
          </ac:spMkLst>
        </pc:spChg>
        <pc:spChg chg="add del mod">
          <ac:chgData name="Kalvis Golde" userId="d12450372feb7484" providerId="LiveId" clId="{2B4EF15D-42C9-844D-8A07-BC881FB6F23C}" dt="2021-06-10T18:58:16.241" v="3303" actId="478"/>
          <ac:spMkLst>
            <pc:docMk/>
            <pc:sldMk cId="4162859104" sldId="343"/>
            <ac:spMk id="12" creationId="{68A9731A-2F8A-FB4C-B495-002DEB7BA672}"/>
          </ac:spMkLst>
        </pc:spChg>
        <pc:spChg chg="add del mod">
          <ac:chgData name="Kalvis Golde" userId="d12450372feb7484" providerId="LiveId" clId="{2B4EF15D-42C9-844D-8A07-BC881FB6F23C}" dt="2021-06-22T17:25:53.862" v="12302" actId="478"/>
          <ac:spMkLst>
            <pc:docMk/>
            <pc:sldMk cId="4162859104" sldId="343"/>
            <ac:spMk id="13" creationId="{48741A7A-2A35-9E46-9CC4-56FCD5405679}"/>
          </ac:spMkLst>
        </pc:spChg>
        <pc:graphicFrameChg chg="del">
          <ac:chgData name="Kalvis Golde" userId="d12450372feb7484" providerId="LiveId" clId="{2B4EF15D-42C9-844D-8A07-BC881FB6F23C}" dt="2021-06-10T18:57:38.115" v="3297" actId="478"/>
          <ac:graphicFrameMkLst>
            <pc:docMk/>
            <pc:sldMk cId="4162859104" sldId="343"/>
            <ac:graphicFrameMk id="7" creationId="{024D86C0-94F1-4D93-BC9A-BBEA3EAF4154}"/>
          </ac:graphicFrameMkLst>
        </pc:graphicFrameChg>
        <pc:graphicFrameChg chg="del">
          <ac:chgData name="Kalvis Golde" userId="d12450372feb7484" providerId="LiveId" clId="{2B4EF15D-42C9-844D-8A07-BC881FB6F23C}" dt="2021-06-10T18:57:29.648" v="3295" actId="478"/>
          <ac:graphicFrameMkLst>
            <pc:docMk/>
            <pc:sldMk cId="4162859104" sldId="343"/>
            <ac:graphicFrameMk id="8" creationId="{00000000-0000-0000-0000-000000000000}"/>
          </ac:graphicFrameMkLst>
        </pc:graphicFrameChg>
        <pc:picChg chg="add mod">
          <ac:chgData name="Kalvis Golde" userId="d12450372feb7484" providerId="LiveId" clId="{2B4EF15D-42C9-844D-8A07-BC881FB6F23C}" dt="2021-06-22T17:26:35.033" v="12313" actId="1076"/>
          <ac:picMkLst>
            <pc:docMk/>
            <pc:sldMk cId="4162859104" sldId="343"/>
            <ac:picMk id="6" creationId="{DA5A4708-E159-5046-B882-4EF2145E2C7F}"/>
          </ac:picMkLst>
        </pc:picChg>
        <pc:picChg chg="add del mod">
          <ac:chgData name="Kalvis Golde" userId="d12450372feb7484" providerId="LiveId" clId="{2B4EF15D-42C9-844D-8A07-BC881FB6F23C}" dt="2021-06-22T17:26:17.483" v="12307" actId="478"/>
          <ac:picMkLst>
            <pc:docMk/>
            <pc:sldMk cId="4162859104" sldId="343"/>
            <ac:picMk id="10" creationId="{48AC3804-9B8C-DF4D-94A1-E91D9895F978}"/>
          </ac:picMkLst>
        </pc:picChg>
      </pc:sldChg>
      <pc:sldChg chg="addSp delSp modSp mod delCm">
        <pc:chgData name="Kalvis Golde" userId="d12450372feb7484" providerId="LiveId" clId="{2B4EF15D-42C9-844D-8A07-BC881FB6F23C}" dt="2021-06-22T19:03:59.482" v="13689" actId="13926"/>
        <pc:sldMkLst>
          <pc:docMk/>
          <pc:sldMk cId="2584210198" sldId="345"/>
        </pc:sldMkLst>
        <pc:spChg chg="del">
          <ac:chgData name="Kalvis Golde" userId="d12450372feb7484" providerId="LiveId" clId="{2B4EF15D-42C9-844D-8A07-BC881FB6F23C}" dt="2021-06-22T14:53:50.066" v="11230" actId="478"/>
          <ac:spMkLst>
            <pc:docMk/>
            <pc:sldMk cId="2584210198" sldId="345"/>
            <ac:spMk id="2" creationId="{00000000-0000-0000-0000-000000000000}"/>
          </ac:spMkLst>
        </pc:spChg>
        <pc:spChg chg="del">
          <ac:chgData name="Kalvis Golde" userId="d12450372feb7484" providerId="LiveId" clId="{2B4EF15D-42C9-844D-8A07-BC881FB6F23C}" dt="2021-06-10T18:54:58.624" v="3115" actId="478"/>
          <ac:spMkLst>
            <pc:docMk/>
            <pc:sldMk cId="2584210198" sldId="345"/>
            <ac:spMk id="3" creationId="{00000000-0000-0000-0000-000000000000}"/>
          </ac:spMkLst>
        </pc:spChg>
        <pc:spChg chg="del">
          <ac:chgData name="Kalvis Golde" userId="d12450372feb7484" providerId="LiveId" clId="{2B4EF15D-42C9-844D-8A07-BC881FB6F23C}" dt="2021-06-10T18:55:04.378" v="3116" actId="478"/>
          <ac:spMkLst>
            <pc:docMk/>
            <pc:sldMk cId="2584210198" sldId="345"/>
            <ac:spMk id="4" creationId="{00000000-0000-0000-0000-000000000000}"/>
          </ac:spMkLst>
        </pc:spChg>
        <pc:spChg chg="add del mod">
          <ac:chgData name="Kalvis Golde" userId="d12450372feb7484" providerId="LiveId" clId="{2B4EF15D-42C9-844D-8A07-BC881FB6F23C}" dt="2021-06-22T14:53:51.865" v="11231" actId="478"/>
          <ac:spMkLst>
            <pc:docMk/>
            <pc:sldMk cId="2584210198" sldId="345"/>
            <ac:spMk id="4" creationId="{81BE7985-E363-8C47-BD95-3A5ABE7BB20E}"/>
          </ac:spMkLst>
        </pc:spChg>
        <pc:spChg chg="add del mod">
          <ac:chgData name="Kalvis Golde" userId="d12450372feb7484" providerId="LiveId" clId="{2B4EF15D-42C9-844D-8A07-BC881FB6F23C}" dt="2021-06-22T14:53:16.395" v="11228" actId="478"/>
          <ac:spMkLst>
            <pc:docMk/>
            <pc:sldMk cId="2584210198" sldId="345"/>
            <ac:spMk id="6" creationId="{42E3A18F-FDFD-D145-8536-80F8DDB0BB37}"/>
          </ac:spMkLst>
        </pc:spChg>
        <pc:spChg chg="add mod">
          <ac:chgData name="Kalvis Golde" userId="d12450372feb7484" providerId="LiveId" clId="{2B4EF15D-42C9-844D-8A07-BC881FB6F23C}" dt="2021-06-22T19:03:59.482" v="13689" actId="13926"/>
          <ac:spMkLst>
            <pc:docMk/>
            <pc:sldMk cId="2584210198" sldId="345"/>
            <ac:spMk id="8" creationId="{A5345AB6-7B44-E44F-983D-1098CCD088F2}"/>
          </ac:spMkLst>
        </pc:spChg>
        <pc:graphicFrameChg chg="del">
          <ac:chgData name="Kalvis Golde" userId="d12450372feb7484" providerId="LiveId" clId="{2B4EF15D-42C9-844D-8A07-BC881FB6F23C}" dt="2021-06-10T18:54:51.478" v="3111" actId="478"/>
          <ac:graphicFrameMkLst>
            <pc:docMk/>
            <pc:sldMk cId="2584210198" sldId="345"/>
            <ac:graphicFrameMk id="9" creationId="{00000000-0000-0000-0000-000000000000}"/>
          </ac:graphicFrameMkLst>
        </pc:graphicFrameChg>
        <pc:graphicFrameChg chg="del">
          <ac:chgData name="Kalvis Golde" userId="d12450372feb7484" providerId="LiveId" clId="{2B4EF15D-42C9-844D-8A07-BC881FB6F23C}" dt="2021-06-10T18:54:54.298" v="3113" actId="478"/>
          <ac:graphicFrameMkLst>
            <pc:docMk/>
            <pc:sldMk cId="2584210198" sldId="345"/>
            <ac:graphicFrameMk id="11" creationId="{00000000-0000-0000-0000-000000000000}"/>
          </ac:graphicFrameMkLst>
        </pc:graphicFrameChg>
        <pc:graphicFrameChg chg="del">
          <ac:chgData name="Kalvis Golde" userId="d12450372feb7484" providerId="LiveId" clId="{2B4EF15D-42C9-844D-8A07-BC881FB6F23C}" dt="2021-06-10T18:54:53.572" v="3112" actId="478"/>
          <ac:graphicFrameMkLst>
            <pc:docMk/>
            <pc:sldMk cId="2584210198" sldId="345"/>
            <ac:graphicFrameMk id="12" creationId="{00000000-0000-0000-0000-000000000000}"/>
          </ac:graphicFrameMkLst>
        </pc:graphicFrameChg>
        <pc:graphicFrameChg chg="del mod">
          <ac:chgData name="Kalvis Golde" userId="d12450372feb7484" providerId="LiveId" clId="{2B4EF15D-42C9-844D-8A07-BC881FB6F23C}" dt="2021-06-22T14:53:20.509" v="11229" actId="478"/>
          <ac:graphicFrameMkLst>
            <pc:docMk/>
            <pc:sldMk cId="2584210198" sldId="345"/>
            <ac:graphicFrameMk id="13" creationId="{00000000-0000-0000-0000-000000000000}"/>
          </ac:graphicFrameMkLst>
        </pc:graphicFrameChg>
      </pc:sldChg>
      <pc:sldChg chg="addSp delSp modSp mod delCm">
        <pc:chgData name="Kalvis Golde" userId="d12450372feb7484" providerId="LiveId" clId="{2B4EF15D-42C9-844D-8A07-BC881FB6F23C}" dt="2021-06-22T19:08:54.899" v="13797" actId="13926"/>
        <pc:sldMkLst>
          <pc:docMk/>
          <pc:sldMk cId="1171196212" sldId="346"/>
        </pc:sldMkLst>
        <pc:spChg chg="del mod">
          <ac:chgData name="Kalvis Golde" userId="d12450372feb7484" providerId="LiveId" clId="{2B4EF15D-42C9-844D-8A07-BC881FB6F23C}" dt="2021-06-10T18:59:06.678" v="3312" actId="478"/>
          <ac:spMkLst>
            <pc:docMk/>
            <pc:sldMk cId="1171196212" sldId="346"/>
            <ac:spMk id="2" creationId="{00000000-0000-0000-0000-000000000000}"/>
          </ac:spMkLst>
        </pc:spChg>
        <pc:spChg chg="del">
          <ac:chgData name="Kalvis Golde" userId="d12450372feb7484" providerId="LiveId" clId="{2B4EF15D-42C9-844D-8A07-BC881FB6F23C}" dt="2021-06-10T18:59:00.854" v="3309" actId="478"/>
          <ac:spMkLst>
            <pc:docMk/>
            <pc:sldMk cId="1171196212" sldId="346"/>
            <ac:spMk id="3" creationId="{00000000-0000-0000-0000-000000000000}"/>
          </ac:spMkLst>
        </pc:spChg>
        <pc:spChg chg="add del mod">
          <ac:chgData name="Kalvis Golde" userId="d12450372feb7484" providerId="LiveId" clId="{2B4EF15D-42C9-844D-8A07-BC881FB6F23C}" dt="2021-06-22T17:26:58.288" v="12317" actId="478"/>
          <ac:spMkLst>
            <pc:docMk/>
            <pc:sldMk cId="1171196212" sldId="346"/>
            <ac:spMk id="3" creationId="{7836D072-A336-4D48-8600-44871A061855}"/>
          </ac:spMkLst>
        </pc:spChg>
        <pc:spChg chg="add mod">
          <ac:chgData name="Kalvis Golde" userId="d12450372feb7484" providerId="LiveId" clId="{2B4EF15D-42C9-844D-8A07-BC881FB6F23C}" dt="2021-06-22T17:33:42.346" v="12624" actId="1037"/>
          <ac:spMkLst>
            <pc:docMk/>
            <pc:sldMk cId="1171196212" sldId="346"/>
            <ac:spMk id="5" creationId="{3B11E498-C84D-3542-AABE-CEE9AB4BD6EE}"/>
          </ac:spMkLst>
        </pc:spChg>
        <pc:spChg chg="add del mod">
          <ac:chgData name="Kalvis Golde" userId="d12450372feb7484" providerId="LiveId" clId="{2B4EF15D-42C9-844D-8A07-BC881FB6F23C}" dt="2021-06-10T18:59:08.909" v="3313" actId="478"/>
          <ac:spMkLst>
            <pc:docMk/>
            <pc:sldMk cId="1171196212" sldId="346"/>
            <ac:spMk id="6" creationId="{DCB32969-64FE-864B-967E-AD8213C3288F}"/>
          </ac:spMkLst>
        </pc:spChg>
        <pc:spChg chg="add mod">
          <ac:chgData name="Kalvis Golde" userId="d12450372feb7484" providerId="LiveId" clId="{2B4EF15D-42C9-844D-8A07-BC881FB6F23C}" dt="2021-06-22T19:08:54.899" v="13797" actId="13926"/>
          <ac:spMkLst>
            <pc:docMk/>
            <pc:sldMk cId="1171196212" sldId="346"/>
            <ac:spMk id="7" creationId="{20BA9BF7-B19D-8046-A716-301EFC5EBF4E}"/>
          </ac:spMkLst>
        </pc:spChg>
        <pc:spChg chg="add del mod">
          <ac:chgData name="Kalvis Golde" userId="d12450372feb7484" providerId="LiveId" clId="{2B4EF15D-42C9-844D-8A07-BC881FB6F23C}" dt="2021-06-10T18:59:11.514" v="3314" actId="478"/>
          <ac:spMkLst>
            <pc:docMk/>
            <pc:sldMk cId="1171196212" sldId="346"/>
            <ac:spMk id="9" creationId="{D95DBDBF-125A-C140-888B-FEDC877FE076}"/>
          </ac:spMkLst>
        </pc:spChg>
        <pc:spChg chg="add del mod">
          <ac:chgData name="Kalvis Golde" userId="d12450372feb7484" providerId="LiveId" clId="{2B4EF15D-42C9-844D-8A07-BC881FB6F23C}" dt="2021-06-22T17:26:53.603" v="12315" actId="478"/>
          <ac:spMkLst>
            <pc:docMk/>
            <pc:sldMk cId="1171196212" sldId="346"/>
            <ac:spMk id="12" creationId="{2A4741C6-071F-F343-9F40-92D5E5343558}"/>
          </ac:spMkLst>
        </pc:spChg>
        <pc:graphicFrameChg chg="del modGraphic">
          <ac:chgData name="Kalvis Golde" userId="d12450372feb7484" providerId="LiveId" clId="{2B4EF15D-42C9-844D-8A07-BC881FB6F23C}" dt="2021-06-10T18:59:03.958" v="3310" actId="478"/>
          <ac:graphicFrameMkLst>
            <pc:docMk/>
            <pc:sldMk cId="1171196212" sldId="346"/>
            <ac:graphicFrameMk id="7" creationId="{00000000-0000-0000-0000-000000000000}"/>
          </ac:graphicFrameMkLst>
        </pc:graphicFrameChg>
        <pc:picChg chg="add del mod">
          <ac:chgData name="Kalvis Golde" userId="d12450372feb7484" providerId="LiveId" clId="{2B4EF15D-42C9-844D-8A07-BC881FB6F23C}" dt="2021-06-10T20:56:19.705" v="9687" actId="478"/>
          <ac:picMkLst>
            <pc:docMk/>
            <pc:sldMk cId="1171196212" sldId="346"/>
            <ac:picMk id="11" creationId="{BFA1BDFF-033B-5D4A-8236-FC73573325AD}"/>
          </ac:picMkLst>
        </pc:picChg>
        <pc:picChg chg="add mod">
          <ac:chgData name="Kalvis Golde" userId="d12450372feb7484" providerId="LiveId" clId="{2B4EF15D-42C9-844D-8A07-BC881FB6F23C}" dt="2021-06-22T19:02:58.166" v="13684" actId="1076"/>
          <ac:picMkLst>
            <pc:docMk/>
            <pc:sldMk cId="1171196212" sldId="346"/>
            <ac:picMk id="14" creationId="{30DF6DD2-6D36-CF43-B40F-3BC5CF8D1A02}"/>
          </ac:picMkLst>
        </pc:picChg>
      </pc:sldChg>
      <pc:sldChg chg="addSp delSp modSp mod delCm">
        <pc:chgData name="Kalvis Golde" userId="d12450372feb7484" providerId="LiveId" clId="{2B4EF15D-42C9-844D-8A07-BC881FB6F23C}" dt="2021-06-22T19:12:35.094" v="13817" actId="13926"/>
        <pc:sldMkLst>
          <pc:docMk/>
          <pc:sldMk cId="2978318038" sldId="348"/>
        </pc:sldMkLst>
        <pc:spChg chg="mod">
          <ac:chgData name="Kalvis Golde" userId="d12450372feb7484" providerId="LiveId" clId="{2B4EF15D-42C9-844D-8A07-BC881FB6F23C}" dt="2021-06-22T19:12:35.094" v="13817" actId="13926"/>
          <ac:spMkLst>
            <pc:docMk/>
            <pc:sldMk cId="2978318038" sldId="348"/>
            <ac:spMk id="2" creationId="{00000000-0000-0000-0000-000000000000}"/>
          </ac:spMkLst>
        </pc:spChg>
        <pc:spChg chg="del">
          <ac:chgData name="Kalvis Golde" userId="d12450372feb7484" providerId="LiveId" clId="{2B4EF15D-42C9-844D-8A07-BC881FB6F23C}" dt="2021-06-10T20:08:17.043" v="7922" actId="478"/>
          <ac:spMkLst>
            <pc:docMk/>
            <pc:sldMk cId="2978318038" sldId="348"/>
            <ac:spMk id="3" creationId="{00000000-0000-0000-0000-000000000000}"/>
          </ac:spMkLst>
        </pc:spChg>
        <pc:spChg chg="add mod">
          <ac:chgData name="Kalvis Golde" userId="d12450372feb7484" providerId="LiveId" clId="{2B4EF15D-42C9-844D-8A07-BC881FB6F23C}" dt="2021-06-17T18:15:32.371" v="11076" actId="207"/>
          <ac:spMkLst>
            <pc:docMk/>
            <pc:sldMk cId="2978318038" sldId="348"/>
            <ac:spMk id="6" creationId="{604D38DC-2BAB-E347-BB0D-92A64F59EA09}"/>
          </ac:spMkLst>
        </pc:spChg>
      </pc:sldChg>
      <pc:sldChg chg="del">
        <pc:chgData name="Kalvis Golde" userId="d12450372feb7484" providerId="LiveId" clId="{2B4EF15D-42C9-844D-8A07-BC881FB6F23C}" dt="2021-06-10T20:58:25.743" v="9796" actId="2696"/>
        <pc:sldMkLst>
          <pc:docMk/>
          <pc:sldMk cId="870864457" sldId="349"/>
        </pc:sldMkLst>
      </pc:sldChg>
      <pc:sldChg chg="addSp modSp mod addCm delCm">
        <pc:chgData name="Kalvis Golde" userId="d12450372feb7484" providerId="LiveId" clId="{2B4EF15D-42C9-844D-8A07-BC881FB6F23C}" dt="2021-06-22T19:12:42.603" v="13819" actId="13926"/>
        <pc:sldMkLst>
          <pc:docMk/>
          <pc:sldMk cId="2490458516" sldId="350"/>
        </pc:sldMkLst>
        <pc:spChg chg="mod">
          <ac:chgData name="Kalvis Golde" userId="d12450372feb7484" providerId="LiveId" clId="{2B4EF15D-42C9-844D-8A07-BC881FB6F23C}" dt="2021-06-22T19:12:42.603" v="13819" actId="13926"/>
          <ac:spMkLst>
            <pc:docMk/>
            <pc:sldMk cId="2490458516" sldId="350"/>
            <ac:spMk id="2" creationId="{00000000-0000-0000-0000-000000000000}"/>
          </ac:spMkLst>
        </pc:spChg>
        <pc:spChg chg="add mod">
          <ac:chgData name="Kalvis Golde" userId="d12450372feb7484" providerId="LiveId" clId="{2B4EF15D-42C9-844D-8A07-BC881FB6F23C}" dt="2021-06-17T18:20:05.269" v="11205" actId="207"/>
          <ac:spMkLst>
            <pc:docMk/>
            <pc:sldMk cId="2490458516" sldId="350"/>
            <ac:spMk id="4" creationId="{EBB4B57C-D160-FF4E-A10F-420A073A4FF2}"/>
          </ac:spMkLst>
        </pc:spChg>
        <pc:picChg chg="add mod">
          <ac:chgData name="Kalvis Golde" userId="d12450372feb7484" providerId="LiveId" clId="{2B4EF15D-42C9-844D-8A07-BC881FB6F23C}" dt="2021-06-10T20:40:19.830" v="8818" actId="1076"/>
          <ac:picMkLst>
            <pc:docMk/>
            <pc:sldMk cId="2490458516" sldId="350"/>
            <ac:picMk id="6" creationId="{69EF4B9C-DA31-1043-88DB-484CDCD83CE3}"/>
          </ac:picMkLst>
        </pc:picChg>
        <pc:picChg chg="mod">
          <ac:chgData name="Kalvis Golde" userId="d12450372feb7484" providerId="LiveId" clId="{2B4EF15D-42C9-844D-8A07-BC881FB6F23C}" dt="2021-06-10T20:40:12.949" v="8816" actId="1076"/>
          <ac:picMkLst>
            <pc:docMk/>
            <pc:sldMk cId="2490458516" sldId="350"/>
            <ac:picMk id="12" creationId="{17AB583D-3F7D-F540-A125-62EEE7803317}"/>
          </ac:picMkLst>
        </pc:picChg>
      </pc:sldChg>
      <pc:sldChg chg="addSp delSp modSp mod delCm">
        <pc:chgData name="Kalvis Golde" userId="d12450372feb7484" providerId="LiveId" clId="{2B4EF15D-42C9-844D-8A07-BC881FB6F23C}" dt="2021-06-22T19:14:36.935" v="13866" actId="13926"/>
        <pc:sldMkLst>
          <pc:docMk/>
          <pc:sldMk cId="0" sldId="366"/>
        </pc:sldMkLst>
        <pc:spChg chg="del mod">
          <ac:chgData name="Kalvis Golde" userId="d12450372feb7484" providerId="LiveId" clId="{2B4EF15D-42C9-844D-8A07-BC881FB6F23C}" dt="2021-06-22T19:14:09.970" v="13862" actId="478"/>
          <ac:spMkLst>
            <pc:docMk/>
            <pc:sldMk cId="0" sldId="366"/>
            <ac:spMk id="2" creationId="{00000000-0000-0000-0000-000000000000}"/>
          </ac:spMkLst>
        </pc:spChg>
        <pc:spChg chg="add mod">
          <ac:chgData name="Kalvis Golde" userId="d12450372feb7484" providerId="LiveId" clId="{2B4EF15D-42C9-844D-8A07-BC881FB6F23C}" dt="2021-06-17T18:20:19.443" v="11208" actId="207"/>
          <ac:spMkLst>
            <pc:docMk/>
            <pc:sldMk cId="0" sldId="366"/>
            <ac:spMk id="5" creationId="{41E15243-F231-B943-B384-F39052C8FD56}"/>
          </ac:spMkLst>
        </pc:spChg>
        <pc:spChg chg="add del mod">
          <ac:chgData name="Kalvis Golde" userId="d12450372feb7484" providerId="LiveId" clId="{2B4EF15D-42C9-844D-8A07-BC881FB6F23C}" dt="2021-06-22T19:14:18.689" v="13863" actId="478"/>
          <ac:spMkLst>
            <pc:docMk/>
            <pc:sldMk cId="0" sldId="366"/>
            <ac:spMk id="7" creationId="{071FC67B-0F1A-F244-9348-2C609F6D3696}"/>
          </ac:spMkLst>
        </pc:spChg>
        <pc:spChg chg="add mod">
          <ac:chgData name="Kalvis Golde" userId="d12450372feb7484" providerId="LiveId" clId="{2B4EF15D-42C9-844D-8A07-BC881FB6F23C}" dt="2021-06-22T19:14:36.935" v="13866" actId="13926"/>
          <ac:spMkLst>
            <pc:docMk/>
            <pc:sldMk cId="0" sldId="366"/>
            <ac:spMk id="13" creationId="{21C79908-CC05-7E4A-9D1A-812B2A930E7D}"/>
          </ac:spMkLst>
        </pc:spChg>
        <pc:graphicFrameChg chg="mod">
          <ac:chgData name="Kalvis Golde" userId="d12450372feb7484" providerId="LiveId" clId="{2B4EF15D-42C9-844D-8A07-BC881FB6F23C}" dt="2021-06-22T19:14:31.398" v="13865" actId="1076"/>
          <ac:graphicFrameMkLst>
            <pc:docMk/>
            <pc:sldMk cId="0" sldId="366"/>
            <ac:graphicFrameMk id="8" creationId="{00000000-0000-0000-0000-000000000000}"/>
          </ac:graphicFrameMkLst>
        </pc:graphicFrameChg>
        <pc:graphicFrameChg chg="mod">
          <ac:chgData name="Kalvis Golde" userId="d12450372feb7484" providerId="LiveId" clId="{2B4EF15D-42C9-844D-8A07-BC881FB6F23C}" dt="2021-06-10T20:42:21.259" v="8912" actId="1076"/>
          <ac:graphicFrameMkLst>
            <pc:docMk/>
            <pc:sldMk cId="0" sldId="366"/>
            <ac:graphicFrameMk id="10" creationId="{00000000-0000-0000-0000-000000000000}"/>
          </ac:graphicFrameMkLst>
        </pc:graphicFrameChg>
        <pc:graphicFrameChg chg="mod">
          <ac:chgData name="Kalvis Golde" userId="d12450372feb7484" providerId="LiveId" clId="{2B4EF15D-42C9-844D-8A07-BC881FB6F23C}" dt="2021-06-10T20:42:12.728" v="8910" actId="1076"/>
          <ac:graphicFrameMkLst>
            <pc:docMk/>
            <pc:sldMk cId="0" sldId="366"/>
            <ac:graphicFrameMk id="11" creationId="{00000000-0000-0000-0000-000000000000}"/>
          </ac:graphicFrameMkLst>
        </pc:graphicFrameChg>
        <pc:graphicFrameChg chg="mod">
          <ac:chgData name="Kalvis Golde" userId="d12450372feb7484" providerId="LiveId" clId="{2B4EF15D-42C9-844D-8A07-BC881FB6F23C}" dt="2021-06-10T20:42:16.610" v="8911" actId="1076"/>
          <ac:graphicFrameMkLst>
            <pc:docMk/>
            <pc:sldMk cId="0" sldId="366"/>
            <ac:graphicFrameMk id="12" creationId="{00000000-0000-0000-0000-000000000000}"/>
          </ac:graphicFrameMkLst>
        </pc:graphicFrameChg>
      </pc:sldChg>
      <pc:sldChg chg="del">
        <pc:chgData name="Kalvis Golde" userId="d12450372feb7484" providerId="LiveId" clId="{2B4EF15D-42C9-844D-8A07-BC881FB6F23C}" dt="2021-06-10T21:00:09.336" v="9974" actId="2696"/>
        <pc:sldMkLst>
          <pc:docMk/>
          <pc:sldMk cId="0" sldId="367"/>
        </pc:sldMkLst>
      </pc:sldChg>
      <pc:sldChg chg="del">
        <pc:chgData name="Kalvis Golde" userId="d12450372feb7484" providerId="LiveId" clId="{2B4EF15D-42C9-844D-8A07-BC881FB6F23C}" dt="2021-06-10T21:00:10.196" v="9975" actId="2696"/>
        <pc:sldMkLst>
          <pc:docMk/>
          <pc:sldMk cId="0" sldId="368"/>
        </pc:sldMkLst>
      </pc:sldChg>
      <pc:sldChg chg="del">
        <pc:chgData name="Kalvis Golde" userId="d12450372feb7484" providerId="LiveId" clId="{2B4EF15D-42C9-844D-8A07-BC881FB6F23C}" dt="2021-06-10T21:00:11.055" v="9976" actId="2696"/>
        <pc:sldMkLst>
          <pc:docMk/>
          <pc:sldMk cId="0" sldId="369"/>
        </pc:sldMkLst>
      </pc:sldChg>
      <pc:sldChg chg="del">
        <pc:chgData name="Kalvis Golde" userId="d12450372feb7484" providerId="LiveId" clId="{2B4EF15D-42C9-844D-8A07-BC881FB6F23C}" dt="2021-06-10T21:00:11.752" v="9977" actId="2696"/>
        <pc:sldMkLst>
          <pc:docMk/>
          <pc:sldMk cId="0" sldId="370"/>
        </pc:sldMkLst>
      </pc:sldChg>
      <pc:sldChg chg="del">
        <pc:chgData name="Kalvis Golde" userId="d12450372feb7484" providerId="LiveId" clId="{2B4EF15D-42C9-844D-8A07-BC881FB6F23C}" dt="2021-06-10T21:00:12.651" v="9978" actId="2696"/>
        <pc:sldMkLst>
          <pc:docMk/>
          <pc:sldMk cId="0" sldId="371"/>
        </pc:sldMkLst>
      </pc:sldChg>
      <pc:sldChg chg="del">
        <pc:chgData name="Kalvis Golde" userId="d12450372feb7484" providerId="LiveId" clId="{2B4EF15D-42C9-844D-8A07-BC881FB6F23C}" dt="2021-06-10T21:00:13.524" v="9979" actId="2696"/>
        <pc:sldMkLst>
          <pc:docMk/>
          <pc:sldMk cId="0" sldId="372"/>
        </pc:sldMkLst>
      </pc:sldChg>
      <pc:sldChg chg="addSp delSp modSp mod delCm">
        <pc:chgData name="Kalvis Golde" userId="d12450372feb7484" providerId="LiveId" clId="{2B4EF15D-42C9-844D-8A07-BC881FB6F23C}" dt="2021-06-22T19:03:52.543" v="13688" actId="13926"/>
        <pc:sldMkLst>
          <pc:docMk/>
          <pc:sldMk cId="1033537365" sldId="381"/>
        </pc:sldMkLst>
        <pc:spChg chg="del">
          <ac:chgData name="Kalvis Golde" userId="d12450372feb7484" providerId="LiveId" clId="{2B4EF15D-42C9-844D-8A07-BC881FB6F23C}" dt="2021-06-10T18:33:23.220" v="1239" actId="478"/>
          <ac:spMkLst>
            <pc:docMk/>
            <pc:sldMk cId="1033537365" sldId="381"/>
            <ac:spMk id="2" creationId="{00000000-0000-0000-0000-000000000000}"/>
          </ac:spMkLst>
        </pc:spChg>
        <pc:spChg chg="add mod">
          <ac:chgData name="Kalvis Golde" userId="d12450372feb7484" providerId="LiveId" clId="{2B4EF15D-42C9-844D-8A07-BC881FB6F23C}" dt="2021-06-17T18:18:25.949" v="11203" actId="20577"/>
          <ac:spMkLst>
            <pc:docMk/>
            <pc:sldMk cId="1033537365" sldId="381"/>
            <ac:spMk id="2" creationId="{6B70F8D5-0CCD-8D43-B264-3D7D2506C878}"/>
          </ac:spMkLst>
        </pc:spChg>
        <pc:spChg chg="del mod">
          <ac:chgData name="Kalvis Golde" userId="d12450372feb7484" providerId="LiveId" clId="{2B4EF15D-42C9-844D-8A07-BC881FB6F23C}" dt="2021-06-10T18:45:24.814" v="2001" actId="478"/>
          <ac:spMkLst>
            <pc:docMk/>
            <pc:sldMk cId="1033537365" sldId="381"/>
            <ac:spMk id="3" creationId="{00000000-0000-0000-0000-000000000000}"/>
          </ac:spMkLst>
        </pc:spChg>
        <pc:spChg chg="mod">
          <ac:chgData name="Kalvis Golde" userId="d12450372feb7484" providerId="LiveId" clId="{2B4EF15D-42C9-844D-8A07-BC881FB6F23C}" dt="2021-06-10T18:41:01.231" v="1677" actId="1076"/>
          <ac:spMkLst>
            <pc:docMk/>
            <pc:sldMk cId="1033537365" sldId="381"/>
            <ac:spMk id="5" creationId="{00000000-0000-0000-0000-000000000000}"/>
          </ac:spMkLst>
        </pc:spChg>
        <pc:spChg chg="add del mod">
          <ac:chgData name="Kalvis Golde" userId="d12450372feb7484" providerId="LiveId" clId="{2B4EF15D-42C9-844D-8A07-BC881FB6F23C}" dt="2021-06-10T18:33:25.426" v="1240" actId="478"/>
          <ac:spMkLst>
            <pc:docMk/>
            <pc:sldMk cId="1033537365" sldId="381"/>
            <ac:spMk id="8" creationId="{7BAD2F67-4707-FE42-9C12-832C86EA8F93}"/>
          </ac:spMkLst>
        </pc:spChg>
        <pc:spChg chg="add mod">
          <ac:chgData name="Kalvis Golde" userId="d12450372feb7484" providerId="LiveId" clId="{2B4EF15D-42C9-844D-8A07-BC881FB6F23C}" dt="2021-06-22T19:03:52.543" v="13688" actId="13926"/>
          <ac:spMkLst>
            <pc:docMk/>
            <pc:sldMk cId="1033537365" sldId="381"/>
            <ac:spMk id="9" creationId="{FB458F45-4DA8-A94D-8CED-F9D64AF83BD0}"/>
          </ac:spMkLst>
        </pc:spChg>
        <pc:spChg chg="add del mod">
          <ac:chgData name="Kalvis Golde" userId="d12450372feb7484" providerId="LiveId" clId="{2B4EF15D-42C9-844D-8A07-BC881FB6F23C}" dt="2021-06-10T21:44:09.840" v="10583" actId="478"/>
          <ac:spMkLst>
            <pc:docMk/>
            <pc:sldMk cId="1033537365" sldId="381"/>
            <ac:spMk id="10" creationId="{2D0CEB1D-F982-BE40-988A-B55BBB026128}"/>
          </ac:spMkLst>
        </pc:spChg>
        <pc:graphicFrameChg chg="del">
          <ac:chgData name="Kalvis Golde" userId="d12450372feb7484" providerId="LiveId" clId="{2B4EF15D-42C9-844D-8A07-BC881FB6F23C}" dt="2021-06-10T18:33:54.831" v="1262" actId="478"/>
          <ac:graphicFrameMkLst>
            <pc:docMk/>
            <pc:sldMk cId="1033537365" sldId="381"/>
            <ac:graphicFrameMk id="4" creationId="{00000000-0000-0000-0000-000000000000}"/>
          </ac:graphicFrameMkLst>
        </pc:graphicFrameChg>
        <pc:graphicFrameChg chg="mod modGraphic">
          <ac:chgData name="Kalvis Golde" userId="d12450372feb7484" providerId="LiveId" clId="{2B4EF15D-42C9-844D-8A07-BC881FB6F23C}" dt="2021-06-17T18:16:21.211" v="11084" actId="1035"/>
          <ac:graphicFrameMkLst>
            <pc:docMk/>
            <pc:sldMk cId="1033537365" sldId="381"/>
            <ac:graphicFrameMk id="7" creationId="{00000000-0000-0000-0000-000000000000}"/>
          </ac:graphicFrameMkLst>
        </pc:graphicFrameChg>
      </pc:sldChg>
      <pc:sldChg chg="addSp delSp modSp mod ord addCm delCm modCm">
        <pc:chgData name="Kalvis Golde" userId="d12450372feb7484" providerId="LiveId" clId="{2B4EF15D-42C9-844D-8A07-BC881FB6F23C}" dt="2021-06-22T21:22:10.418" v="15340"/>
        <pc:sldMkLst>
          <pc:docMk/>
          <pc:sldMk cId="1104016091" sldId="383"/>
        </pc:sldMkLst>
        <pc:spChg chg="del mod">
          <ac:chgData name="Kalvis Golde" userId="d12450372feb7484" providerId="LiveId" clId="{2B4EF15D-42C9-844D-8A07-BC881FB6F23C}" dt="2021-06-22T17:34:33.099" v="12699" actId="478"/>
          <ac:spMkLst>
            <pc:docMk/>
            <pc:sldMk cId="1104016091" sldId="383"/>
            <ac:spMk id="2" creationId="{00000000-0000-0000-0000-000000000000}"/>
          </ac:spMkLst>
        </pc:spChg>
        <pc:spChg chg="add del mod">
          <ac:chgData name="Kalvis Golde" userId="d12450372feb7484" providerId="LiveId" clId="{2B4EF15D-42C9-844D-8A07-BC881FB6F23C}" dt="2021-06-22T18:30:04.339" v="13124" actId="478"/>
          <ac:spMkLst>
            <pc:docMk/>
            <pc:sldMk cId="1104016091" sldId="383"/>
            <ac:spMk id="3" creationId="{B5634BCE-99A1-644D-AC68-3A65F7B40DFE}"/>
          </ac:spMkLst>
        </pc:spChg>
        <pc:spChg chg="add del mod">
          <ac:chgData name="Kalvis Golde" userId="d12450372feb7484" providerId="LiveId" clId="{2B4EF15D-42C9-844D-8A07-BC881FB6F23C}" dt="2021-06-22T17:34:36.220" v="12701" actId="478"/>
          <ac:spMkLst>
            <pc:docMk/>
            <pc:sldMk cId="1104016091" sldId="383"/>
            <ac:spMk id="7" creationId="{260F01D1-D400-844B-832E-E94656415BF6}"/>
          </ac:spMkLst>
        </pc:spChg>
        <pc:spChg chg="add mod">
          <ac:chgData name="Kalvis Golde" userId="d12450372feb7484" providerId="LiveId" clId="{2B4EF15D-42C9-844D-8A07-BC881FB6F23C}" dt="2021-06-22T19:34:33.469" v="14239" actId="13926"/>
          <ac:spMkLst>
            <pc:docMk/>
            <pc:sldMk cId="1104016091" sldId="383"/>
            <ac:spMk id="11" creationId="{53B38A24-C2D1-2542-AF2D-D68A7476B6F0}"/>
          </ac:spMkLst>
        </pc:spChg>
        <pc:graphicFrameChg chg="mod modGraphic">
          <ac:chgData name="Kalvis Golde" userId="d12450372feb7484" providerId="LiveId" clId="{2B4EF15D-42C9-844D-8A07-BC881FB6F23C}" dt="2021-06-22T20:39:27.167" v="14721" actId="13926"/>
          <ac:graphicFrameMkLst>
            <pc:docMk/>
            <pc:sldMk cId="1104016091" sldId="383"/>
            <ac:graphicFrameMk id="5" creationId="{00000000-0000-0000-0000-000000000000}"/>
          </ac:graphicFrameMkLst>
        </pc:graphicFrameChg>
        <pc:graphicFrameChg chg="del">
          <ac:chgData name="Kalvis Golde" userId="d12450372feb7484" providerId="LiveId" clId="{2B4EF15D-42C9-844D-8A07-BC881FB6F23C}" dt="2021-06-10T17:51:40.747" v="276" actId="21"/>
          <ac:graphicFrameMkLst>
            <pc:docMk/>
            <pc:sldMk cId="1104016091" sldId="383"/>
            <ac:graphicFrameMk id="7" creationId="{00000000-0000-0000-0000-000000000000}"/>
          </ac:graphicFrameMkLst>
        </pc:graphicFrameChg>
        <pc:graphicFrameChg chg="del">
          <ac:chgData name="Kalvis Golde" userId="d12450372feb7484" providerId="LiveId" clId="{2B4EF15D-42C9-844D-8A07-BC881FB6F23C}" dt="2021-06-10T18:58:41" v="3305" actId="478"/>
          <ac:graphicFrameMkLst>
            <pc:docMk/>
            <pc:sldMk cId="1104016091" sldId="383"/>
            <ac:graphicFrameMk id="8" creationId="{00000000-0000-0000-0000-000000000000}"/>
          </ac:graphicFrameMkLst>
        </pc:graphicFrameChg>
        <pc:graphicFrameChg chg="mod modGraphic">
          <ac:chgData name="Kalvis Golde" userId="d12450372feb7484" providerId="LiveId" clId="{2B4EF15D-42C9-844D-8A07-BC881FB6F23C}" dt="2021-06-22T20:39:22.348" v="14720" actId="13926"/>
          <ac:graphicFrameMkLst>
            <pc:docMk/>
            <pc:sldMk cId="1104016091" sldId="383"/>
            <ac:graphicFrameMk id="9" creationId="{00000000-0000-0000-0000-000000000000}"/>
          </ac:graphicFrameMkLst>
        </pc:graphicFrameChg>
        <pc:graphicFrameChg chg="add del mod modGraphic">
          <ac:chgData name="Kalvis Golde" userId="d12450372feb7484" providerId="LiveId" clId="{2B4EF15D-42C9-844D-8A07-BC881FB6F23C}" dt="2021-06-22T19:01:21.805" v="13639" actId="478"/>
          <ac:graphicFrameMkLst>
            <pc:docMk/>
            <pc:sldMk cId="1104016091" sldId="383"/>
            <ac:graphicFrameMk id="10" creationId="{75C7D152-9D97-7546-B8CD-869ECA6A2A10}"/>
          </ac:graphicFrameMkLst>
        </pc:graphicFrameChg>
        <pc:graphicFrameChg chg="add mod modGraphic">
          <ac:chgData name="Kalvis Golde" userId="d12450372feb7484" providerId="LiveId" clId="{2B4EF15D-42C9-844D-8A07-BC881FB6F23C}" dt="2021-06-22T19:34:23.916" v="14238" actId="1035"/>
          <ac:graphicFrameMkLst>
            <pc:docMk/>
            <pc:sldMk cId="1104016091" sldId="383"/>
            <ac:graphicFrameMk id="12" creationId="{CC33FC22-44FB-C043-B5DB-9280A1B6ECB8}"/>
          </ac:graphicFrameMkLst>
        </pc:graphicFrameChg>
      </pc:sldChg>
      <pc:sldChg chg="addSp delSp modSp mod ord delCm">
        <pc:chgData name="Kalvis Golde" userId="d12450372feb7484" providerId="LiveId" clId="{2B4EF15D-42C9-844D-8A07-BC881FB6F23C}" dt="2021-06-22T19:12:01.723" v="13812" actId="13926"/>
        <pc:sldMkLst>
          <pc:docMk/>
          <pc:sldMk cId="1145471676" sldId="384"/>
        </pc:sldMkLst>
        <pc:spChg chg="mod">
          <ac:chgData name="Kalvis Golde" userId="d12450372feb7484" providerId="LiveId" clId="{2B4EF15D-42C9-844D-8A07-BC881FB6F23C}" dt="2021-06-22T19:12:01.723" v="13812" actId="13926"/>
          <ac:spMkLst>
            <pc:docMk/>
            <pc:sldMk cId="1145471676" sldId="384"/>
            <ac:spMk id="2" creationId="{00000000-0000-0000-0000-000000000000}"/>
          </ac:spMkLst>
        </pc:spChg>
        <pc:spChg chg="del">
          <ac:chgData name="Kalvis Golde" userId="d12450372feb7484" providerId="LiveId" clId="{2B4EF15D-42C9-844D-8A07-BC881FB6F23C}" dt="2021-06-10T19:01:35.567" v="3443" actId="478"/>
          <ac:spMkLst>
            <pc:docMk/>
            <pc:sldMk cId="1145471676" sldId="384"/>
            <ac:spMk id="3" creationId="{00000000-0000-0000-0000-000000000000}"/>
          </ac:spMkLst>
        </pc:spChg>
        <pc:spChg chg="add del mod">
          <ac:chgData name="Kalvis Golde" userId="d12450372feb7484" providerId="LiveId" clId="{2B4EF15D-42C9-844D-8A07-BC881FB6F23C}" dt="2021-06-10T17:52:41.849" v="293" actId="478"/>
          <ac:spMkLst>
            <pc:docMk/>
            <pc:sldMk cId="1145471676" sldId="384"/>
            <ac:spMk id="11" creationId="{51D78BFF-1C2D-6D4E-8D6A-20C793EA1E86}"/>
          </ac:spMkLst>
        </pc:spChg>
        <pc:spChg chg="add mod">
          <ac:chgData name="Kalvis Golde" userId="d12450372feb7484" providerId="LiveId" clId="{2B4EF15D-42C9-844D-8A07-BC881FB6F23C}" dt="2021-06-17T18:15:10.826" v="11074" actId="207"/>
          <ac:spMkLst>
            <pc:docMk/>
            <pc:sldMk cId="1145471676" sldId="384"/>
            <ac:spMk id="12" creationId="{3F010283-F523-E04C-BB15-5F240A81E675}"/>
          </ac:spMkLst>
        </pc:spChg>
        <pc:spChg chg="add del mod">
          <ac:chgData name="Kalvis Golde" userId="d12450372feb7484" providerId="LiveId" clId="{2B4EF15D-42C9-844D-8A07-BC881FB6F23C}" dt="2021-06-10T19:45:42.779" v="6408"/>
          <ac:spMkLst>
            <pc:docMk/>
            <pc:sldMk cId="1145471676" sldId="384"/>
            <ac:spMk id="13" creationId="{B2833B3D-0704-F348-A4C3-9014F005F623}"/>
          </ac:spMkLst>
        </pc:spChg>
        <pc:spChg chg="add del mod">
          <ac:chgData name="Kalvis Golde" userId="d12450372feb7484" providerId="LiveId" clId="{2B4EF15D-42C9-844D-8A07-BC881FB6F23C}" dt="2021-06-10T19:45:47.417" v="6410"/>
          <ac:spMkLst>
            <pc:docMk/>
            <pc:sldMk cId="1145471676" sldId="384"/>
            <ac:spMk id="14" creationId="{24D4B371-6B6D-BE4F-A7AC-8806B56D6FC1}"/>
          </ac:spMkLst>
        </pc:spChg>
        <pc:spChg chg="add del mod">
          <ac:chgData name="Kalvis Golde" userId="d12450372feb7484" providerId="LiveId" clId="{2B4EF15D-42C9-844D-8A07-BC881FB6F23C}" dt="2021-06-10T19:54:46.695" v="6726" actId="478"/>
          <ac:spMkLst>
            <pc:docMk/>
            <pc:sldMk cId="1145471676" sldId="384"/>
            <ac:spMk id="16" creationId="{1BED2A0A-A5B3-6A44-AFA8-DE467D07BB4E}"/>
          </ac:spMkLst>
        </pc:spChg>
        <pc:graphicFrameChg chg="del">
          <ac:chgData name="Kalvis Golde" userId="d12450372feb7484" providerId="LiveId" clId="{2B4EF15D-42C9-844D-8A07-BC881FB6F23C}" dt="2021-06-10T17:52:37.559" v="291" actId="478"/>
          <ac:graphicFrameMkLst>
            <pc:docMk/>
            <pc:sldMk cId="1145471676" sldId="384"/>
            <ac:graphicFrameMk id="5" creationId="{00000000-0000-0000-0000-000000000000}"/>
          </ac:graphicFrameMkLst>
        </pc:graphicFrameChg>
        <pc:graphicFrameChg chg="del">
          <ac:chgData name="Kalvis Golde" userId="d12450372feb7484" providerId="LiveId" clId="{2B4EF15D-42C9-844D-8A07-BC881FB6F23C}" dt="2021-06-10T17:52:38.712" v="292" actId="478"/>
          <ac:graphicFrameMkLst>
            <pc:docMk/>
            <pc:sldMk cId="1145471676" sldId="384"/>
            <ac:graphicFrameMk id="6" creationId="{00000000-0000-0000-0000-000000000000}"/>
          </ac:graphicFrameMkLst>
        </pc:graphicFrameChg>
        <pc:graphicFrameChg chg="mod">
          <ac:chgData name="Kalvis Golde" userId="d12450372feb7484" providerId="LiveId" clId="{2B4EF15D-42C9-844D-8A07-BC881FB6F23C}" dt="2021-06-10T18:59:41.238" v="3319" actId="1076"/>
          <ac:graphicFrameMkLst>
            <pc:docMk/>
            <pc:sldMk cId="1145471676" sldId="384"/>
            <ac:graphicFrameMk id="7" creationId="{00000000-0000-0000-0000-000000000000}"/>
          </ac:graphicFrameMkLst>
        </pc:graphicFrameChg>
        <pc:graphicFrameChg chg="del">
          <ac:chgData name="Kalvis Golde" userId="d12450372feb7484" providerId="LiveId" clId="{2B4EF15D-42C9-844D-8A07-BC881FB6F23C}" dt="2021-06-10T19:01:33.562" v="3442" actId="478"/>
          <ac:graphicFrameMkLst>
            <pc:docMk/>
            <pc:sldMk cId="1145471676" sldId="384"/>
            <ac:graphicFrameMk id="8" creationId="{00000000-0000-0000-0000-000000000000}"/>
          </ac:graphicFrameMkLst>
        </pc:graphicFrameChg>
        <pc:graphicFrameChg chg="del">
          <ac:chgData name="Kalvis Golde" userId="d12450372feb7484" providerId="LiveId" clId="{2B4EF15D-42C9-844D-8A07-BC881FB6F23C}" dt="2021-06-10T17:52:36.838" v="290" actId="478"/>
          <ac:graphicFrameMkLst>
            <pc:docMk/>
            <pc:sldMk cId="1145471676" sldId="384"/>
            <ac:graphicFrameMk id="9" creationId="{00000000-0000-0000-0000-000000000000}"/>
          </ac:graphicFrameMkLst>
        </pc:graphicFrameChg>
        <pc:graphicFrameChg chg="add del mod">
          <ac:chgData name="Kalvis Golde" userId="d12450372feb7484" providerId="LiveId" clId="{2B4EF15D-42C9-844D-8A07-BC881FB6F23C}" dt="2021-06-10T19:54:44.551" v="6725" actId="478"/>
          <ac:graphicFrameMkLst>
            <pc:docMk/>
            <pc:sldMk cId="1145471676" sldId="384"/>
            <ac:graphicFrameMk id="15" creationId="{03DEA91C-1C43-474D-A1F1-0C537074461B}"/>
          </ac:graphicFrameMkLst>
        </pc:graphicFrameChg>
      </pc:sldChg>
      <pc:sldChg chg="addSp delSp modSp mod addCm delCm">
        <pc:chgData name="Kalvis Golde" userId="d12450372feb7484" providerId="LiveId" clId="{2B4EF15D-42C9-844D-8A07-BC881FB6F23C}" dt="2021-06-22T19:25:21.550" v="14101" actId="13926"/>
        <pc:sldMkLst>
          <pc:docMk/>
          <pc:sldMk cId="1531195224" sldId="388"/>
        </pc:sldMkLst>
        <pc:spChg chg="del">
          <ac:chgData name="Kalvis Golde" userId="d12450372feb7484" providerId="LiveId" clId="{2B4EF15D-42C9-844D-8A07-BC881FB6F23C}" dt="2021-06-10T20:43:31.326" v="9020" actId="478"/>
          <ac:spMkLst>
            <pc:docMk/>
            <pc:sldMk cId="1531195224" sldId="388"/>
            <ac:spMk id="2" creationId="{00000000-0000-0000-0000-000000000000}"/>
          </ac:spMkLst>
        </pc:spChg>
        <pc:spChg chg="mod">
          <ac:chgData name="Kalvis Golde" userId="d12450372feb7484" providerId="LiveId" clId="{2B4EF15D-42C9-844D-8A07-BC881FB6F23C}" dt="2021-06-22T19:25:21.550" v="14101" actId="13926"/>
          <ac:spMkLst>
            <pc:docMk/>
            <pc:sldMk cId="1531195224" sldId="388"/>
            <ac:spMk id="5" creationId="{00000000-0000-0000-0000-000000000000}"/>
          </ac:spMkLst>
        </pc:spChg>
        <pc:spChg chg="add del mod">
          <ac:chgData name="Kalvis Golde" userId="d12450372feb7484" providerId="LiveId" clId="{2B4EF15D-42C9-844D-8A07-BC881FB6F23C}" dt="2021-06-10T20:43:26.765" v="9019" actId="478"/>
          <ac:spMkLst>
            <pc:docMk/>
            <pc:sldMk cId="1531195224" sldId="388"/>
            <ac:spMk id="7" creationId="{B68E1F4A-6BA5-514E-815E-7866602C5DF3}"/>
          </ac:spMkLst>
        </pc:spChg>
        <pc:spChg chg="add mod">
          <ac:chgData name="Kalvis Golde" userId="d12450372feb7484" providerId="LiveId" clId="{2B4EF15D-42C9-844D-8A07-BC881FB6F23C}" dt="2021-06-17T18:20:26.735" v="11209" actId="207"/>
          <ac:spMkLst>
            <pc:docMk/>
            <pc:sldMk cId="1531195224" sldId="388"/>
            <ac:spMk id="8" creationId="{8CEBAFC7-4882-B04E-B544-F5047A529DC3}"/>
          </ac:spMkLst>
        </pc:spChg>
        <pc:graphicFrameChg chg="del">
          <ac:chgData name="Kalvis Golde" userId="d12450372feb7484" providerId="LiveId" clId="{2B4EF15D-42C9-844D-8A07-BC881FB6F23C}" dt="2021-06-10T20:43:24.957" v="9018" actId="478"/>
          <ac:graphicFrameMkLst>
            <pc:docMk/>
            <pc:sldMk cId="1531195224" sldId="388"/>
            <ac:graphicFrameMk id="3" creationId="{00000000-0000-0000-0000-000000000000}"/>
          </ac:graphicFrameMkLst>
        </pc:graphicFrameChg>
        <pc:graphicFrameChg chg="mod">
          <ac:chgData name="Kalvis Golde" userId="d12450372feb7484" providerId="LiveId" clId="{2B4EF15D-42C9-844D-8A07-BC881FB6F23C}" dt="2021-06-10T20:43:52.612" v="9027" actId="1076"/>
          <ac:graphicFrameMkLst>
            <pc:docMk/>
            <pc:sldMk cId="1531195224" sldId="388"/>
            <ac:graphicFrameMk id="13" creationId="{00000000-0000-0000-0000-000000000000}"/>
          </ac:graphicFrameMkLst>
        </pc:graphicFrameChg>
      </pc:sldChg>
      <pc:sldChg chg="del">
        <pc:chgData name="Kalvis Golde" userId="d12450372feb7484" providerId="LiveId" clId="{2B4EF15D-42C9-844D-8A07-BC881FB6F23C}" dt="2021-06-10T21:00:17.983" v="9980" actId="2696"/>
        <pc:sldMkLst>
          <pc:docMk/>
          <pc:sldMk cId="3520280119" sldId="389"/>
        </pc:sldMkLst>
      </pc:sldChg>
      <pc:sldChg chg="addSp delSp modSp mod addCm delCm modCm">
        <pc:chgData name="Kalvis Golde" userId="d12450372feb7484" providerId="LiveId" clId="{2B4EF15D-42C9-844D-8A07-BC881FB6F23C}" dt="2021-06-22T21:16:50.898" v="14737"/>
        <pc:sldMkLst>
          <pc:docMk/>
          <pc:sldMk cId="605018774" sldId="390"/>
        </pc:sldMkLst>
        <pc:spChg chg="add del mod">
          <ac:chgData name="Kalvis Golde" userId="d12450372feb7484" providerId="LiveId" clId="{2B4EF15D-42C9-844D-8A07-BC881FB6F23C}" dt="2021-06-10T18:42:24.421" v="1701" actId="478"/>
          <ac:spMkLst>
            <pc:docMk/>
            <pc:sldMk cId="605018774" sldId="390"/>
            <ac:spMk id="3" creationId="{FAA4811B-2810-0743-815C-47E43BE91828}"/>
          </ac:spMkLst>
        </pc:spChg>
        <pc:spChg chg="del mod">
          <ac:chgData name="Kalvis Golde" userId="d12450372feb7484" providerId="LiveId" clId="{2B4EF15D-42C9-844D-8A07-BC881FB6F23C}" dt="2021-06-22T14:54:18.908" v="11278" actId="478"/>
          <ac:spMkLst>
            <pc:docMk/>
            <pc:sldMk cId="605018774" sldId="390"/>
            <ac:spMk id="5" creationId="{00000000-0000-0000-0000-000000000000}"/>
          </ac:spMkLst>
        </pc:spChg>
        <pc:spChg chg="add mod">
          <ac:chgData name="Kalvis Golde" userId="d12450372feb7484" providerId="LiveId" clId="{2B4EF15D-42C9-844D-8A07-BC881FB6F23C}" dt="2021-06-22T19:05:19.268" v="13697" actId="13926"/>
          <ac:spMkLst>
            <pc:docMk/>
            <pc:sldMk cId="605018774" sldId="390"/>
            <ac:spMk id="6" creationId="{9A4C9617-2FF2-3240-A229-AA4D72AB9586}"/>
          </ac:spMkLst>
        </pc:spChg>
        <pc:spChg chg="add mod">
          <ac:chgData name="Kalvis Golde" userId="d12450372feb7484" providerId="LiveId" clId="{2B4EF15D-42C9-844D-8A07-BC881FB6F23C}" dt="2021-06-22T19:34:41.892" v="14240" actId="13926"/>
          <ac:spMkLst>
            <pc:docMk/>
            <pc:sldMk cId="605018774" sldId="390"/>
            <ac:spMk id="8" creationId="{1158FEDE-D390-394F-8BD0-9BEC52197111}"/>
          </ac:spMkLst>
        </pc:spChg>
        <pc:spChg chg="add del mod">
          <ac:chgData name="Kalvis Golde" userId="d12450372feb7484" providerId="LiveId" clId="{2B4EF15D-42C9-844D-8A07-BC881FB6F23C}" dt="2021-06-22T15:11:49.074" v="11349" actId="478"/>
          <ac:spMkLst>
            <pc:docMk/>
            <pc:sldMk cId="605018774" sldId="390"/>
            <ac:spMk id="13" creationId="{30F82BB6-9B24-7B41-9C70-64A1833F0EEB}"/>
          </ac:spMkLst>
        </pc:spChg>
        <pc:graphicFrameChg chg="del">
          <ac:chgData name="Kalvis Golde" userId="d12450372feb7484" providerId="LiveId" clId="{2B4EF15D-42C9-844D-8A07-BC881FB6F23C}" dt="2021-06-10T18:42:22.400" v="1700" actId="478"/>
          <ac:graphicFrameMkLst>
            <pc:docMk/>
            <pc:sldMk cId="605018774" sldId="390"/>
            <ac:graphicFrameMk id="6" creationId="{00000000-0000-0000-0000-000000000000}"/>
          </ac:graphicFrameMkLst>
        </pc:graphicFrameChg>
        <pc:graphicFrameChg chg="del">
          <ac:chgData name="Kalvis Golde" userId="d12450372feb7484" providerId="LiveId" clId="{2B4EF15D-42C9-844D-8A07-BC881FB6F23C}" dt="2021-06-10T18:42:21.659" v="1699" actId="478"/>
          <ac:graphicFrameMkLst>
            <pc:docMk/>
            <pc:sldMk cId="605018774" sldId="390"/>
            <ac:graphicFrameMk id="7" creationId="{00000000-0000-0000-0000-000000000000}"/>
          </ac:graphicFrameMkLst>
        </pc:graphicFrameChg>
        <pc:graphicFrameChg chg="del">
          <ac:chgData name="Kalvis Golde" userId="d12450372feb7484" providerId="LiveId" clId="{2B4EF15D-42C9-844D-8A07-BC881FB6F23C}" dt="2021-06-10T18:42:25.676" v="1702" actId="478"/>
          <ac:graphicFrameMkLst>
            <pc:docMk/>
            <pc:sldMk cId="605018774" sldId="390"/>
            <ac:graphicFrameMk id="8" creationId="{00000000-0000-0000-0000-000000000000}"/>
          </ac:graphicFrameMkLst>
        </pc:graphicFrameChg>
        <pc:graphicFrameChg chg="del mod">
          <ac:chgData name="Kalvis Golde" userId="d12450372feb7484" providerId="LiveId" clId="{2B4EF15D-42C9-844D-8A07-BC881FB6F23C}" dt="2021-06-22T15:11:46.962" v="11348" actId="478"/>
          <ac:graphicFrameMkLst>
            <pc:docMk/>
            <pc:sldMk cId="605018774" sldId="390"/>
            <ac:graphicFrameMk id="9" creationId="{00000000-0000-0000-0000-000000000000}"/>
          </ac:graphicFrameMkLst>
        </pc:graphicFrameChg>
        <pc:graphicFrameChg chg="mod modGraphic">
          <ac:chgData name="Kalvis Golde" userId="d12450372feb7484" providerId="LiveId" clId="{2B4EF15D-42C9-844D-8A07-BC881FB6F23C}" dt="2021-06-22T20:30:21.876" v="14719" actId="13926"/>
          <ac:graphicFrameMkLst>
            <pc:docMk/>
            <pc:sldMk cId="605018774" sldId="390"/>
            <ac:graphicFrameMk id="10" creationId="{00000000-0000-0000-0000-000000000000}"/>
          </ac:graphicFrameMkLst>
        </pc:graphicFrameChg>
        <pc:graphicFrameChg chg="del">
          <ac:chgData name="Kalvis Golde" userId="d12450372feb7484" providerId="LiveId" clId="{2B4EF15D-42C9-844D-8A07-BC881FB6F23C}" dt="2021-06-10T18:42:20.076" v="1698" actId="478"/>
          <ac:graphicFrameMkLst>
            <pc:docMk/>
            <pc:sldMk cId="605018774" sldId="390"/>
            <ac:graphicFrameMk id="11" creationId="{00000000-0000-0000-0000-000000000000}"/>
          </ac:graphicFrameMkLst>
        </pc:graphicFrameChg>
        <pc:graphicFrameChg chg="add mod modGraphic">
          <ac:chgData name="Kalvis Golde" userId="d12450372feb7484" providerId="LiveId" clId="{2B4EF15D-42C9-844D-8A07-BC881FB6F23C}" dt="2021-06-22T20:30:03.480" v="14716" actId="13926"/>
          <ac:graphicFrameMkLst>
            <pc:docMk/>
            <pc:sldMk cId="605018774" sldId="390"/>
            <ac:graphicFrameMk id="12" creationId="{77B39914-3BE8-3842-B5A4-CA67D740F9D1}"/>
          </ac:graphicFrameMkLst>
        </pc:graphicFrameChg>
        <pc:picChg chg="add del mod">
          <ac:chgData name="Kalvis Golde" userId="d12450372feb7484" providerId="LiveId" clId="{2B4EF15D-42C9-844D-8A07-BC881FB6F23C}" dt="2021-06-22T15:22:19.467" v="11624" actId="478"/>
          <ac:picMkLst>
            <pc:docMk/>
            <pc:sldMk cId="605018774" sldId="390"/>
            <ac:picMk id="3" creationId="{8A3BADFF-7E5C-794F-883E-DBA8A3B8DDED}"/>
          </ac:picMkLst>
        </pc:picChg>
        <pc:picChg chg="add del mod">
          <ac:chgData name="Kalvis Golde" userId="d12450372feb7484" providerId="LiveId" clId="{2B4EF15D-42C9-844D-8A07-BC881FB6F23C}" dt="2021-06-22T15:22:51.479" v="11631" actId="478"/>
          <ac:picMkLst>
            <pc:docMk/>
            <pc:sldMk cId="605018774" sldId="390"/>
            <ac:picMk id="11" creationId="{00C066BC-47EA-6547-9016-D07AC80AFA31}"/>
          </ac:picMkLst>
        </pc:picChg>
        <pc:picChg chg="add del mod">
          <ac:chgData name="Kalvis Golde" userId="d12450372feb7484" providerId="LiveId" clId="{2B4EF15D-42C9-844D-8A07-BC881FB6F23C}" dt="2021-06-22T15:23:27.910" v="11635" actId="478"/>
          <ac:picMkLst>
            <pc:docMk/>
            <pc:sldMk cId="605018774" sldId="390"/>
            <ac:picMk id="15" creationId="{D10F22B7-D4DD-884B-AAFA-4D992F3C3554}"/>
          </ac:picMkLst>
        </pc:picChg>
        <pc:picChg chg="add del mod">
          <ac:chgData name="Kalvis Golde" userId="d12450372feb7484" providerId="LiveId" clId="{2B4EF15D-42C9-844D-8A07-BC881FB6F23C}" dt="2021-06-22T15:28:51.903" v="11692" actId="478"/>
          <ac:picMkLst>
            <pc:docMk/>
            <pc:sldMk cId="605018774" sldId="390"/>
            <ac:picMk id="17" creationId="{A4546E06-F14B-4F43-A587-BCA58D64C466}"/>
          </ac:picMkLst>
        </pc:picChg>
        <pc:picChg chg="add del mod">
          <ac:chgData name="Kalvis Golde" userId="d12450372feb7484" providerId="LiveId" clId="{2B4EF15D-42C9-844D-8A07-BC881FB6F23C}" dt="2021-06-22T15:33:13.795" v="11707" actId="478"/>
          <ac:picMkLst>
            <pc:docMk/>
            <pc:sldMk cId="605018774" sldId="390"/>
            <ac:picMk id="19" creationId="{43957D26-0BD3-9042-8B2E-689D9F464BA5}"/>
          </ac:picMkLst>
        </pc:picChg>
        <pc:picChg chg="add mod">
          <ac:chgData name="Kalvis Golde" userId="d12450372feb7484" providerId="LiveId" clId="{2B4EF15D-42C9-844D-8A07-BC881FB6F23C}" dt="2021-06-22T15:38:12.295" v="11801" actId="1076"/>
          <ac:picMkLst>
            <pc:docMk/>
            <pc:sldMk cId="605018774" sldId="390"/>
            <ac:picMk id="21" creationId="{ACFCF23C-3F78-F642-B6A1-1AF27AD94237}"/>
          </ac:picMkLst>
        </pc:picChg>
      </pc:sldChg>
      <pc:sldChg chg="addSp delSp modSp mod delCm">
        <pc:chgData name="Kalvis Golde" userId="d12450372feb7484" providerId="LiveId" clId="{2B4EF15D-42C9-844D-8A07-BC881FB6F23C}" dt="2021-06-22T19:06:12.050" v="13700" actId="13926"/>
        <pc:sldMkLst>
          <pc:docMk/>
          <pc:sldMk cId="2152055937" sldId="391"/>
        </pc:sldMkLst>
        <pc:spChg chg="add del mod">
          <ac:chgData name="Kalvis Golde" userId="d12450372feb7484" providerId="LiveId" clId="{2B4EF15D-42C9-844D-8A07-BC881FB6F23C}" dt="2021-06-22T15:52:10.338" v="11813" actId="478"/>
          <ac:spMkLst>
            <pc:docMk/>
            <pc:sldMk cId="2152055937" sldId="391"/>
            <ac:spMk id="3" creationId="{72ABA79E-75A5-F64A-84C8-9DBA4B218AA2}"/>
          </ac:spMkLst>
        </pc:spChg>
        <pc:spChg chg="del">
          <ac:chgData name="Kalvis Golde" userId="d12450372feb7484" providerId="LiveId" clId="{2B4EF15D-42C9-844D-8A07-BC881FB6F23C}" dt="2021-06-22T16:02:18.747" v="11919" actId="478"/>
          <ac:spMkLst>
            <pc:docMk/>
            <pc:sldMk cId="2152055937" sldId="391"/>
            <ac:spMk id="4" creationId="{00000000-0000-0000-0000-000000000000}"/>
          </ac:spMkLst>
        </pc:spChg>
        <pc:spChg chg="add mod">
          <ac:chgData name="Kalvis Golde" userId="d12450372feb7484" providerId="LiveId" clId="{2B4EF15D-42C9-844D-8A07-BC881FB6F23C}" dt="2021-06-22T19:06:12.050" v="13700" actId="13926"/>
          <ac:spMkLst>
            <pc:docMk/>
            <pc:sldMk cId="2152055937" sldId="391"/>
            <ac:spMk id="7" creationId="{FF46E068-D12F-7244-B43D-93F4C8891F00}"/>
          </ac:spMkLst>
        </pc:spChg>
        <pc:spChg chg="add mod">
          <ac:chgData name="Kalvis Golde" userId="d12450372feb7484" providerId="LiveId" clId="{2B4EF15D-42C9-844D-8A07-BC881FB6F23C}" dt="2021-06-22T17:37:53.756" v="12837" actId="20577"/>
          <ac:spMkLst>
            <pc:docMk/>
            <pc:sldMk cId="2152055937" sldId="391"/>
            <ac:spMk id="12" creationId="{BA47DF96-A0AE-8040-A329-EC7A6F459DE9}"/>
          </ac:spMkLst>
        </pc:spChg>
        <pc:graphicFrameChg chg="del modGraphic">
          <ac:chgData name="Kalvis Golde" userId="d12450372feb7484" providerId="LiveId" clId="{2B4EF15D-42C9-844D-8A07-BC881FB6F23C}" dt="2021-06-22T15:52:04.681" v="11811" actId="478"/>
          <ac:graphicFrameMkLst>
            <pc:docMk/>
            <pc:sldMk cId="2152055937" sldId="391"/>
            <ac:graphicFrameMk id="6" creationId="{00000000-0000-0000-0000-000000000000}"/>
          </ac:graphicFrameMkLst>
        </pc:graphicFrameChg>
        <pc:graphicFrameChg chg="del">
          <ac:chgData name="Kalvis Golde" userId="d12450372feb7484" providerId="LiveId" clId="{2B4EF15D-42C9-844D-8A07-BC881FB6F23C}" dt="2021-06-22T15:52:08.413" v="11812" actId="478"/>
          <ac:graphicFrameMkLst>
            <pc:docMk/>
            <pc:sldMk cId="2152055937" sldId="391"/>
            <ac:graphicFrameMk id="8" creationId="{7928BC67-CCB3-4657-BA9A-01E02FC4FA55}"/>
          </ac:graphicFrameMkLst>
        </pc:graphicFrameChg>
        <pc:picChg chg="add del mod">
          <ac:chgData name="Kalvis Golde" userId="d12450372feb7484" providerId="LiveId" clId="{2B4EF15D-42C9-844D-8A07-BC881FB6F23C}" dt="2021-06-22T17:00:51.596" v="11985" actId="478"/>
          <ac:picMkLst>
            <pc:docMk/>
            <pc:sldMk cId="2152055937" sldId="391"/>
            <ac:picMk id="9" creationId="{19FDD737-4FF5-E948-A17F-CF70CFCB83D5}"/>
          </ac:picMkLst>
        </pc:picChg>
        <pc:picChg chg="add mod">
          <ac:chgData name="Kalvis Golde" userId="d12450372feb7484" providerId="LiveId" clId="{2B4EF15D-42C9-844D-8A07-BC881FB6F23C}" dt="2021-06-22T17:37:48.190" v="12836" actId="1036"/>
          <ac:picMkLst>
            <pc:docMk/>
            <pc:sldMk cId="2152055937" sldId="391"/>
            <ac:picMk id="11" creationId="{7C763E95-3D18-0E4A-A856-B328C5924673}"/>
          </ac:picMkLst>
        </pc:picChg>
      </pc:sldChg>
      <pc:sldChg chg="addSp delSp modSp mod">
        <pc:chgData name="Kalvis Golde" userId="d12450372feb7484" providerId="LiveId" clId="{2B4EF15D-42C9-844D-8A07-BC881FB6F23C}" dt="2021-06-22T19:07:34.243" v="13793" actId="13926"/>
        <pc:sldMkLst>
          <pc:docMk/>
          <pc:sldMk cId="2956727627" sldId="392"/>
        </pc:sldMkLst>
        <pc:spChg chg="mod">
          <ac:chgData name="Kalvis Golde" userId="d12450372feb7484" providerId="LiveId" clId="{2B4EF15D-42C9-844D-8A07-BC881FB6F23C}" dt="2021-06-22T19:07:34.243" v="13793" actId="13926"/>
          <ac:spMkLst>
            <pc:docMk/>
            <pc:sldMk cId="2956727627" sldId="392"/>
            <ac:spMk id="6" creationId="{1700B16A-33BA-5646-9BCC-4491AD8D4FD4}"/>
          </ac:spMkLst>
        </pc:spChg>
        <pc:spChg chg="mod">
          <ac:chgData name="Kalvis Golde" userId="d12450372feb7484" providerId="LiveId" clId="{2B4EF15D-42C9-844D-8A07-BC881FB6F23C}" dt="2021-06-10T20:54:08.575" v="9650" actId="1037"/>
          <ac:spMkLst>
            <pc:docMk/>
            <pc:sldMk cId="2956727627" sldId="392"/>
            <ac:spMk id="7" creationId="{75488183-E097-304A-B953-194A9D986237}"/>
          </ac:spMkLst>
        </pc:spChg>
        <pc:spChg chg="mod">
          <ac:chgData name="Kalvis Golde" userId="d12450372feb7484" providerId="LiveId" clId="{2B4EF15D-42C9-844D-8A07-BC881FB6F23C}" dt="2021-06-10T20:54:01.086" v="9643" actId="1076"/>
          <ac:spMkLst>
            <pc:docMk/>
            <pc:sldMk cId="2956727627" sldId="392"/>
            <ac:spMk id="10" creationId="{C0E40825-6F35-DE44-8BCC-6208E8007D55}"/>
          </ac:spMkLst>
        </pc:spChg>
        <pc:picChg chg="add del mod">
          <ac:chgData name="Kalvis Golde" userId="d12450372feb7484" providerId="LiveId" clId="{2B4EF15D-42C9-844D-8A07-BC881FB6F23C}" dt="2021-06-10T20:52:13.560" v="9576" actId="478"/>
          <ac:picMkLst>
            <pc:docMk/>
            <pc:sldMk cId="2956727627" sldId="392"/>
            <ac:picMk id="3" creationId="{7CB9FAAB-B694-B849-8289-433F2AA3D418}"/>
          </ac:picMkLst>
        </pc:picChg>
        <pc:picChg chg="mod">
          <ac:chgData name="Kalvis Golde" userId="d12450372feb7484" providerId="LiveId" clId="{2B4EF15D-42C9-844D-8A07-BC881FB6F23C}" dt="2021-06-10T17:45:45.530" v="28" actId="1036"/>
          <ac:picMkLst>
            <pc:docMk/>
            <pc:sldMk cId="2956727627" sldId="392"/>
            <ac:picMk id="5" creationId="{E2A6483B-856F-1941-B717-FE03FA49C104}"/>
          </ac:picMkLst>
        </pc:picChg>
        <pc:picChg chg="mod">
          <ac:chgData name="Kalvis Golde" userId="d12450372feb7484" providerId="LiveId" clId="{2B4EF15D-42C9-844D-8A07-BC881FB6F23C}" dt="2021-06-22T14:52:35.832" v="11224" actId="1035"/>
          <ac:picMkLst>
            <pc:docMk/>
            <pc:sldMk cId="2956727627" sldId="392"/>
            <ac:picMk id="9" creationId="{CA56552D-6B5D-2140-856F-CB280A21060A}"/>
          </ac:picMkLst>
        </pc:picChg>
        <pc:picChg chg="add del mod">
          <ac:chgData name="Kalvis Golde" userId="d12450372feb7484" providerId="LiveId" clId="{2B4EF15D-42C9-844D-8A07-BC881FB6F23C}" dt="2021-06-10T20:52:51.962" v="9589" actId="478"/>
          <ac:picMkLst>
            <pc:docMk/>
            <pc:sldMk cId="2956727627" sldId="392"/>
            <ac:picMk id="11" creationId="{55D30BA5-2A4F-BE4E-BFC5-773D7A77B09A}"/>
          </ac:picMkLst>
        </pc:picChg>
        <pc:picChg chg="add del mod">
          <ac:chgData name="Kalvis Golde" userId="d12450372feb7484" providerId="LiveId" clId="{2B4EF15D-42C9-844D-8A07-BC881FB6F23C}" dt="2021-06-10T20:52:53.531" v="9590" actId="478"/>
          <ac:picMkLst>
            <pc:docMk/>
            <pc:sldMk cId="2956727627" sldId="392"/>
            <ac:picMk id="13" creationId="{07F479AC-2559-FA4E-B1F0-B84B2E331FC8}"/>
          </ac:picMkLst>
        </pc:picChg>
      </pc:sldChg>
      <pc:sldChg chg="addSp delSp modSp mod">
        <pc:chgData name="Kalvis Golde" userId="d12450372feb7484" providerId="LiveId" clId="{2B4EF15D-42C9-844D-8A07-BC881FB6F23C}" dt="2021-06-22T19:05:26.362" v="13698" actId="13926"/>
        <pc:sldMkLst>
          <pc:docMk/>
          <pc:sldMk cId="4151174089" sldId="393"/>
        </pc:sldMkLst>
        <pc:spChg chg="del mod">
          <ac:chgData name="Kalvis Golde" userId="d12450372feb7484" providerId="LiveId" clId="{2B4EF15D-42C9-844D-8A07-BC881FB6F23C}" dt="2021-06-10T17:47:16.274" v="34" actId="478"/>
          <ac:spMkLst>
            <pc:docMk/>
            <pc:sldMk cId="4151174089" sldId="393"/>
            <ac:spMk id="4" creationId="{EDAE49B8-B31C-5F4F-93D4-188B3D3BFF44}"/>
          </ac:spMkLst>
        </pc:spChg>
        <pc:spChg chg="del mod">
          <ac:chgData name="Kalvis Golde" userId="d12450372feb7484" providerId="LiveId" clId="{2B4EF15D-42C9-844D-8A07-BC881FB6F23C}" dt="2021-06-17T18:08:18.507" v="10847" actId="478"/>
          <ac:spMkLst>
            <pc:docMk/>
            <pc:sldMk cId="4151174089" sldId="393"/>
            <ac:spMk id="5" creationId="{6CD8426A-73E3-4646-B72E-A048A5994F9E}"/>
          </ac:spMkLst>
        </pc:spChg>
        <pc:spChg chg="mod">
          <ac:chgData name="Kalvis Golde" userId="d12450372feb7484" providerId="LiveId" clId="{2B4EF15D-42C9-844D-8A07-BC881FB6F23C}" dt="2021-06-22T19:05:26.362" v="13698" actId="13926"/>
          <ac:spMkLst>
            <pc:docMk/>
            <pc:sldMk cId="4151174089" sldId="393"/>
            <ac:spMk id="6" creationId="{4C22968F-54A5-2A45-A2FD-710584D7F4D0}"/>
          </ac:spMkLst>
        </pc:spChg>
        <pc:spChg chg="add mod">
          <ac:chgData name="Kalvis Golde" userId="d12450372feb7484" providerId="LiveId" clId="{2B4EF15D-42C9-844D-8A07-BC881FB6F23C}" dt="2021-06-10T17:47:25.489" v="35"/>
          <ac:spMkLst>
            <pc:docMk/>
            <pc:sldMk cId="4151174089" sldId="393"/>
            <ac:spMk id="7" creationId="{2A45BD41-D12E-F345-8BE8-A89CDA828240}"/>
          </ac:spMkLst>
        </pc:spChg>
        <pc:spChg chg="add del mod">
          <ac:chgData name="Kalvis Golde" userId="d12450372feb7484" providerId="LiveId" clId="{2B4EF15D-42C9-844D-8A07-BC881FB6F23C}" dt="2021-06-22T14:52:57.723" v="11227" actId="478"/>
          <ac:spMkLst>
            <pc:docMk/>
            <pc:sldMk cId="4151174089" sldId="393"/>
            <ac:spMk id="8" creationId="{7759AFD1-59A9-1B44-96C1-01DBA442D296}"/>
          </ac:spMkLst>
        </pc:spChg>
        <pc:spChg chg="add del mod">
          <ac:chgData name="Kalvis Golde" userId="d12450372feb7484" providerId="LiveId" clId="{2B4EF15D-42C9-844D-8A07-BC881FB6F23C}" dt="2021-06-22T14:52:51.066" v="11225" actId="478"/>
          <ac:spMkLst>
            <pc:docMk/>
            <pc:sldMk cId="4151174089" sldId="393"/>
            <ac:spMk id="9" creationId="{B2505207-8B77-BE42-981C-C1E5F088796F}"/>
          </ac:spMkLst>
        </pc:spChg>
      </pc:sldChg>
      <pc:sldChg chg="addSp delSp modSp add del mod">
        <pc:chgData name="Kalvis Golde" userId="d12450372feb7484" providerId="LiveId" clId="{2B4EF15D-42C9-844D-8A07-BC881FB6F23C}" dt="2021-06-10T19:48:19.587" v="6612" actId="2696"/>
        <pc:sldMkLst>
          <pc:docMk/>
          <pc:sldMk cId="633779602" sldId="394"/>
        </pc:sldMkLst>
        <pc:spChg chg="mod">
          <ac:chgData name="Kalvis Golde" userId="d12450372feb7484" providerId="LiveId" clId="{2B4EF15D-42C9-844D-8A07-BC881FB6F23C}" dt="2021-06-10T17:53:04.975" v="308" actId="20577"/>
          <ac:spMkLst>
            <pc:docMk/>
            <pc:sldMk cId="633779602" sldId="394"/>
            <ac:spMk id="2" creationId="{00000000-0000-0000-0000-000000000000}"/>
          </ac:spMkLst>
        </pc:spChg>
        <pc:spChg chg="del mod">
          <ac:chgData name="Kalvis Golde" userId="d12450372feb7484" providerId="LiveId" clId="{2B4EF15D-42C9-844D-8A07-BC881FB6F23C}" dt="2021-06-10T19:44:52.611" v="6325" actId="478"/>
          <ac:spMkLst>
            <pc:docMk/>
            <pc:sldMk cId="633779602" sldId="394"/>
            <ac:spMk id="3" creationId="{00000000-0000-0000-0000-000000000000}"/>
          </ac:spMkLst>
        </pc:spChg>
        <pc:spChg chg="add del mod">
          <ac:chgData name="Kalvis Golde" userId="d12450372feb7484" providerId="LiveId" clId="{2B4EF15D-42C9-844D-8A07-BC881FB6F23C}" dt="2021-06-10T19:45:05.060" v="6328"/>
          <ac:spMkLst>
            <pc:docMk/>
            <pc:sldMk cId="633779602" sldId="394"/>
            <ac:spMk id="5" creationId="{C8AABD9E-A56A-C04A-A927-8240FCEAA9BB}"/>
          </ac:spMkLst>
        </pc:spChg>
        <pc:spChg chg="add mod">
          <ac:chgData name="Kalvis Golde" userId="d12450372feb7484" providerId="LiveId" clId="{2B4EF15D-42C9-844D-8A07-BC881FB6F23C}" dt="2021-06-10T19:45:25.295" v="6392" actId="20577"/>
          <ac:spMkLst>
            <pc:docMk/>
            <pc:sldMk cId="633779602" sldId="394"/>
            <ac:spMk id="6" creationId="{AAB59CE2-3776-1E4C-9EBB-9839FB7AAA2C}"/>
          </ac:spMkLst>
        </pc:spChg>
        <pc:graphicFrameChg chg="del">
          <ac:chgData name="Kalvis Golde" userId="d12450372feb7484" providerId="LiveId" clId="{2B4EF15D-42C9-844D-8A07-BC881FB6F23C}" dt="2021-06-10T17:53:00.512" v="295" actId="478"/>
          <ac:graphicFrameMkLst>
            <pc:docMk/>
            <pc:sldMk cId="633779602" sldId="394"/>
            <ac:graphicFrameMk id="7" creationId="{00000000-0000-0000-0000-000000000000}"/>
          </ac:graphicFrameMkLst>
        </pc:graphicFrameChg>
        <pc:graphicFrameChg chg="mod">
          <ac:chgData name="Kalvis Golde" userId="d12450372feb7484" providerId="LiveId" clId="{2B4EF15D-42C9-844D-8A07-BC881FB6F23C}" dt="2021-06-10T19:01:51.631" v="3444" actId="1076"/>
          <ac:graphicFrameMkLst>
            <pc:docMk/>
            <pc:sldMk cId="633779602" sldId="394"/>
            <ac:graphicFrameMk id="8" creationId="{00000000-0000-0000-0000-000000000000}"/>
          </ac:graphicFrameMkLst>
        </pc:graphicFrameChg>
      </pc:sldChg>
      <pc:sldChg chg="addSp delSp modSp add mod">
        <pc:chgData name="Kalvis Golde" userId="d12450372feb7484" providerId="LiveId" clId="{2B4EF15D-42C9-844D-8A07-BC881FB6F23C}" dt="2021-06-22T19:12:38.334" v="13818" actId="13926"/>
        <pc:sldMkLst>
          <pc:docMk/>
          <pc:sldMk cId="4148355703" sldId="394"/>
        </pc:sldMkLst>
        <pc:spChg chg="mod">
          <ac:chgData name="Kalvis Golde" userId="d12450372feb7484" providerId="LiveId" clId="{2B4EF15D-42C9-844D-8A07-BC881FB6F23C}" dt="2021-06-22T19:12:38.334" v="13818" actId="13926"/>
          <ac:spMkLst>
            <pc:docMk/>
            <pc:sldMk cId="4148355703" sldId="394"/>
            <ac:spMk id="2" creationId="{00000000-0000-0000-0000-000000000000}"/>
          </ac:spMkLst>
        </pc:spChg>
        <pc:spChg chg="del mod">
          <ac:chgData name="Kalvis Golde" userId="d12450372feb7484" providerId="LiveId" clId="{2B4EF15D-42C9-844D-8A07-BC881FB6F23C}" dt="2021-06-10T21:02:21.324" v="10155" actId="478"/>
          <ac:spMkLst>
            <pc:docMk/>
            <pc:sldMk cId="4148355703" sldId="394"/>
            <ac:spMk id="6" creationId="{604D38DC-2BAB-E347-BB0D-92A64F59EA09}"/>
          </ac:spMkLst>
        </pc:spChg>
        <pc:spChg chg="add del mod">
          <ac:chgData name="Kalvis Golde" userId="d12450372feb7484" providerId="LiveId" clId="{2B4EF15D-42C9-844D-8A07-BC881FB6F23C}" dt="2021-06-10T21:02:29.373" v="10158" actId="478"/>
          <ac:spMkLst>
            <pc:docMk/>
            <pc:sldMk cId="4148355703" sldId="394"/>
            <ac:spMk id="8" creationId="{60DD8F58-9AFA-B142-9DA1-13C6168D8714}"/>
          </ac:spMkLst>
        </pc:spChg>
        <pc:spChg chg="add mod">
          <ac:chgData name="Kalvis Golde" userId="d12450372feb7484" providerId="LiveId" clId="{2B4EF15D-42C9-844D-8A07-BC881FB6F23C}" dt="2021-06-17T18:19:59.284" v="11204" actId="207"/>
          <ac:spMkLst>
            <pc:docMk/>
            <pc:sldMk cId="4148355703" sldId="394"/>
            <ac:spMk id="9" creationId="{F37129CA-1655-864C-827F-F9F60548B64F}"/>
          </ac:spMkLst>
        </pc:spChg>
        <pc:graphicFrameChg chg="del">
          <ac:chgData name="Kalvis Golde" userId="d12450372feb7484" providerId="LiveId" clId="{2B4EF15D-42C9-844D-8A07-BC881FB6F23C}" dt="2021-06-10T21:02:27.701" v="10157" actId="478"/>
          <ac:graphicFrameMkLst>
            <pc:docMk/>
            <pc:sldMk cId="4148355703" sldId="394"/>
            <ac:graphicFrameMk id="5" creationId="{00000000-0000-0000-0000-000000000000}"/>
          </ac:graphicFrameMkLst>
        </pc:graphicFrameChg>
        <pc:graphicFrameChg chg="del">
          <ac:chgData name="Kalvis Golde" userId="d12450372feb7484" providerId="LiveId" clId="{2B4EF15D-42C9-844D-8A07-BC881FB6F23C}" dt="2021-06-10T21:02:22.502" v="10156" actId="478"/>
          <ac:graphicFrameMkLst>
            <pc:docMk/>
            <pc:sldMk cId="4148355703" sldId="394"/>
            <ac:graphicFrameMk id="7" creationId="{00000000-0000-0000-0000-000000000000}"/>
          </ac:graphicFrameMkLst>
        </pc:graphicFrameChg>
      </pc:sldChg>
      <pc:sldChg chg="addSp delSp modSp new mod">
        <pc:chgData name="Kalvis Golde" userId="d12450372feb7484" providerId="LiveId" clId="{2B4EF15D-42C9-844D-8A07-BC881FB6F23C}" dt="2021-06-22T19:08:57.527" v="13798" actId="13926"/>
        <pc:sldMkLst>
          <pc:docMk/>
          <pc:sldMk cId="1407281575" sldId="395"/>
        </pc:sldMkLst>
        <pc:spChg chg="del">
          <ac:chgData name="Kalvis Golde" userId="d12450372feb7484" providerId="LiveId" clId="{2B4EF15D-42C9-844D-8A07-BC881FB6F23C}" dt="2021-06-22T17:28:22.792" v="12408" actId="478"/>
          <ac:spMkLst>
            <pc:docMk/>
            <pc:sldMk cId="1407281575" sldId="395"/>
            <ac:spMk id="2" creationId="{5AB9D273-416A-354C-AA28-F05D105AA98C}"/>
          </ac:spMkLst>
        </pc:spChg>
        <pc:spChg chg="del">
          <ac:chgData name="Kalvis Golde" userId="d12450372feb7484" providerId="LiveId" clId="{2B4EF15D-42C9-844D-8A07-BC881FB6F23C}" dt="2021-06-22T17:28:24.228" v="12409" actId="478"/>
          <ac:spMkLst>
            <pc:docMk/>
            <pc:sldMk cId="1407281575" sldId="395"/>
            <ac:spMk id="3" creationId="{A6ED7E95-00CB-AA46-AAAA-945BF9895F29}"/>
          </ac:spMkLst>
        </pc:spChg>
        <pc:spChg chg="add mod">
          <ac:chgData name="Kalvis Golde" userId="d12450372feb7484" providerId="LiveId" clId="{2B4EF15D-42C9-844D-8A07-BC881FB6F23C}" dt="2021-06-22T19:08:57.527" v="13798" actId="13926"/>
          <ac:spMkLst>
            <pc:docMk/>
            <pc:sldMk cId="1407281575" sldId="395"/>
            <ac:spMk id="5" creationId="{A42EFDFD-5356-C64A-8AC1-9F4719D73C82}"/>
          </ac:spMkLst>
        </pc:spChg>
        <pc:spChg chg="add mod">
          <ac:chgData name="Kalvis Golde" userId="d12450372feb7484" providerId="LiveId" clId="{2B4EF15D-42C9-844D-8A07-BC881FB6F23C}" dt="2021-06-22T17:33:53.185" v="12631" actId="1038"/>
          <ac:spMkLst>
            <pc:docMk/>
            <pc:sldMk cId="1407281575" sldId="395"/>
            <ac:spMk id="6" creationId="{EF5BF4B9-183A-BA4C-9CE9-17C8C647F3F3}"/>
          </ac:spMkLst>
        </pc:spChg>
        <pc:spChg chg="add del mod">
          <ac:chgData name="Kalvis Golde" userId="d12450372feb7484" providerId="LiveId" clId="{2B4EF15D-42C9-844D-8A07-BC881FB6F23C}" dt="2021-06-22T17:32:02.203" v="12504"/>
          <ac:spMkLst>
            <pc:docMk/>
            <pc:sldMk cId="1407281575" sldId="395"/>
            <ac:spMk id="7" creationId="{6F124A19-7957-344C-AE28-8AF8A0E70D0C}"/>
          </ac:spMkLst>
        </pc:spChg>
        <pc:spChg chg="add mod">
          <ac:chgData name="Kalvis Golde" userId="d12450372feb7484" providerId="LiveId" clId="{2B4EF15D-42C9-844D-8A07-BC881FB6F23C}" dt="2021-06-22T17:33:55.118" v="12634" actId="1037"/>
          <ac:spMkLst>
            <pc:docMk/>
            <pc:sldMk cId="1407281575" sldId="395"/>
            <ac:spMk id="8" creationId="{F60AB59C-618B-AB44-BAF7-44FAC64C8A41}"/>
          </ac:spMkLst>
        </pc:spChg>
      </pc:sldChg>
      <pc:sldChg chg="add del">
        <pc:chgData name="Kalvis Golde" userId="d12450372feb7484" providerId="LiveId" clId="{2B4EF15D-42C9-844D-8A07-BC881FB6F23C}" dt="2021-06-10T17:54:19.342" v="370"/>
        <pc:sldMkLst>
          <pc:docMk/>
          <pc:sldMk cId="2866900858" sldId="395"/>
        </pc:sldMkLst>
      </pc:sldChg>
      <pc:sldChg chg="modSp add del mod">
        <pc:chgData name="Kalvis Golde" userId="d12450372feb7484" providerId="LiveId" clId="{2B4EF15D-42C9-844D-8A07-BC881FB6F23C}" dt="2021-06-22T17:34:02.823" v="12636" actId="2696"/>
        <pc:sldMkLst>
          <pc:docMk/>
          <pc:sldMk cId="2185409598" sldId="396"/>
        </pc:sldMkLst>
        <pc:spChg chg="mod">
          <ac:chgData name="Kalvis Golde" userId="d12450372feb7484" providerId="LiveId" clId="{2B4EF15D-42C9-844D-8A07-BC881FB6F23C}" dt="2021-06-22T17:34:01.065" v="12635" actId="20577"/>
          <ac:spMkLst>
            <pc:docMk/>
            <pc:sldMk cId="2185409598" sldId="396"/>
            <ac:spMk id="6" creationId="{EF5BF4B9-183A-BA4C-9CE9-17C8C647F3F3}"/>
          </ac:spMkLst>
        </pc:spChg>
      </pc:sldChg>
      <pc:sldChg chg="modSp add mod">
        <pc:chgData name="Kalvis Golde" userId="d12450372feb7484" providerId="LiveId" clId="{2B4EF15D-42C9-844D-8A07-BC881FB6F23C}" dt="2021-06-22T19:09:21.002" v="13801" actId="13926"/>
        <pc:sldMkLst>
          <pc:docMk/>
          <pc:sldMk cId="4060666233" sldId="396"/>
        </pc:sldMkLst>
        <pc:spChg chg="mod">
          <ac:chgData name="Kalvis Golde" userId="d12450372feb7484" providerId="LiveId" clId="{2B4EF15D-42C9-844D-8A07-BC881FB6F23C}" dt="2021-06-22T19:09:21.002" v="13801" actId="13926"/>
          <ac:spMkLst>
            <pc:docMk/>
            <pc:sldMk cId="4060666233" sldId="396"/>
            <ac:spMk id="5" creationId="{A42EFDFD-5356-C64A-8AC1-9F4719D73C82}"/>
          </ac:spMkLst>
        </pc:spChg>
        <pc:spChg chg="mod">
          <ac:chgData name="Kalvis Golde" userId="d12450372feb7484" providerId="LiveId" clId="{2B4EF15D-42C9-844D-8A07-BC881FB6F23C}" dt="2021-06-22T17:34:11.591" v="12658" actId="20577"/>
          <ac:spMkLst>
            <pc:docMk/>
            <pc:sldMk cId="4060666233" sldId="396"/>
            <ac:spMk id="6" creationId="{EF5BF4B9-183A-BA4C-9CE9-17C8C647F3F3}"/>
          </ac:spMkLst>
        </pc:spChg>
        <pc:spChg chg="mod">
          <ac:chgData name="Kalvis Golde" userId="d12450372feb7484" providerId="LiveId" clId="{2B4EF15D-42C9-844D-8A07-BC881FB6F23C}" dt="2021-06-22T17:34:19.693" v="12698" actId="20577"/>
          <ac:spMkLst>
            <pc:docMk/>
            <pc:sldMk cId="4060666233" sldId="396"/>
            <ac:spMk id="8" creationId="{F60AB59C-618B-AB44-BAF7-44FAC64C8A41}"/>
          </ac:spMkLst>
        </pc:spChg>
      </pc:sldChg>
      <pc:sldChg chg="addSp delSp modSp new mod ord">
        <pc:chgData name="Kalvis Golde" userId="d12450372feb7484" providerId="LiveId" clId="{2B4EF15D-42C9-844D-8A07-BC881FB6F23C}" dt="2021-06-22T21:45:26.631" v="15652" actId="1076"/>
        <pc:sldMkLst>
          <pc:docMk/>
          <pc:sldMk cId="916534381" sldId="397"/>
        </pc:sldMkLst>
        <pc:spChg chg="del">
          <ac:chgData name="Kalvis Golde" userId="d12450372feb7484" providerId="LiveId" clId="{2B4EF15D-42C9-844D-8A07-BC881FB6F23C}" dt="2021-06-22T19:06:34.095" v="13703" actId="478"/>
          <ac:spMkLst>
            <pc:docMk/>
            <pc:sldMk cId="916534381" sldId="397"/>
            <ac:spMk id="2" creationId="{CCFA7651-D087-E843-A23B-C94914227594}"/>
          </ac:spMkLst>
        </pc:spChg>
        <pc:spChg chg="del">
          <ac:chgData name="Kalvis Golde" userId="d12450372feb7484" providerId="LiveId" clId="{2B4EF15D-42C9-844D-8A07-BC881FB6F23C}" dt="2021-06-22T19:06:35.592" v="13704" actId="478"/>
          <ac:spMkLst>
            <pc:docMk/>
            <pc:sldMk cId="916534381" sldId="397"/>
            <ac:spMk id="3" creationId="{65ED1A36-4D3D-B249-A2E7-D293BC307534}"/>
          </ac:spMkLst>
        </pc:spChg>
        <pc:spChg chg="add mod">
          <ac:chgData name="Kalvis Golde" userId="d12450372feb7484" providerId="LiveId" clId="{2B4EF15D-42C9-844D-8A07-BC881FB6F23C}" dt="2021-06-22T21:17:02.332" v="14739" actId="14100"/>
          <ac:spMkLst>
            <pc:docMk/>
            <pc:sldMk cId="916534381" sldId="397"/>
            <ac:spMk id="5" creationId="{AC24B3D7-BCD1-7942-BEAA-7549ACCB7487}"/>
          </ac:spMkLst>
        </pc:spChg>
        <pc:spChg chg="add mod">
          <ac:chgData name="Kalvis Golde" userId="d12450372feb7484" providerId="LiveId" clId="{2B4EF15D-42C9-844D-8A07-BC881FB6F23C}" dt="2021-06-22T21:45:26.631" v="15652" actId="1076"/>
          <ac:spMkLst>
            <pc:docMk/>
            <pc:sldMk cId="916534381" sldId="397"/>
            <ac:spMk id="6" creationId="{80B74A02-1D6A-F34B-AE1D-6ED137849539}"/>
          </ac:spMkLst>
        </pc:spChg>
      </pc:sldChg>
      <pc:sldChg chg="addSp delSp modSp new mod addCm modCm">
        <pc:chgData name="Kalvis Golde" userId="d12450372feb7484" providerId="LiveId" clId="{2B4EF15D-42C9-844D-8A07-BC881FB6F23C}" dt="2021-06-22T21:45:02.225" v="15620"/>
        <pc:sldMkLst>
          <pc:docMk/>
          <pc:sldMk cId="619884946" sldId="398"/>
        </pc:sldMkLst>
        <pc:spChg chg="del">
          <ac:chgData name="Kalvis Golde" userId="d12450372feb7484" providerId="LiveId" clId="{2B4EF15D-42C9-844D-8A07-BC881FB6F23C}" dt="2021-06-22T19:26:26.849" v="14125" actId="478"/>
          <ac:spMkLst>
            <pc:docMk/>
            <pc:sldMk cId="619884946" sldId="398"/>
            <ac:spMk id="2" creationId="{E00CFEC5-5173-9247-9A5B-FBAF170E8BF6}"/>
          </ac:spMkLst>
        </pc:spChg>
        <pc:spChg chg="del">
          <ac:chgData name="Kalvis Golde" userId="d12450372feb7484" providerId="LiveId" clId="{2B4EF15D-42C9-844D-8A07-BC881FB6F23C}" dt="2021-06-22T19:26:28.037" v="14126" actId="478"/>
          <ac:spMkLst>
            <pc:docMk/>
            <pc:sldMk cId="619884946" sldId="398"/>
            <ac:spMk id="3" creationId="{1914DAFD-BFF8-3E43-99E1-22E7255CA1F2}"/>
          </ac:spMkLst>
        </pc:spChg>
        <pc:spChg chg="add mod">
          <ac:chgData name="Kalvis Golde" userId="d12450372feb7484" providerId="LiveId" clId="{2B4EF15D-42C9-844D-8A07-BC881FB6F23C}" dt="2021-06-22T20:07:23.545" v="14711" actId="1038"/>
          <ac:spMkLst>
            <pc:docMk/>
            <pc:sldMk cId="619884946" sldId="398"/>
            <ac:spMk id="5" creationId="{4AEB5166-104F-F844-BFBC-60336AA803D3}"/>
          </ac:spMkLst>
        </pc:spChg>
        <pc:graphicFrameChg chg="add mod modGraphic">
          <ac:chgData name="Kalvis Golde" userId="d12450372feb7484" providerId="LiveId" clId="{2B4EF15D-42C9-844D-8A07-BC881FB6F23C}" dt="2021-06-22T21:44:49.826" v="15619" actId="207"/>
          <ac:graphicFrameMkLst>
            <pc:docMk/>
            <pc:sldMk cId="619884946" sldId="398"/>
            <ac:graphicFrameMk id="6" creationId="{5BF0DDD8-DCD3-F44C-A42D-CBB308CF5050}"/>
          </ac:graphicFrameMkLst>
        </pc:graphicFrameChg>
        <pc:graphicFrameChg chg="add del mod">
          <ac:chgData name="Kalvis Golde" userId="d12450372feb7484" providerId="LiveId" clId="{2B4EF15D-42C9-844D-8A07-BC881FB6F23C}" dt="2021-06-22T21:28:14.011" v="15366" actId="478"/>
          <ac:graphicFrameMkLst>
            <pc:docMk/>
            <pc:sldMk cId="619884946" sldId="398"/>
            <ac:graphicFrameMk id="25" creationId="{174D2BAB-1AF7-3E47-B2DD-8CED6DCD3161}"/>
          </ac:graphicFrameMkLst>
        </pc:graphicFrameChg>
        <pc:picChg chg="add mod">
          <ac:chgData name="Kalvis Golde" userId="d12450372feb7484" providerId="LiveId" clId="{2B4EF15D-42C9-844D-8A07-BC881FB6F23C}" dt="2021-06-22T21:34:33.453" v="15519" actId="1036"/>
          <ac:picMkLst>
            <pc:docMk/>
            <pc:sldMk cId="619884946" sldId="398"/>
            <ac:picMk id="8" creationId="{3729B541-7FD5-1E4B-B70B-5576A107D83E}"/>
          </ac:picMkLst>
        </pc:picChg>
        <pc:picChg chg="add mod">
          <ac:chgData name="Kalvis Golde" userId="d12450372feb7484" providerId="LiveId" clId="{2B4EF15D-42C9-844D-8A07-BC881FB6F23C}" dt="2021-06-22T21:34:33.453" v="15519" actId="1036"/>
          <ac:picMkLst>
            <pc:docMk/>
            <pc:sldMk cId="619884946" sldId="398"/>
            <ac:picMk id="10" creationId="{198360DB-F6AA-AF4D-9F57-D690DC68B6AA}"/>
          </ac:picMkLst>
        </pc:picChg>
        <pc:picChg chg="add mod">
          <ac:chgData name="Kalvis Golde" userId="d12450372feb7484" providerId="LiveId" clId="{2B4EF15D-42C9-844D-8A07-BC881FB6F23C}" dt="2021-06-22T21:34:33.453" v="15519" actId="1036"/>
          <ac:picMkLst>
            <pc:docMk/>
            <pc:sldMk cId="619884946" sldId="398"/>
            <ac:picMk id="12" creationId="{16ACDF34-C1E1-844D-A9E2-76296CF08BBB}"/>
          </ac:picMkLst>
        </pc:picChg>
        <pc:picChg chg="add mod">
          <ac:chgData name="Kalvis Golde" userId="d12450372feb7484" providerId="LiveId" clId="{2B4EF15D-42C9-844D-8A07-BC881FB6F23C}" dt="2021-06-22T21:34:33.453" v="15519" actId="1036"/>
          <ac:picMkLst>
            <pc:docMk/>
            <pc:sldMk cId="619884946" sldId="398"/>
            <ac:picMk id="14" creationId="{B22BDDB2-19EB-1248-A066-EA6A419F67A7}"/>
          </ac:picMkLst>
        </pc:picChg>
        <pc:picChg chg="add mod">
          <ac:chgData name="Kalvis Golde" userId="d12450372feb7484" providerId="LiveId" clId="{2B4EF15D-42C9-844D-8A07-BC881FB6F23C}" dt="2021-06-22T21:34:33.453" v="15519" actId="1036"/>
          <ac:picMkLst>
            <pc:docMk/>
            <pc:sldMk cId="619884946" sldId="398"/>
            <ac:picMk id="16" creationId="{0045E443-5EF8-7A4E-A335-DFC2160DB100}"/>
          </ac:picMkLst>
        </pc:picChg>
        <pc:picChg chg="add mod">
          <ac:chgData name="Kalvis Golde" userId="d12450372feb7484" providerId="LiveId" clId="{2B4EF15D-42C9-844D-8A07-BC881FB6F23C}" dt="2021-06-22T21:34:33.453" v="15519" actId="1036"/>
          <ac:picMkLst>
            <pc:docMk/>
            <pc:sldMk cId="619884946" sldId="398"/>
            <ac:picMk id="18" creationId="{B3BB87FD-05D8-5943-B8C7-D13B35F2D60B}"/>
          </ac:picMkLst>
        </pc:picChg>
        <pc:picChg chg="add mod">
          <ac:chgData name="Kalvis Golde" userId="d12450372feb7484" providerId="LiveId" clId="{2B4EF15D-42C9-844D-8A07-BC881FB6F23C}" dt="2021-06-22T21:34:33.453" v="15519" actId="1036"/>
          <ac:picMkLst>
            <pc:docMk/>
            <pc:sldMk cId="619884946" sldId="398"/>
            <ac:picMk id="20" creationId="{21498AC9-69A7-424D-B7E4-7B17E3BB7DF1}"/>
          </ac:picMkLst>
        </pc:picChg>
        <pc:picChg chg="add mod">
          <ac:chgData name="Kalvis Golde" userId="d12450372feb7484" providerId="LiveId" clId="{2B4EF15D-42C9-844D-8A07-BC881FB6F23C}" dt="2021-06-22T21:34:33.453" v="15519" actId="1036"/>
          <ac:picMkLst>
            <pc:docMk/>
            <pc:sldMk cId="619884946" sldId="398"/>
            <ac:picMk id="22" creationId="{E8320C50-E330-DB47-96AB-BED3E96F7BC9}"/>
          </ac:picMkLst>
        </pc:picChg>
        <pc:picChg chg="add mod">
          <ac:chgData name="Kalvis Golde" userId="d12450372feb7484" providerId="LiveId" clId="{2B4EF15D-42C9-844D-8A07-BC881FB6F23C}" dt="2021-06-22T21:34:33.453" v="15519" actId="1036"/>
          <ac:picMkLst>
            <pc:docMk/>
            <pc:sldMk cId="619884946" sldId="398"/>
            <ac:picMk id="24" creationId="{0402D156-9271-A242-9A94-3BAFC782CBF2}"/>
          </ac:picMkLst>
        </pc:picChg>
      </pc:sldChg>
      <pc:sldChg chg="modSp add del mod">
        <pc:chgData name="Kalvis Golde" userId="d12450372feb7484" providerId="LiveId" clId="{2B4EF15D-42C9-844D-8A07-BC881FB6F23C}" dt="2021-06-22T21:43:35.863" v="15611" actId="2696"/>
        <pc:sldMkLst>
          <pc:docMk/>
          <pc:sldMk cId="290846049" sldId="399"/>
        </pc:sldMkLst>
        <pc:graphicFrameChg chg="modGraphic">
          <ac:chgData name="Kalvis Golde" userId="d12450372feb7484" providerId="LiveId" clId="{2B4EF15D-42C9-844D-8A07-BC881FB6F23C}" dt="2021-06-22T21:35:09.202" v="15527" actId="255"/>
          <ac:graphicFrameMkLst>
            <pc:docMk/>
            <pc:sldMk cId="290846049" sldId="399"/>
            <ac:graphicFrameMk id="6" creationId="{5BF0DDD8-DCD3-F44C-A42D-CBB308CF5050}"/>
          </ac:graphicFrameMkLst>
        </pc:graphicFrameChg>
      </pc:sldChg>
      <pc:sldChg chg="add del">
        <pc:chgData name="Kalvis Golde" userId="d12450372feb7484" providerId="LiveId" clId="{2B4EF15D-42C9-844D-8A07-BC881FB6F23C}" dt="2021-06-22T21:33:18.606" v="15484" actId="2696"/>
        <pc:sldMkLst>
          <pc:docMk/>
          <pc:sldMk cId="2078947616" sldId="399"/>
        </pc:sldMkLst>
      </pc:sldChg>
      <pc:sldChg chg="add del">
        <pc:chgData name="Kalvis Golde" userId="d12450372feb7484" providerId="LiveId" clId="{2B4EF15D-42C9-844D-8A07-BC881FB6F23C}" dt="2021-06-22T21:34:43.687" v="15521" actId="2696"/>
        <pc:sldMkLst>
          <pc:docMk/>
          <pc:sldMk cId="3178402089" sldId="399"/>
        </pc:sldMkLst>
      </pc:sldChg>
      <pc:sldChg chg="add">
        <pc:chgData name="Kalvis Golde" userId="d12450372feb7484" providerId="LiveId" clId="{2B4EF15D-42C9-844D-8A07-BC881FB6F23C}" dt="2021-06-22T21:43:42.975" v="15614" actId="2890"/>
        <pc:sldMkLst>
          <pc:docMk/>
          <pc:sldMk cId="3374246032" sldId="399"/>
        </pc:sldMkLst>
      </pc:sldChg>
      <pc:sldChg chg="modSp add del mod">
        <pc:chgData name="Kalvis Golde" userId="d12450372feb7484" providerId="LiveId" clId="{2B4EF15D-42C9-844D-8A07-BC881FB6F23C}" dt="2021-06-22T21:43:38.117" v="15612" actId="2696"/>
        <pc:sldMkLst>
          <pc:docMk/>
          <pc:sldMk cId="515303802" sldId="400"/>
        </pc:sldMkLst>
        <pc:graphicFrameChg chg="modGraphic">
          <ac:chgData name="Kalvis Golde" userId="d12450372feb7484" providerId="LiveId" clId="{2B4EF15D-42C9-844D-8A07-BC881FB6F23C}" dt="2021-06-22T21:35:14.818" v="15528" actId="255"/>
          <ac:graphicFrameMkLst>
            <pc:docMk/>
            <pc:sldMk cId="515303802" sldId="400"/>
            <ac:graphicFrameMk id="6" creationId="{5BF0DDD8-DCD3-F44C-A42D-CBB308CF5050}"/>
          </ac:graphicFrameMkLst>
        </pc:graphicFrameChg>
      </pc:sldChg>
      <pc:sldChg chg="add">
        <pc:chgData name="Kalvis Golde" userId="d12450372feb7484" providerId="LiveId" clId="{2B4EF15D-42C9-844D-8A07-BC881FB6F23C}" dt="2021-06-22T21:43:45.582" v="15615" actId="2890"/>
        <pc:sldMkLst>
          <pc:docMk/>
          <pc:sldMk cId="1610198075" sldId="400"/>
        </pc:sldMkLst>
      </pc:sldChg>
      <pc:sldChg chg="add del">
        <pc:chgData name="Kalvis Golde" userId="d12450372feb7484" providerId="LiveId" clId="{2B4EF15D-42C9-844D-8A07-BC881FB6F23C}" dt="2021-06-22T21:34:42.692" v="15520" actId="2696"/>
        <pc:sldMkLst>
          <pc:docMk/>
          <pc:sldMk cId="2094742811" sldId="400"/>
        </pc:sldMkLst>
      </pc:sldChg>
      <pc:sldChg chg="add del">
        <pc:chgData name="Kalvis Golde" userId="d12450372feb7484" providerId="LiveId" clId="{2B4EF15D-42C9-844D-8A07-BC881FB6F23C}" dt="2021-06-22T21:34:45.595" v="15522" actId="2696"/>
        <pc:sldMkLst>
          <pc:docMk/>
          <pc:sldMk cId="1035249906" sldId="401"/>
        </pc:sldMkLst>
      </pc:sldChg>
      <pc:sldChg chg="add">
        <pc:chgData name="Kalvis Golde" userId="d12450372feb7484" providerId="LiveId" clId="{2B4EF15D-42C9-844D-8A07-BC881FB6F23C}" dt="2021-06-22T21:43:48.054" v="15616" actId="2890"/>
        <pc:sldMkLst>
          <pc:docMk/>
          <pc:sldMk cId="1855656958" sldId="401"/>
        </pc:sldMkLst>
      </pc:sldChg>
      <pc:sldChg chg="modSp add del mod">
        <pc:chgData name="Kalvis Golde" userId="d12450372feb7484" providerId="LiveId" clId="{2B4EF15D-42C9-844D-8A07-BC881FB6F23C}" dt="2021-06-22T21:43:39.968" v="15613" actId="2696"/>
        <pc:sldMkLst>
          <pc:docMk/>
          <pc:sldMk cId="2875960702" sldId="401"/>
        </pc:sldMkLst>
        <pc:graphicFrameChg chg="modGraphic">
          <ac:chgData name="Kalvis Golde" userId="d12450372feb7484" providerId="LiveId" clId="{2B4EF15D-42C9-844D-8A07-BC881FB6F23C}" dt="2021-06-22T21:35:20.247" v="15529" actId="255"/>
          <ac:graphicFrameMkLst>
            <pc:docMk/>
            <pc:sldMk cId="2875960702" sldId="401"/>
            <ac:graphicFrameMk id="6" creationId="{5BF0DDD8-DCD3-F44C-A42D-CBB308CF5050}"/>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3" tIns="46587" rIns="93173" bIns="46587" rtlCol="0"/>
          <a:lstStyle>
            <a:lvl1pPr algn="l">
              <a:defRPr sz="1200"/>
            </a:lvl1pPr>
          </a:lstStyle>
          <a:p>
            <a:endParaRPr lang="en-US"/>
          </a:p>
        </p:txBody>
      </p:sp>
      <p:sp>
        <p:nvSpPr>
          <p:cNvPr id="3" name="Date Placeholder 2"/>
          <p:cNvSpPr>
            <a:spLocks noGrp="1"/>
          </p:cNvSpPr>
          <p:nvPr>
            <p:ph type="dt" idx="1"/>
          </p:nvPr>
        </p:nvSpPr>
        <p:spPr>
          <a:xfrm>
            <a:off x="3970938" y="0"/>
            <a:ext cx="3037840" cy="466434"/>
          </a:xfrm>
          <a:prstGeom prst="rect">
            <a:avLst/>
          </a:prstGeom>
        </p:spPr>
        <p:txBody>
          <a:bodyPr vert="horz" lIns="93173" tIns="46587" rIns="93173" bIns="46587" rtlCol="0"/>
          <a:lstStyle>
            <a:lvl1pPr algn="r">
              <a:defRPr sz="1200"/>
            </a:lvl1pPr>
          </a:lstStyle>
          <a:p>
            <a:fld id="{D62E4C22-F13C-469B-88DE-BEC26370719F}" type="datetimeFigureOut">
              <a:rPr lang="en-US" smtClean="0"/>
              <a:t>5/20/2025</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3" tIns="46587" rIns="93173" bIns="46587"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3" tIns="46587" rIns="93173" bIns="46587"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8"/>
            <a:ext cx="3037840" cy="466433"/>
          </a:xfrm>
          <a:prstGeom prst="rect">
            <a:avLst/>
          </a:prstGeom>
        </p:spPr>
        <p:txBody>
          <a:bodyPr vert="horz" lIns="93173" tIns="46587" rIns="93173" bIns="46587"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8"/>
            <a:ext cx="3037840" cy="466433"/>
          </a:xfrm>
          <a:prstGeom prst="rect">
            <a:avLst/>
          </a:prstGeom>
        </p:spPr>
        <p:txBody>
          <a:bodyPr vert="horz" lIns="93173" tIns="46587" rIns="93173" bIns="46587" rtlCol="0" anchor="b"/>
          <a:lstStyle>
            <a:lvl1pPr algn="r">
              <a:defRPr sz="1200"/>
            </a:lvl1pPr>
          </a:lstStyle>
          <a:p>
            <a:fld id="{B834DF19-3E08-411A-A452-BC015BCC027A}"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a:t>
            </a:fld>
            <a:endParaRPr lang="en-US"/>
          </a:p>
        </p:txBody>
      </p:sp>
    </p:spTree>
    <p:extLst>
      <p:ext uri="{BB962C8B-B14F-4D97-AF65-F5344CB8AC3E}">
        <p14:creationId xmlns:p14="http://schemas.microsoft.com/office/powerpoint/2010/main" val="6889819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a:t>
            </a:fld>
            <a:endParaRPr lang="en-US"/>
          </a:p>
        </p:txBody>
      </p:sp>
    </p:spTree>
    <p:extLst>
      <p:ext uri="{BB962C8B-B14F-4D97-AF65-F5344CB8AC3E}">
        <p14:creationId xmlns:p14="http://schemas.microsoft.com/office/powerpoint/2010/main" val="16414073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9</a:t>
            </a:fld>
            <a:endParaRPr lang="en-US"/>
          </a:p>
        </p:txBody>
      </p:sp>
    </p:spTree>
    <p:extLst>
      <p:ext uri="{BB962C8B-B14F-4D97-AF65-F5344CB8AC3E}">
        <p14:creationId xmlns:p14="http://schemas.microsoft.com/office/powerpoint/2010/main" val="15207182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10</a:t>
            </a:fld>
            <a:endParaRPr lang="en-US"/>
          </a:p>
        </p:txBody>
      </p:sp>
    </p:spTree>
    <p:extLst>
      <p:ext uri="{BB962C8B-B14F-4D97-AF65-F5344CB8AC3E}">
        <p14:creationId xmlns:p14="http://schemas.microsoft.com/office/powerpoint/2010/main" val="282886438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834DF19-3E08-411A-A452-BC015BCC027A}" type="slidenum">
              <a:rPr lang="en-US" smtClean="0"/>
              <a:t>11</a:t>
            </a:fld>
            <a:endParaRPr lang="en-US"/>
          </a:p>
        </p:txBody>
      </p:sp>
    </p:spTree>
    <p:extLst>
      <p:ext uri="{BB962C8B-B14F-4D97-AF65-F5344CB8AC3E}">
        <p14:creationId xmlns:p14="http://schemas.microsoft.com/office/powerpoint/2010/main" val="26580024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13</a:t>
            </a:fld>
            <a:endParaRPr lang="en-US"/>
          </a:p>
        </p:txBody>
      </p:sp>
    </p:spTree>
    <p:extLst>
      <p:ext uri="{BB962C8B-B14F-4D97-AF65-F5344CB8AC3E}">
        <p14:creationId xmlns:p14="http://schemas.microsoft.com/office/powerpoint/2010/main" val="11174926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25E8D4-9AA5-C3A5-26B3-0C8530D912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F8517F-94F9-A77F-332E-C834359036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1962BD-5EF3-9C9D-1402-F8A38E49FF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EB8675-6AE5-638E-8622-9F1A9C74C8C9}"/>
              </a:ext>
            </a:extLst>
          </p:cNvPr>
          <p:cNvSpPr>
            <a:spLocks noGrp="1"/>
          </p:cNvSpPr>
          <p:nvPr>
            <p:ph type="sldNum" sz="quarter" idx="5"/>
          </p:nvPr>
        </p:nvSpPr>
        <p:spPr/>
        <p:txBody>
          <a:bodyPr/>
          <a:lstStyle/>
          <a:p>
            <a:fld id="{B834DF19-3E08-411A-A452-BC015BCC027A}" type="slidenum">
              <a:rPr lang="en-US" smtClean="0"/>
              <a:t>14</a:t>
            </a:fld>
            <a:endParaRPr lang="en-US"/>
          </a:p>
        </p:txBody>
      </p:sp>
    </p:spTree>
    <p:extLst>
      <p:ext uri="{BB962C8B-B14F-4D97-AF65-F5344CB8AC3E}">
        <p14:creationId xmlns:p14="http://schemas.microsoft.com/office/powerpoint/2010/main" val="9856904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15</a:t>
            </a:fld>
            <a:endParaRPr lang="en-US"/>
          </a:p>
        </p:txBody>
      </p:sp>
    </p:spTree>
    <p:extLst>
      <p:ext uri="{BB962C8B-B14F-4D97-AF65-F5344CB8AC3E}">
        <p14:creationId xmlns:p14="http://schemas.microsoft.com/office/powerpoint/2010/main" val="38543892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FD5E1B-EC2E-15F7-D0C5-521782784A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4C9298-400C-EB0E-07F9-DFADCF20BC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BA2E9C-A622-8E88-EC27-F54978D489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D83E0E0-2341-3B2A-A4EE-9AA9E493B6F0}"/>
              </a:ext>
            </a:extLst>
          </p:cNvPr>
          <p:cNvSpPr>
            <a:spLocks noGrp="1"/>
          </p:cNvSpPr>
          <p:nvPr>
            <p:ph type="sldNum" sz="quarter" idx="5"/>
          </p:nvPr>
        </p:nvSpPr>
        <p:spPr/>
        <p:txBody>
          <a:bodyPr/>
          <a:lstStyle/>
          <a:p>
            <a:fld id="{B834DF19-3E08-411A-A452-BC015BCC027A}" type="slidenum">
              <a:rPr lang="en-US" smtClean="0"/>
              <a:t>22</a:t>
            </a:fld>
            <a:endParaRPr lang="en-US"/>
          </a:p>
        </p:txBody>
      </p:sp>
    </p:spTree>
    <p:extLst>
      <p:ext uri="{BB962C8B-B14F-4D97-AF65-F5344CB8AC3E}">
        <p14:creationId xmlns:p14="http://schemas.microsoft.com/office/powerpoint/2010/main" val="193622979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26</a:t>
            </a:fld>
            <a:endParaRPr lang="en-US"/>
          </a:p>
        </p:txBody>
      </p:sp>
    </p:spTree>
    <p:extLst>
      <p:ext uri="{BB962C8B-B14F-4D97-AF65-F5344CB8AC3E}">
        <p14:creationId xmlns:p14="http://schemas.microsoft.com/office/powerpoint/2010/main" val="769908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27</a:t>
            </a:fld>
            <a:endParaRPr lang="en-US"/>
          </a:p>
        </p:txBody>
      </p:sp>
    </p:spTree>
    <p:extLst>
      <p:ext uri="{BB962C8B-B14F-4D97-AF65-F5344CB8AC3E}">
        <p14:creationId xmlns:p14="http://schemas.microsoft.com/office/powerpoint/2010/main" val="21182799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28</a:t>
            </a:fld>
            <a:endParaRPr lang="en-US"/>
          </a:p>
        </p:txBody>
      </p:sp>
    </p:spTree>
    <p:extLst>
      <p:ext uri="{BB962C8B-B14F-4D97-AF65-F5344CB8AC3E}">
        <p14:creationId xmlns:p14="http://schemas.microsoft.com/office/powerpoint/2010/main" val="11723233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29</a:t>
            </a:fld>
            <a:endParaRPr lang="en-US"/>
          </a:p>
        </p:txBody>
      </p:sp>
    </p:spTree>
    <p:extLst>
      <p:ext uri="{BB962C8B-B14F-4D97-AF65-F5344CB8AC3E}">
        <p14:creationId xmlns:p14="http://schemas.microsoft.com/office/powerpoint/2010/main" val="22702742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5404DE1D-F371-4D93-A051-8E4291309856}" type="datetime1">
              <a:rPr lang="en-US" smtClean="0"/>
              <a:t>5/20/2025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FA28C88-2091-411C-8E6D-D707E5A32593}" type="datetime1">
              <a:rPr lang="en-US" smtClean="0"/>
              <a:t>5/20/2025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B7A5D965-537E-4674-9D26-E591095F6E01}" type="datetime1">
              <a:rPr lang="en-US" smtClean="0"/>
              <a:t>5/20/2025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C467566-C371-408E-8F2D-3E574A0545A1}" type="datetime1">
              <a:rPr lang="en-US" smtClean="0"/>
              <a:t>5/20/2025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8776E93-5451-45E2-A790-01EC21311EF1}" type="datetime1">
              <a:rPr lang="en-US" smtClean="0"/>
              <a:t>5/20/2025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375DF2C9-1C8F-4DE1-840C-5402BB8470C8}" type="datetime1">
              <a:rPr lang="en-US" smtClean="0"/>
              <a:t>5/20/2025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4F80A29-A7D5-4AA0-8AFB-29039B5FC3F7}" type="datetime1">
              <a:rPr lang="en-US" smtClean="0"/>
              <a:t>5/20/2025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84DB8124-C576-407D-8F26-9D88A07D9C27}" type="datetime1">
              <a:rPr lang="en-US" smtClean="0"/>
              <a:t>5/20/2025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6A15BE4-95D6-4BC1-B7B6-793738243B8D}" type="datetime1">
              <a:rPr lang="en-US" smtClean="0"/>
              <a:t>5/20/2025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1DCD188-A32A-44D9-8497-916B4940CED7}" type="datetime1">
              <a:rPr lang="en-US" smtClean="0"/>
              <a:t>5/20/2025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242DAC5-BD41-4F85-B02E-3945FFF7E277}" type="datetime1">
              <a:rPr lang="en-US" smtClean="0"/>
              <a:t>5/20/2025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FA29DED-D69B-4EB7-BF85-2AE58F0DDAF2}" type="datetime1">
              <a:rPr lang="en-US" smtClean="0"/>
              <a:t>5/20/2025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E212BD6-99D2-4430-8307-3DFF6CB1AF68}"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mqscores.wustl.edu/"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http://mqscores.wustl.edu/"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8.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9.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F03BE7F-97AF-5148-899D-4AD76C06E41F}"/>
              </a:ext>
            </a:extLst>
          </p:cNvPr>
          <p:cNvSpPr>
            <a:spLocks noGrp="1"/>
          </p:cNvSpPr>
          <p:nvPr>
            <p:ph type="sldNum" sz="quarter" idx="12"/>
          </p:nvPr>
        </p:nvSpPr>
        <p:spPr/>
        <p:txBody>
          <a:bodyPr/>
          <a:lstStyle/>
          <a:p>
            <a:fld id="{5E212BD6-99D2-4430-8307-3DFF6CB1AF68}" type="slidenum">
              <a:rPr lang="en-US" smtClean="0">
                <a:latin typeface="MULISH REGULAR ROMAN" pitchFamily="2" charset="77"/>
              </a:rPr>
              <a:t>1</a:t>
            </a:fld>
            <a:endParaRPr lang="en-US">
              <a:latin typeface="MULISH REGULAR ROMAN" pitchFamily="2" charset="77"/>
            </a:endParaRPr>
          </a:p>
        </p:txBody>
      </p:sp>
      <p:sp>
        <p:nvSpPr>
          <p:cNvPr id="6" name="Title 1">
            <a:extLst>
              <a:ext uri="{FF2B5EF4-FFF2-40B4-BE49-F238E27FC236}">
                <a16:creationId xmlns:a16="http://schemas.microsoft.com/office/drawing/2014/main" id="{1700B16A-33BA-5646-9BCC-4491AD8D4FD4}"/>
              </a:ext>
            </a:extLst>
          </p:cNvPr>
          <p:cNvSpPr>
            <a:spLocks noGrp="1"/>
          </p:cNvSpPr>
          <p:nvPr>
            <p:ph type="title"/>
          </p:nvPr>
        </p:nvSpPr>
        <p:spPr>
          <a:xfrm>
            <a:off x="110033" y="2774321"/>
            <a:ext cx="4971156" cy="2716320"/>
          </a:xfrm>
        </p:spPr>
        <p:txBody>
          <a:bodyPr>
            <a:noAutofit/>
          </a:bodyPr>
          <a:lstStyle/>
          <a:p>
            <a:pPr algn="ctr">
              <a:lnSpc>
                <a:spcPct val="100000"/>
              </a:lnSpc>
            </a:pPr>
            <a:r>
              <a:rPr lang="en-US" sz="3600" b="1" dirty="0">
                <a:latin typeface="MULISH BLACK ROMAN" pitchFamily="2" charset="77"/>
              </a:rPr>
              <a:t>Final Stat Pack for the 2024-25 term</a:t>
            </a:r>
            <a:br>
              <a:rPr lang="en-US" sz="2800" b="1" dirty="0">
                <a:latin typeface="MULISH BLACK ROMAN" pitchFamily="2" charset="77"/>
              </a:rPr>
            </a:br>
            <a:br>
              <a:rPr lang="en-US" sz="2800" b="1" dirty="0">
                <a:latin typeface="MULISH EXTRABOLD ROMAN" pitchFamily="2" charset="77"/>
              </a:rPr>
            </a:br>
            <a:r>
              <a:rPr lang="en-US" sz="2800" b="1" dirty="0">
                <a:highlight>
                  <a:srgbClr val="00FFFF"/>
                </a:highlight>
                <a:latin typeface="MULISH SEMIBOLD ROMAN" pitchFamily="2" charset="77"/>
              </a:rPr>
              <a:t>June .., 2025</a:t>
            </a:r>
            <a:br>
              <a:rPr lang="en-US" sz="2800" b="1" dirty="0">
                <a:latin typeface="MULISH EXTRABOLD ROMAN" pitchFamily="2" charset="77"/>
              </a:rPr>
            </a:br>
            <a:br>
              <a:rPr lang="en-US" sz="2800" b="1" dirty="0">
                <a:latin typeface="MULISH EXTRABOLD ROMAN" pitchFamily="2" charset="77"/>
              </a:rPr>
            </a:br>
            <a:r>
              <a:rPr lang="en-US" sz="2800" b="1" dirty="0">
                <a:highlight>
                  <a:srgbClr val="FF0000"/>
                </a:highlight>
                <a:latin typeface="MULISH EXTRABOLD ROMAN" pitchFamily="2" charset="77"/>
              </a:rPr>
              <a:t>UPDATED MAY 19, 2025</a:t>
            </a:r>
          </a:p>
        </p:txBody>
      </p:sp>
      <p:sp>
        <p:nvSpPr>
          <p:cNvPr id="7" name="Rectangle 6">
            <a:extLst>
              <a:ext uri="{FF2B5EF4-FFF2-40B4-BE49-F238E27FC236}">
                <a16:creationId xmlns:a16="http://schemas.microsoft.com/office/drawing/2014/main" id="{75488183-E097-304A-B953-194A9D986237}"/>
              </a:ext>
            </a:extLst>
          </p:cNvPr>
          <p:cNvSpPr/>
          <p:nvPr/>
        </p:nvSpPr>
        <p:spPr>
          <a:xfrm>
            <a:off x="-29113" y="6218491"/>
            <a:ext cx="12252960" cy="698190"/>
          </a:xfrm>
          <a:prstGeom prst="rect">
            <a:avLst/>
          </a:prstGeom>
          <a:solidFill>
            <a:srgbClr val="0469A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9" name="Picture 8" descr="A picture containing sky, outdoor, building, ruin&#10;&#10;Description automatically generated">
            <a:extLst>
              <a:ext uri="{FF2B5EF4-FFF2-40B4-BE49-F238E27FC236}">
                <a16:creationId xmlns:a16="http://schemas.microsoft.com/office/drawing/2014/main" id="{CA56552D-6B5D-2140-856F-CB280A21060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206951" y="640086"/>
            <a:ext cx="6377889" cy="4783015"/>
          </a:xfrm>
          <a:prstGeom prst="rect">
            <a:avLst/>
          </a:prstGeom>
        </p:spPr>
      </p:pic>
      <p:sp>
        <p:nvSpPr>
          <p:cNvPr id="10" name="TextBox 9">
            <a:extLst>
              <a:ext uri="{FF2B5EF4-FFF2-40B4-BE49-F238E27FC236}">
                <a16:creationId xmlns:a16="http://schemas.microsoft.com/office/drawing/2014/main" id="{C0E40825-6F35-DE44-8BCC-6208E8007D55}"/>
              </a:ext>
            </a:extLst>
          </p:cNvPr>
          <p:cNvSpPr txBox="1"/>
          <p:nvPr/>
        </p:nvSpPr>
        <p:spPr>
          <a:xfrm>
            <a:off x="555057" y="6413698"/>
            <a:ext cx="11807936" cy="307777"/>
          </a:xfrm>
          <a:prstGeom prst="rect">
            <a:avLst/>
          </a:prstGeom>
          <a:noFill/>
        </p:spPr>
        <p:txBody>
          <a:bodyPr wrap="square" rtlCol="0">
            <a:spAutoFit/>
          </a:bodyPr>
          <a:lstStyle/>
          <a:p>
            <a:r>
              <a:rPr lang="en-US" sz="1400" b="1" dirty="0">
                <a:solidFill>
                  <a:schemeClr val="bg1"/>
                </a:solidFill>
                <a:latin typeface="MULISH REGULAR ROMAN" pitchFamily="2" charset="77"/>
              </a:rPr>
              <a:t>Visit</a:t>
            </a:r>
            <a:r>
              <a:rPr lang="en-US" sz="1400" dirty="0">
                <a:solidFill>
                  <a:schemeClr val="bg1"/>
                </a:solidFill>
                <a:latin typeface="MULISH REGULAR ROMAN" pitchFamily="2" charset="77"/>
              </a:rPr>
              <a:t>: www.scotusblog.com			</a:t>
            </a:r>
            <a:r>
              <a:rPr lang="en-US" sz="1400" b="1" dirty="0">
                <a:solidFill>
                  <a:schemeClr val="bg1"/>
                </a:solidFill>
                <a:latin typeface="MULISH REGULAR ROMAN" pitchFamily="2" charset="77"/>
              </a:rPr>
              <a:t>Follow</a:t>
            </a:r>
            <a:r>
              <a:rPr lang="en-US" sz="1400" dirty="0">
                <a:solidFill>
                  <a:schemeClr val="bg1"/>
                </a:solidFill>
                <a:latin typeface="MULISH REGULAR ROMAN" pitchFamily="2" charset="77"/>
              </a:rPr>
              <a:t>: @scotusblog			</a:t>
            </a:r>
            <a:r>
              <a:rPr lang="en-US" sz="1400" b="1" dirty="0">
                <a:solidFill>
                  <a:schemeClr val="bg1"/>
                </a:solidFill>
                <a:latin typeface="MULISH REGULAR ROMAN" pitchFamily="2" charset="77"/>
              </a:rPr>
              <a:t> Email</a:t>
            </a:r>
            <a:r>
              <a:rPr lang="en-US" sz="1400" dirty="0">
                <a:solidFill>
                  <a:schemeClr val="bg1"/>
                </a:solidFill>
                <a:latin typeface="MULISH REGULAR ROMAN" pitchFamily="2" charset="77"/>
              </a:rPr>
              <a:t>: feedback@scotusblog.com</a:t>
            </a:r>
          </a:p>
        </p:txBody>
      </p:sp>
      <p:pic>
        <p:nvPicPr>
          <p:cNvPr id="1028" name="Picture 4">
            <a:extLst>
              <a:ext uri="{FF2B5EF4-FFF2-40B4-BE49-F238E27FC236}">
                <a16:creationId xmlns:a16="http://schemas.microsoft.com/office/drawing/2014/main" id="{D56D62E1-3E09-41AD-146D-3D679190919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5307" y="640086"/>
            <a:ext cx="4420607" cy="155021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7432506-8FCC-113B-AB0D-35D5D049F063}"/>
              </a:ext>
            </a:extLst>
          </p:cNvPr>
          <p:cNvSpPr txBox="1"/>
          <p:nvPr/>
        </p:nvSpPr>
        <p:spPr>
          <a:xfrm>
            <a:off x="637631" y="5797402"/>
            <a:ext cx="3915957" cy="261610"/>
          </a:xfrm>
          <a:prstGeom prst="rect">
            <a:avLst/>
          </a:prstGeom>
          <a:noFill/>
        </p:spPr>
        <p:txBody>
          <a:bodyPr wrap="square" rtlCol="0">
            <a:spAutoFit/>
          </a:bodyPr>
          <a:lstStyle/>
          <a:p>
            <a:r>
              <a:rPr lang="en-US" sz="1100" i="1" dirty="0">
                <a:latin typeface="MULISH REGULAR ROMAN"/>
              </a:rPr>
              <a:t>Compiled by Jake S. Truscott (Ph.D.) &amp; Adam Feldman (J.D., Ph.D.)</a:t>
            </a:r>
          </a:p>
        </p:txBody>
      </p:sp>
    </p:spTree>
    <p:extLst>
      <p:ext uri="{BB962C8B-B14F-4D97-AF65-F5344CB8AC3E}">
        <p14:creationId xmlns:p14="http://schemas.microsoft.com/office/powerpoint/2010/main" val="29567276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9448800" y="6492875"/>
            <a:ext cx="2743200" cy="365125"/>
          </a:xfrm>
        </p:spPr>
        <p:txBody>
          <a:bodyPr/>
          <a:lstStyle/>
          <a:p>
            <a:fld id="{5E212BD6-99D2-4430-8307-3DFF6CB1AF68}" type="slidenum">
              <a:rPr lang="en-US" sz="800" smtClean="0"/>
              <a:t>2</a:t>
            </a:fld>
            <a:endParaRPr lang="en-US" sz="800" dirty="0"/>
          </a:p>
        </p:txBody>
      </p:sp>
      <p:sp>
        <p:nvSpPr>
          <p:cNvPr id="10" name="Title 9">
            <a:extLst>
              <a:ext uri="{FF2B5EF4-FFF2-40B4-BE49-F238E27FC236}">
                <a16:creationId xmlns:a16="http://schemas.microsoft.com/office/drawing/2014/main" id="{41C3B68A-3143-8C40-9052-984CB81771DE}"/>
              </a:ext>
            </a:extLst>
          </p:cNvPr>
          <p:cNvSpPr>
            <a:spLocks noGrp="1"/>
          </p:cNvSpPr>
          <p:nvPr>
            <p:ph type="title"/>
          </p:nvPr>
        </p:nvSpPr>
        <p:spPr>
          <a:xfrm>
            <a:off x="304800" y="-71266"/>
            <a:ext cx="10515600" cy="1325563"/>
          </a:xfrm>
        </p:spPr>
        <p:txBody>
          <a:bodyPr>
            <a:normAutofit/>
          </a:bodyPr>
          <a:lstStyle/>
          <a:p>
            <a:r>
              <a:rPr lang="en-US" sz="3600" dirty="0">
                <a:solidFill>
                  <a:srgbClr val="A90404"/>
                </a:solidFill>
                <a:latin typeface="MULISH BOLD ROMAN" pitchFamily="2" charset="77"/>
              </a:rPr>
              <a:t>TABLE OF CONTENTS</a:t>
            </a:r>
          </a:p>
        </p:txBody>
      </p:sp>
      <p:graphicFrame>
        <p:nvGraphicFramePr>
          <p:cNvPr id="13" name="Table 13">
            <a:extLst>
              <a:ext uri="{FF2B5EF4-FFF2-40B4-BE49-F238E27FC236}">
                <a16:creationId xmlns:a16="http://schemas.microsoft.com/office/drawing/2014/main" id="{2816B8B4-2B75-4A4E-82B3-628AEF4C139E}"/>
              </a:ext>
            </a:extLst>
          </p:cNvPr>
          <p:cNvGraphicFramePr>
            <a:graphicFrameLocks noGrp="1"/>
          </p:cNvGraphicFramePr>
          <p:nvPr>
            <p:extLst>
              <p:ext uri="{D42A27DB-BD31-4B8C-83A1-F6EECF244321}">
                <p14:modId xmlns:p14="http://schemas.microsoft.com/office/powerpoint/2010/main" val="337705305"/>
              </p:ext>
            </p:extLst>
          </p:nvPr>
        </p:nvGraphicFramePr>
        <p:xfrm>
          <a:off x="347690" y="1106041"/>
          <a:ext cx="11431022" cy="5069556"/>
        </p:xfrm>
        <a:graphic>
          <a:graphicData uri="http://schemas.openxmlformats.org/drawingml/2006/table">
            <a:tbl>
              <a:tblPr firstRow="1" bandRow="1">
                <a:tableStyleId>{2D5ABB26-0587-4C30-8999-92F81FD0307C}</a:tableStyleId>
              </a:tblPr>
              <a:tblGrid>
                <a:gridCol w="10648075">
                  <a:extLst>
                    <a:ext uri="{9D8B030D-6E8A-4147-A177-3AD203B41FA5}">
                      <a16:colId xmlns:a16="http://schemas.microsoft.com/office/drawing/2014/main" val="1260107550"/>
                    </a:ext>
                  </a:extLst>
                </a:gridCol>
                <a:gridCol w="782947">
                  <a:extLst>
                    <a:ext uri="{9D8B030D-6E8A-4147-A177-3AD203B41FA5}">
                      <a16:colId xmlns:a16="http://schemas.microsoft.com/office/drawing/2014/main" val="2073143177"/>
                    </a:ext>
                  </a:extLst>
                </a:gridCol>
              </a:tblGrid>
              <a:tr h="338866">
                <a:tc>
                  <a:txBody>
                    <a:bodyPr/>
                    <a:lstStyle/>
                    <a:p>
                      <a:pPr>
                        <a:lnSpc>
                          <a:spcPts val="1940"/>
                        </a:lnSpc>
                      </a:pPr>
                      <a:r>
                        <a:rPr lang="en-US" sz="1400" dirty="0">
                          <a:latin typeface="MULISH REGULAR ROMAN" pitchFamily="2" charset="77"/>
                        </a:rPr>
                        <a:t>Introduction . . . . . . . . . . . .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563563825"/>
                  </a:ext>
                </a:extLst>
              </a:tr>
              <a:tr h="338866">
                <a:tc>
                  <a:txBody>
                    <a:bodyPr/>
                    <a:lstStyle/>
                    <a:p>
                      <a:r>
                        <a:rPr lang="en-US" sz="1400" dirty="0">
                          <a:latin typeface="MULISH REGULAR ROMAN" pitchFamily="2" charset="77"/>
                        </a:rPr>
                        <a:t>Term Index  . . . . . . . . . . . .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174027382"/>
                  </a:ext>
                </a:extLst>
              </a:tr>
              <a:tr h="338866">
                <a:tc>
                  <a:txBody>
                    <a:bodyPr/>
                    <a:lstStyle/>
                    <a:p>
                      <a:r>
                        <a:rPr lang="en-US" sz="1400" dirty="0">
                          <a:latin typeface="MULISH REGULAR ROMAN" pitchFamily="2" charset="77"/>
                        </a:rPr>
                        <a:t>Circuit Scorecard  . . . . . . . .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3645463055"/>
                  </a:ext>
                </a:extLst>
              </a:tr>
              <a:tr h="338866">
                <a:tc>
                  <a:txBody>
                    <a:bodyPr/>
                    <a:lstStyle/>
                    <a:p>
                      <a:r>
                        <a:rPr lang="en-US" sz="1400" dirty="0">
                          <a:latin typeface="MULISH REGULAR ROMAN" pitchFamily="2" charset="77"/>
                        </a:rPr>
                        <a:t>Makeup of the Merits Docket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4075254628"/>
                  </a:ext>
                </a:extLst>
              </a:tr>
              <a:tr h="338866">
                <a:tc>
                  <a:txBody>
                    <a:bodyPr/>
                    <a:lstStyle/>
                    <a:p>
                      <a:r>
                        <a:rPr lang="en-US" sz="1400" dirty="0">
                          <a:latin typeface="MULISH REGULAR ROMAN" pitchFamily="2" charset="77"/>
                        </a:rPr>
                        <a:t>Days Between Argument and Opinion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2785059909"/>
                  </a:ext>
                </a:extLst>
              </a:tr>
              <a:tr h="3388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latin typeface="MULISH REGULAR ROMAN" pitchFamily="2" charset="77"/>
                        </a:rPr>
                        <a:t>Total Opinions Over Time .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3171149815"/>
                  </a:ext>
                </a:extLst>
              </a:tr>
              <a:tr h="338866">
                <a:tc>
                  <a:txBody>
                    <a:bodyPr/>
                    <a:lstStyle/>
                    <a:p>
                      <a:r>
                        <a:rPr lang="en-US" sz="1400" dirty="0">
                          <a:latin typeface="MULISH REGULAR ROMAN" pitchFamily="2" charset="77"/>
                        </a:rPr>
                        <a:t>Opinions Authored by Each Justice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1778411587"/>
                  </a:ext>
                </a:extLst>
              </a:tr>
              <a:tr h="338866">
                <a:tc>
                  <a:txBody>
                    <a:bodyPr/>
                    <a:lstStyle/>
                    <a:p>
                      <a:r>
                        <a:rPr lang="en-US" sz="1400" dirty="0">
                          <a:latin typeface="MULISH REGULAR ROMAN" pitchFamily="2" charset="77"/>
                        </a:rPr>
                        <a:t>Opinion Lengths . . . . . . . . .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2976990729"/>
                  </a:ext>
                </a:extLst>
              </a:tr>
              <a:tr h="338866">
                <a:tc>
                  <a:txBody>
                    <a:bodyPr/>
                    <a:lstStyle/>
                    <a:p>
                      <a:r>
                        <a:rPr lang="en-US" sz="1400" dirty="0">
                          <a:latin typeface="MULISH REGULAR ROMAN" pitchFamily="2" charset="77"/>
                        </a:rPr>
                        <a:t>Frequency in the Majority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2363128489"/>
                  </a:ext>
                </a:extLst>
              </a:tr>
              <a:tr h="325432">
                <a:tc>
                  <a:txBody>
                    <a:bodyPr/>
                    <a:lstStyle/>
                    <a:p>
                      <a:r>
                        <a:rPr lang="en-US" sz="1400" dirty="0">
                          <a:latin typeface="MULISH REGULAR ROMAN" pitchFamily="2" charset="77"/>
                        </a:rPr>
                        <a:t>Strength of the Majority  . .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3533005523"/>
                  </a:ext>
                </a:extLst>
              </a:tr>
              <a:tr h="338866">
                <a:tc>
                  <a:txBody>
                    <a:bodyPr/>
                    <a:lstStyle/>
                    <a:p>
                      <a:r>
                        <a:rPr lang="en-US" sz="1400" dirty="0">
                          <a:latin typeface="MULISH REGULAR ROMAN" pitchFamily="2" charset="77"/>
                        </a:rPr>
                        <a:t>Merits Cases by Vote Split .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2304371767"/>
                  </a:ext>
                </a:extLst>
              </a:tr>
              <a:tr h="338866">
                <a:tc>
                  <a:txBody>
                    <a:bodyPr/>
                    <a:lstStyle/>
                    <a:p>
                      <a:r>
                        <a:rPr lang="en-US" sz="1400" dirty="0">
                          <a:latin typeface="MULISH REGULAR ROMAN" pitchFamily="2" charset="77"/>
                        </a:rPr>
                        <a:t>Unanimity  . . . . . . . . . . . . .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213502349"/>
                  </a:ext>
                </a:extLst>
              </a:tr>
              <a:tr h="3388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latin typeface="MULISH REGULAR ROMAN" pitchFamily="2" charset="77"/>
                        </a:rPr>
                        <a:t>Judicial Review . . . . . . . . . .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2340122278"/>
                  </a:ext>
                </a:extLst>
              </a:tr>
              <a:tr h="338866">
                <a:tc>
                  <a:txBody>
                    <a:bodyPr/>
                    <a:lstStyle/>
                    <a:p>
                      <a:r>
                        <a:rPr lang="en-US" sz="1400" dirty="0">
                          <a:latin typeface="MULISH REGULAR ROMAN" pitchFamily="2" charset="77"/>
                        </a:rPr>
                        <a:t>Justice Agreement &amp; Coalitions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4213982856"/>
                  </a:ext>
                </a:extLst>
              </a:tr>
              <a:tr h="338866">
                <a:tc>
                  <a:txBody>
                    <a:bodyPr/>
                    <a:lstStyle/>
                    <a:p>
                      <a:r>
                        <a:rPr lang="en-US" sz="1400" dirty="0">
                          <a:latin typeface="MULISH REGULAR ROMAN" pitchFamily="2" charset="77"/>
                        </a:rPr>
                        <a:t>Voting Alignments . . . . . . .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3061411432"/>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9">
            <a:extLst>
              <a:ext uri="{FF2B5EF4-FFF2-40B4-BE49-F238E27FC236}">
                <a16:creationId xmlns:a16="http://schemas.microsoft.com/office/drawing/2014/main" id="{4C22968F-54A5-2A45-A2FD-710584D7F4D0}"/>
              </a:ext>
            </a:extLst>
          </p:cNvPr>
          <p:cNvSpPr>
            <a:spLocks noGrp="1"/>
          </p:cNvSpPr>
          <p:nvPr>
            <p:ph type="title"/>
          </p:nvPr>
        </p:nvSpPr>
        <p:spPr>
          <a:xfrm>
            <a:off x="304800" y="195512"/>
            <a:ext cx="10515600" cy="833266"/>
          </a:xfrm>
        </p:spPr>
        <p:txBody>
          <a:bodyPr>
            <a:normAutofit/>
          </a:bodyPr>
          <a:lstStyle/>
          <a:p>
            <a:r>
              <a:rPr lang="en-US" sz="3600" dirty="0">
                <a:solidFill>
                  <a:srgbClr val="A90404"/>
                </a:solidFill>
                <a:latin typeface="MULISH BOLD ROMAN" pitchFamily="2" charset="77"/>
              </a:rPr>
              <a:t>INTRODUCTION</a:t>
            </a:r>
          </a:p>
        </p:txBody>
      </p:sp>
      <p:sp>
        <p:nvSpPr>
          <p:cNvPr id="7" name="Slide Number Placeholder 3">
            <a:extLst>
              <a:ext uri="{FF2B5EF4-FFF2-40B4-BE49-F238E27FC236}">
                <a16:creationId xmlns:a16="http://schemas.microsoft.com/office/drawing/2014/main" id="{2A45BD41-D12E-F345-8BE8-A89CDA828240}"/>
              </a:ext>
            </a:extLst>
          </p:cNvPr>
          <p:cNvSpPr>
            <a:spLocks noGrp="1"/>
          </p:cNvSpPr>
          <p:nvPr>
            <p:ph type="sldNum" sz="quarter" idx="12"/>
          </p:nvPr>
        </p:nvSpPr>
        <p:spPr>
          <a:xfrm>
            <a:off x="9448800" y="6492875"/>
            <a:ext cx="2743200" cy="365125"/>
          </a:xfrm>
        </p:spPr>
        <p:txBody>
          <a:bodyPr/>
          <a:lstStyle/>
          <a:p>
            <a:fld id="{5E212BD6-99D2-4430-8307-3DFF6CB1AF68}" type="slidenum">
              <a:rPr lang="en-US" sz="800" smtClean="0"/>
              <a:t>3</a:t>
            </a:fld>
            <a:endParaRPr lang="en-US" sz="800" dirty="0"/>
          </a:p>
        </p:txBody>
      </p:sp>
    </p:spTree>
    <p:extLst>
      <p:ext uri="{BB962C8B-B14F-4D97-AF65-F5344CB8AC3E}">
        <p14:creationId xmlns:p14="http://schemas.microsoft.com/office/powerpoint/2010/main" val="41511740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76AD0-779B-E5BE-32C8-AD20D52D4BC7}"/>
            </a:ext>
          </a:extLst>
        </p:cNvPr>
        <p:cNvGrpSpPr/>
        <p:nvPr/>
      </p:nvGrpSpPr>
      <p:grpSpPr>
        <a:xfrm>
          <a:off x="0" y="0"/>
          <a:ext cx="0" cy="0"/>
          <a:chOff x="0" y="0"/>
          <a:chExt cx="0" cy="0"/>
        </a:xfrm>
      </p:grpSpPr>
      <p:graphicFrame>
        <p:nvGraphicFramePr>
          <p:cNvPr id="7" name="Content Placeholder 6">
            <a:extLst>
              <a:ext uri="{FF2B5EF4-FFF2-40B4-BE49-F238E27FC236}">
                <a16:creationId xmlns:a16="http://schemas.microsoft.com/office/drawing/2014/main" id="{7DDC0EA6-ED3B-6001-0C9D-50404AC2E5B7}"/>
              </a:ext>
            </a:extLst>
          </p:cNvPr>
          <p:cNvGraphicFramePr>
            <a:graphicFrameLocks noGrp="1"/>
          </p:cNvGraphicFramePr>
          <p:nvPr>
            <p:ph idx="1"/>
            <p:extLst>
              <p:ext uri="{D42A27DB-BD31-4B8C-83A1-F6EECF244321}">
                <p14:modId xmlns:p14="http://schemas.microsoft.com/office/powerpoint/2010/main" val="1599738958"/>
              </p:ext>
            </p:extLst>
          </p:nvPr>
        </p:nvGraphicFramePr>
        <p:xfrm>
          <a:off x="395056" y="857559"/>
          <a:ext cx="11401887" cy="5944974"/>
        </p:xfrm>
        <a:graphic>
          <a:graphicData uri="http://schemas.openxmlformats.org/drawingml/2006/table">
            <a:tbl>
              <a:tblPr firstRow="1" bandRow="1">
                <a:tableStyleId>{C083E6E3-FA7D-4D7B-A595-EF9225AFEA82}</a:tableStyleId>
              </a:tblPr>
              <a:tblGrid>
                <a:gridCol w="984623">
                  <a:extLst>
                    <a:ext uri="{9D8B030D-6E8A-4147-A177-3AD203B41FA5}">
                      <a16:colId xmlns:a16="http://schemas.microsoft.com/office/drawing/2014/main" val="20000"/>
                    </a:ext>
                  </a:extLst>
                </a:gridCol>
                <a:gridCol w="142321">
                  <a:extLst>
                    <a:ext uri="{9D8B030D-6E8A-4147-A177-3AD203B41FA5}">
                      <a16:colId xmlns:a16="http://schemas.microsoft.com/office/drawing/2014/main" val="2854710428"/>
                    </a:ext>
                  </a:extLst>
                </a:gridCol>
                <a:gridCol w="502791">
                  <a:extLst>
                    <a:ext uri="{9D8B030D-6E8A-4147-A177-3AD203B41FA5}">
                      <a16:colId xmlns:a16="http://schemas.microsoft.com/office/drawing/2014/main" val="20001"/>
                    </a:ext>
                  </a:extLst>
                </a:gridCol>
                <a:gridCol w="346750">
                  <a:extLst>
                    <a:ext uri="{9D8B030D-6E8A-4147-A177-3AD203B41FA5}">
                      <a16:colId xmlns:a16="http://schemas.microsoft.com/office/drawing/2014/main" val="20002"/>
                    </a:ext>
                  </a:extLst>
                </a:gridCol>
                <a:gridCol w="557852">
                  <a:extLst>
                    <a:ext uri="{9D8B030D-6E8A-4147-A177-3AD203B41FA5}">
                      <a16:colId xmlns:a16="http://schemas.microsoft.com/office/drawing/2014/main" val="20003"/>
                    </a:ext>
                  </a:extLst>
                </a:gridCol>
                <a:gridCol w="239676">
                  <a:extLst>
                    <a:ext uri="{9D8B030D-6E8A-4147-A177-3AD203B41FA5}">
                      <a16:colId xmlns:a16="http://schemas.microsoft.com/office/drawing/2014/main" val="20004"/>
                    </a:ext>
                  </a:extLst>
                </a:gridCol>
                <a:gridCol w="606816">
                  <a:extLst>
                    <a:ext uri="{9D8B030D-6E8A-4147-A177-3AD203B41FA5}">
                      <a16:colId xmlns:a16="http://schemas.microsoft.com/office/drawing/2014/main" val="20005"/>
                    </a:ext>
                  </a:extLst>
                </a:gridCol>
                <a:gridCol w="1252156">
                  <a:extLst>
                    <a:ext uri="{9D8B030D-6E8A-4147-A177-3AD203B41FA5}">
                      <a16:colId xmlns:a16="http://schemas.microsoft.com/office/drawing/2014/main" val="20009"/>
                    </a:ext>
                  </a:extLst>
                </a:gridCol>
                <a:gridCol w="620303">
                  <a:extLst>
                    <a:ext uri="{9D8B030D-6E8A-4147-A177-3AD203B41FA5}">
                      <a16:colId xmlns:a16="http://schemas.microsoft.com/office/drawing/2014/main" val="2523461480"/>
                    </a:ext>
                  </a:extLst>
                </a:gridCol>
                <a:gridCol w="317401">
                  <a:extLst>
                    <a:ext uri="{9D8B030D-6E8A-4147-A177-3AD203B41FA5}">
                      <a16:colId xmlns:a16="http://schemas.microsoft.com/office/drawing/2014/main" val="20011"/>
                    </a:ext>
                  </a:extLst>
                </a:gridCol>
                <a:gridCol w="537466">
                  <a:extLst>
                    <a:ext uri="{9D8B030D-6E8A-4147-A177-3AD203B41FA5}">
                      <a16:colId xmlns:a16="http://schemas.microsoft.com/office/drawing/2014/main" val="20012"/>
                    </a:ext>
                  </a:extLst>
                </a:gridCol>
                <a:gridCol w="398761">
                  <a:extLst>
                    <a:ext uri="{9D8B030D-6E8A-4147-A177-3AD203B41FA5}">
                      <a16:colId xmlns:a16="http://schemas.microsoft.com/office/drawing/2014/main" val="20013"/>
                    </a:ext>
                  </a:extLst>
                </a:gridCol>
                <a:gridCol w="641489">
                  <a:extLst>
                    <a:ext uri="{9D8B030D-6E8A-4147-A177-3AD203B41FA5}">
                      <a16:colId xmlns:a16="http://schemas.microsoft.com/office/drawing/2014/main" val="20014"/>
                    </a:ext>
                  </a:extLst>
                </a:gridCol>
                <a:gridCol w="1400798">
                  <a:extLst>
                    <a:ext uri="{9D8B030D-6E8A-4147-A177-3AD203B41FA5}">
                      <a16:colId xmlns:a16="http://schemas.microsoft.com/office/drawing/2014/main" val="20018"/>
                    </a:ext>
                  </a:extLst>
                </a:gridCol>
                <a:gridCol w="766403">
                  <a:extLst>
                    <a:ext uri="{9D8B030D-6E8A-4147-A177-3AD203B41FA5}">
                      <a16:colId xmlns:a16="http://schemas.microsoft.com/office/drawing/2014/main" val="1361156796"/>
                    </a:ext>
                  </a:extLst>
                </a:gridCol>
                <a:gridCol w="273851">
                  <a:extLst>
                    <a:ext uri="{9D8B030D-6E8A-4147-A177-3AD203B41FA5}">
                      <a16:colId xmlns:a16="http://schemas.microsoft.com/office/drawing/2014/main" val="20021"/>
                    </a:ext>
                  </a:extLst>
                </a:gridCol>
                <a:gridCol w="365760">
                  <a:extLst>
                    <a:ext uri="{9D8B030D-6E8A-4147-A177-3AD203B41FA5}">
                      <a16:colId xmlns:a16="http://schemas.microsoft.com/office/drawing/2014/main" val="1036429855"/>
                    </a:ext>
                  </a:extLst>
                </a:gridCol>
                <a:gridCol w="563471">
                  <a:extLst>
                    <a:ext uri="{9D8B030D-6E8A-4147-A177-3AD203B41FA5}">
                      <a16:colId xmlns:a16="http://schemas.microsoft.com/office/drawing/2014/main" val="20022"/>
                    </a:ext>
                  </a:extLst>
                </a:gridCol>
                <a:gridCol w="372264">
                  <a:extLst>
                    <a:ext uri="{9D8B030D-6E8A-4147-A177-3AD203B41FA5}">
                      <a16:colId xmlns:a16="http://schemas.microsoft.com/office/drawing/2014/main" val="20023"/>
                    </a:ext>
                  </a:extLst>
                </a:gridCol>
                <a:gridCol w="510935">
                  <a:extLst>
                    <a:ext uri="{9D8B030D-6E8A-4147-A177-3AD203B41FA5}">
                      <a16:colId xmlns:a16="http://schemas.microsoft.com/office/drawing/2014/main" val="20024"/>
                    </a:ext>
                  </a:extLst>
                </a:gridCol>
              </a:tblGrid>
              <a:tr h="244314">
                <a:tc gridSpan="7">
                  <a:txBody>
                    <a:bodyPr/>
                    <a:lstStyle/>
                    <a:p>
                      <a:pPr marL="0" algn="l" rtl="0" eaLnBrk="1" fontAlgn="base" latinLnBrk="0" hangingPunct="1">
                        <a:spcBef>
                          <a:spcPts val="0"/>
                        </a:spcBef>
                        <a:spcAft>
                          <a:spcPts val="0"/>
                        </a:spcAft>
                      </a:pPr>
                      <a:r>
                        <a:rPr lang="en-US" sz="1200" b="1" kern="1200" dirty="0">
                          <a:effectLst/>
                          <a:latin typeface="MULISH REGULAR ROMAN" pitchFamily="2" charset="77"/>
                        </a:rPr>
                        <a:t>October​ Sitting</a:t>
                      </a:r>
                      <a:endParaRPr lang="en-US" sz="1200" b="1"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November​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December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extLst>
                  <a:ext uri="{0D108BD9-81ED-4DB2-BD59-A6C34878D82A}">
                    <a16:rowId xmlns:a16="http://schemas.microsoft.com/office/drawing/2014/main" val="10000"/>
                  </a:ext>
                </a:extLst>
              </a:tr>
              <a:tr h="162876">
                <a:tc>
                  <a:txBody>
                    <a:bodyPr/>
                    <a:lstStyle/>
                    <a:p>
                      <a:pPr algn="l" fontAlgn="b"/>
                      <a:r>
                        <a:rPr lang="en-US" sz="900" b="0" i="1" u="none" strike="noStrike" dirty="0">
                          <a:solidFill>
                            <a:srgbClr val="000000"/>
                          </a:solidFill>
                          <a:effectLst/>
                          <a:latin typeface="MULISH REGULAR ROMAN"/>
                        </a:rPr>
                        <a:t> Willaims</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Kavanaugh</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5-4</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138d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SCAL</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1" dirty="0">
                          <a:effectLst/>
                          <a:latin typeface="MULISH REGULAR ROMAN"/>
                        </a:rPr>
                        <a:t>Wisconsin Bell</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0" dirty="0">
                          <a:effectLst/>
                          <a:latin typeface="MULISH REGULAR ROMAN"/>
                        </a:rPr>
                        <a:t>Kagan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110d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CA7</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Wages &amp; White Lion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a:effectLst/>
                          <a:latin typeface="MULISH BLACK ROMAN"/>
                        </a:rPr>
                        <a:t>Alito</a:t>
                      </a:r>
                      <a:endParaRPr lang="en-US" sz="900" i="0" dirty="0">
                        <a:effectLst/>
                        <a:latin typeface="MULISH REGULAR ROMAN"/>
                      </a:endParaRP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T w="12700" cmpd="sng">
                      <a:noFill/>
                    </a:lnT>
                  </a:tcPr>
                </a:tc>
                <a:tc>
                  <a:txBody>
                    <a:bodyPr/>
                    <a:lstStyle/>
                    <a:p>
                      <a:pPr marL="0" lvl="0" algn="l" rtl="0">
                        <a:spcBef>
                          <a:spcPts val="0"/>
                        </a:spcBef>
                        <a:spcAft>
                          <a:spcPts val="0"/>
                        </a:spcAft>
                        <a:buNone/>
                      </a:pPr>
                      <a:r>
                        <a:rPr lang="en-US" sz="900" dirty="0">
                          <a:effectLst/>
                          <a:latin typeface="MULISH BLACK ROMAN"/>
                        </a:rPr>
                        <a:t>122d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CA5 </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62876">
                <a:tc>
                  <a:txBody>
                    <a:bodyPr/>
                    <a:lstStyle/>
                    <a:p>
                      <a:pPr algn="l" fontAlgn="b"/>
                      <a:r>
                        <a:rPr lang="en-US" sz="900" b="0" i="1" u="none" strike="noStrike" dirty="0">
                          <a:solidFill>
                            <a:srgbClr val="000000"/>
                          </a:solidFill>
                          <a:effectLst/>
                          <a:latin typeface="MULISH REGULAR ROMAN"/>
                        </a:rPr>
                        <a:t> Royal Canin</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101d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CA8</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Advocate Christ Medical</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176d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Miller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Jackson</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8-1</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115d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CA10</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62876">
                <a:tc>
                  <a:txBody>
                    <a:bodyPr/>
                    <a:lstStyle/>
                    <a:p>
                      <a:pPr algn="l" fontAlgn="b"/>
                      <a:r>
                        <a:rPr lang="en-US" sz="900" b="0" i="1" u="none" strike="noStrike" dirty="0">
                          <a:solidFill>
                            <a:srgbClr val="000000"/>
                          </a:solidFill>
                          <a:effectLst/>
                          <a:latin typeface="MULISH REGULAR ROMAN"/>
                        </a:rPr>
                        <a:t> Vanderstok</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E.M.D. Sales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Kavanaugh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Hungary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Sotomayor</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81d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62876">
                <a:tc>
                  <a:txBody>
                    <a:bodyPr/>
                    <a:lstStyle/>
                    <a:p>
                      <a:pPr algn="l" fontAlgn="b"/>
                      <a:r>
                        <a:rPr lang="en-US" sz="900" b="0" i="1" u="none" strike="noStrike" dirty="0">
                          <a:solidFill>
                            <a:srgbClr val="000000"/>
                          </a:solidFill>
                          <a:effectLst/>
                          <a:latin typeface="MULISH REGULAR ROMAN"/>
                        </a:rPr>
                        <a:t> Lackey</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Roberts</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CA4</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Facebook</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latin typeface="MULISH REGULAR ROMAN"/>
                        </a:rPr>
                        <a:t>Skrmetti</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CA6</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62876">
                <a:tc>
                  <a:txBody>
                    <a:bodyPr/>
                    <a:lstStyle/>
                    <a:p>
                      <a:pPr algn="l" fontAlgn="b"/>
                      <a:r>
                        <a:rPr lang="en-US" sz="900" b="0" i="1" u="none" strike="noStrike" dirty="0">
                          <a:solidFill>
                            <a:srgbClr val="000000"/>
                          </a:solidFill>
                          <a:effectLst/>
                          <a:latin typeface="MULISH REGULAR ROMAN"/>
                        </a:rPr>
                        <a:t> Glossip</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Sotomayor</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6-2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CCAOK</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Valazquez</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6-3</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162d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rPr>
                        <a:t>Kouisisis</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CA3</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62876">
                <a:tc>
                  <a:txBody>
                    <a:bodyPr/>
                    <a:lstStyle/>
                    <a:p>
                      <a:pPr algn="l" fontAlgn="b"/>
                      <a:r>
                        <a:rPr lang="en-US" sz="900" b="0" i="1" u="none" strike="noStrike" dirty="0">
                          <a:solidFill>
                            <a:srgbClr val="000000"/>
                          </a:solidFill>
                          <a:effectLst/>
                          <a:latin typeface="MULISH REGULAR ROMAN"/>
                        </a:rPr>
                        <a:t> Medical Marijuana</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CA2</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Delligatti</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130d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Feliciano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143d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CAFC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162876">
                <a:tc>
                  <a:txBody>
                    <a:bodyPr/>
                    <a:lstStyle/>
                    <a:p>
                      <a:pPr algn="l" fontAlgn="b"/>
                      <a:r>
                        <a:rPr lang="en-US" sz="900" b="0" i="1" u="none" strike="noStrike" dirty="0">
                          <a:solidFill>
                            <a:srgbClr val="000000"/>
                          </a:solidFill>
                          <a:effectLst/>
                          <a:latin typeface="MULISH REGULAR ROMAN"/>
                        </a:rPr>
                        <a:t> </a:t>
                      </a:r>
                      <a:r>
                        <a:rPr lang="en-US" sz="900" b="0" i="1" u="none" strike="noStrike" dirty="0" err="1">
                          <a:solidFill>
                            <a:srgbClr val="000000"/>
                          </a:solidFill>
                          <a:effectLst/>
                          <a:latin typeface="MULISH REGULAR ROMAN"/>
                        </a:rPr>
                        <a:t>Bouarafa</a:t>
                      </a:r>
                      <a:endParaRPr lang="en-US" sz="900" b="0" i="1" u="none" strike="noStrike" dirty="0">
                        <a:solidFill>
                          <a:srgbClr val="000000"/>
                        </a:solidFill>
                        <a:effectLst/>
                        <a:latin typeface="MULISH REGULAR ROMAN"/>
                      </a:endParaRP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Jackson</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CA11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NVIDIA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29d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Seven County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162876">
                <a:tc>
                  <a:txBody>
                    <a:bodyPr/>
                    <a:lstStyle/>
                    <a:p>
                      <a:pPr algn="l" fontAlgn="b"/>
                      <a:r>
                        <a:rPr lang="en-US" sz="900" b="0" i="1" u="none" strike="noStrike" dirty="0">
                          <a:solidFill>
                            <a:srgbClr val="000000"/>
                          </a:solidFill>
                          <a:effectLst/>
                          <a:latin typeface="MULISH REGULAR ROMAN"/>
                        </a:rPr>
                        <a:t> Bufkin</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CAFC</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Dewberry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78d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162876">
                <a:tc>
                  <a:txBody>
                    <a:bodyPr/>
                    <a:lstStyle/>
                    <a:p>
                      <a:pPr algn="l" fontAlgn="b"/>
                      <a:r>
                        <a:rPr lang="en-US" sz="900" b="0" i="1" u="none" strike="noStrike" dirty="0">
                          <a:solidFill>
                            <a:srgbClr val="000000"/>
                          </a:solidFill>
                          <a:effectLst/>
                          <a:latin typeface="MULISH REGULAR ROMAN"/>
                        </a:rPr>
                        <a:t> SF v. EPA</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Alito</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auto" latinLnBrk="0" hangingPunct="1">
                        <a:spcBef>
                          <a:spcPts val="0"/>
                        </a:spcBef>
                        <a:spcAft>
                          <a:spcPts val="0"/>
                        </a:spcAft>
                      </a:pPr>
                      <a:endParaRPr lang="en-US" sz="900" strike="sngStrike">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CA9</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162876">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R>
                      <a:noFill/>
                    </a:lnR>
                    <a:lnT>
                      <a:noFill/>
                    </a:lnT>
                  </a:tcPr>
                </a:tc>
                <a:tc gridSpan="2">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extLst>
                  <a:ext uri="{0D108BD9-81ED-4DB2-BD59-A6C34878D82A}">
                    <a16:rowId xmlns:a16="http://schemas.microsoft.com/office/drawing/2014/main" val="10010"/>
                  </a:ext>
                </a:extLst>
              </a:tr>
              <a:tr h="244314">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January​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February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March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14"/>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Hewitt</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SMS</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lvl="0" algn="l">
                        <a:lnSpc>
                          <a:spcPct val="100000"/>
                        </a:lnSpc>
                        <a:spcBef>
                          <a:spcPts val="0"/>
                        </a:spcBef>
                        <a:spcAft>
                          <a:spcPts val="0"/>
                        </a:spcAft>
                        <a:buNone/>
                      </a:pPr>
                      <a:r>
                        <a:rPr lang="en-US" sz="900" b="0" i="1" u="none" strike="noStrike" noProof="0" dirty="0">
                          <a:effectLst/>
                          <a:latin typeface="MULISH REGULAR ROMAN" pitchFamily="2" charset="77"/>
                        </a:rPr>
                        <a:t>Guitierrez</a:t>
                      </a:r>
                    </a:p>
                  </a:txBody>
                  <a:tcPr marL="45720" marR="0" marT="0" marB="0" anchor="ctr"/>
                </a:tc>
                <a:tc>
                  <a:txBody>
                    <a:bodyPr/>
                    <a:lstStyle/>
                    <a:p>
                      <a:pPr lvl="0" algn="l">
                        <a:lnSpc>
                          <a:spcPct val="100000"/>
                        </a:lnSpc>
                        <a:spcBef>
                          <a:spcPts val="0"/>
                        </a:spcBef>
                        <a:spcAft>
                          <a:spcPts val="0"/>
                        </a:spcAft>
                        <a:buNone/>
                      </a:pPr>
                      <a:endParaRPr lang="en-US" sz="900" b="0" i="0" u="none" strike="noStrike" noProof="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Louisiana</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WDLA</a:t>
                      </a:r>
                    </a:p>
                  </a:txBody>
                  <a:tcPr marL="45720" marR="0" marT="0" marB="0" anchor="ctr"/>
                </a:tc>
                <a:extLst>
                  <a:ext uri="{0D108BD9-81ED-4DB2-BD59-A6C34878D82A}">
                    <a16:rowId xmlns:a16="http://schemas.microsoft.com/office/drawing/2014/main" val="10015"/>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Stanley</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BMK</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CA11</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Esteras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Riley</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CA4</a:t>
                      </a:r>
                    </a:p>
                  </a:txBody>
                  <a:tcPr marL="45720" marR="0" marT="0" marB="0" anchor="ctr"/>
                </a:tc>
                <a:extLst>
                  <a:ext uri="{0D108BD9-81ED-4DB2-BD59-A6C34878D82A}">
                    <a16:rowId xmlns:a16="http://schemas.microsoft.com/office/drawing/2014/main" val="10016"/>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Thompson</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Roberts</a:t>
                      </a: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EK</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67d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CA7</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Perttu</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Calumet</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Waetzig</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Alito</a:t>
                      </a: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NMG</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44d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CA10</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Ames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Oklahoma</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CA10</a:t>
                      </a:r>
                    </a:p>
                  </a:txBody>
                  <a:tcPr marL="45720" marR="0" marT="0" marB="0" anchor="ctr"/>
                </a:tc>
                <a:extLst>
                  <a:ext uri="{0D108BD9-81ED-4DB2-BD59-A6C34878D82A}">
                    <a16:rowId xmlns:a16="http://schemas.microsoft.com/office/drawing/2014/main" val="10018"/>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Free Speech</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SAA</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CC/Devas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Consumers’ Research</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9"/>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R.J. Reynolds</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RBG</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BLOM Bank</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Catholic Charities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SCWI</a:t>
                      </a:r>
                    </a:p>
                  </a:txBody>
                  <a:tcPr marL="45720" marR="0" marT="0" marB="0" anchor="ctr"/>
                </a:tc>
                <a:extLst>
                  <a:ext uri="{0D108BD9-81ED-4DB2-BD59-A6C34878D82A}">
                    <a16:rowId xmlns:a16="http://schemas.microsoft.com/office/drawing/2014/main" val="10020"/>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McLaughlin</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Smith &amp; Wesson</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CA1</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Rivers</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CA5</a:t>
                      </a:r>
                    </a:p>
                  </a:txBody>
                  <a:tcPr marL="45720" marR="0" marT="0" marB="0" anchor="ctr"/>
                </a:tc>
                <a:extLst>
                  <a:ext uri="{0D108BD9-81ED-4DB2-BD59-A6C34878D82A}">
                    <a16:rowId xmlns:a16="http://schemas.microsoft.com/office/drawing/2014/main" val="3298440266"/>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Barnes</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Kagan</a:t>
                      </a:r>
                    </a:p>
                  </a:txBody>
                  <a:tcPr marL="45720" marR="0" marT="0" marB="0" anchor="ctr"/>
                </a:tc>
                <a:tc hMerge="1">
                  <a:txBody>
                    <a:bodyPr/>
                    <a:lstStyle/>
                    <a:p>
                      <a:endParaRPr lang="en-US"/>
                    </a:p>
                  </a:txBody>
                  <a:tcP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114d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NRC</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Fuld</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CA2</a:t>
                      </a:r>
                    </a:p>
                  </a:txBody>
                  <a:tcPr marL="45720" marR="0" marT="0" marB="0" anchor="ctr"/>
                </a:tc>
                <a:extLst>
                  <a:ext uri="{0D108BD9-81ED-4DB2-BD59-A6C34878D82A}">
                    <a16:rowId xmlns:a16="http://schemas.microsoft.com/office/drawing/2014/main" val="175973375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Cunningham</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hMerge="1">
                  <a:txBody>
                    <a:bodyPr/>
                    <a:lstStyle/>
                    <a:p>
                      <a:endParaRPr lang="en-US"/>
                    </a:p>
                  </a:txBody>
                  <a:tcP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86d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Medina</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CA4</a:t>
                      </a:r>
                    </a:p>
                  </a:txBody>
                  <a:tcPr marL="45720" marR="0" marT="0" marB="0" anchor="ctr"/>
                </a:tc>
                <a:extLst>
                  <a:ext uri="{0D108BD9-81ED-4DB2-BD59-A6C34878D82A}">
                    <a16:rowId xmlns:a16="http://schemas.microsoft.com/office/drawing/2014/main" val="780180043"/>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TikTok</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PC</a:t>
                      </a:r>
                    </a:p>
                  </a:txBody>
                  <a:tcPr marL="45720" marR="0" marT="0" marB="0" anchor="ctr"/>
                </a:tc>
                <a:tc hMerge="1">
                  <a:txBody>
                    <a:bodyPr/>
                    <a:lstStyle/>
                    <a:p>
                      <a:endParaRPr lang="en-US"/>
                    </a:p>
                  </a:txBody>
                  <a:tcP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no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extLst>
                  <a:ext uri="{0D108BD9-81ED-4DB2-BD59-A6C34878D82A}">
                    <a16:rowId xmlns:a16="http://schemas.microsoft.com/office/drawing/2014/main" val="901939924"/>
                  </a:ext>
                </a:extLst>
              </a:tr>
              <a:tr h="162876">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gridSpan="2">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sng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sng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extLst>
                  <a:ext uri="{0D108BD9-81ED-4DB2-BD59-A6C34878D82A}">
                    <a16:rowId xmlns:a16="http://schemas.microsoft.com/office/drawing/2014/main" val="4265705402"/>
                  </a:ext>
                </a:extLst>
              </a:tr>
              <a:tr h="244314">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April-May Sittings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No Argument</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Totals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27"/>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Kennedy</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Hamm</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Merits Docket – Signed</a:t>
                      </a:r>
                    </a:p>
                  </a:txBody>
                  <a:tcPr marL="45720" marR="0" marT="0" marB="0" anchor="ct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b="0" dirty="0">
                          <a:effectLst/>
                          <a:latin typeface="MULISH REGULAR ROMAN" pitchFamily="2" charset="77"/>
                        </a:rPr>
                        <a:t>+34</a:t>
                      </a:r>
                    </a:p>
                  </a:txBody>
                  <a:tcPr marL="45720" marR="0" marT="0" marB="0" anchor="ctr"/>
                </a:tc>
                <a:tc gridSpan="4">
                  <a:txBody>
                    <a:bodyPr/>
                    <a:lstStyle/>
                    <a:p>
                      <a:pPr algn="l"/>
                      <a:r>
                        <a:rPr lang="en-US" sz="900" b="0" dirty="0">
                          <a:effectLst/>
                          <a:latin typeface="MULISH REGULAR ROMAN" pitchFamily="2" charset="77"/>
                        </a:rPr>
                        <a:t>#</a:t>
                      </a:r>
                      <a:endParaRPr lang="en-US" dirty="0"/>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marL="45720" marR="0" marT="0" marB="0" anchor="ctr"/>
                </a:tc>
                <a:extLst>
                  <a:ext uri="{0D108BD9-81ED-4DB2-BD59-A6C34878D82A}">
                    <a16:rowId xmlns:a16="http://schemas.microsoft.com/office/drawing/2014/main" val="10028"/>
                  </a:ext>
                </a:extLst>
              </a:tr>
              <a:tr h="162876">
                <a:tc gridSpan="2">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Parrish</a:t>
                      </a:r>
                    </a:p>
                  </a:txBody>
                  <a:tcPr marL="45720" marR="0" marT="0" marB="0" anchor="ctr"/>
                </a:tc>
                <a:tc hMerge="1">
                  <a:txBody>
                    <a:bodyPr/>
                    <a:lstStyle/>
                    <a:p>
                      <a:pPr marL="0" algn="l" rtl="0" eaLnBrk="1" fontAlgn="base" latinLnBrk="0" hangingPunct="1">
                        <a:spcBef>
                          <a:spcPts val="0"/>
                        </a:spcBef>
                        <a:spcAft>
                          <a:spcPts val="0"/>
                        </a:spcAft>
                      </a:pPr>
                      <a:endParaRPr lang="en-US" sz="900" i="1" strike="noStrike" baseline="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Andrew</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CA10</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Merits Docket – Per Curiam</a:t>
                      </a:r>
                    </a:p>
                  </a:txBody>
                  <a:tcPr marL="45720" marR="0" marT="0" marB="0" anchor="ctr"/>
                </a:tc>
                <a:tc hMerge="1">
                  <a:txBody>
                    <a:bodyPr/>
                    <a:lstStyle/>
                    <a:p>
                      <a:endParaRPr lang="en-US"/>
                    </a:p>
                  </a:txBody>
                  <a:tcPr/>
                </a:tc>
                <a:tc hMerge="1">
                  <a:txBody>
                    <a:bodyPr/>
                    <a:lstStyle/>
                    <a:p>
                      <a:pPr marL="0" lvl="0" algn="l" rtl="0" eaLnBrk="1" fontAlgn="base" latinLnBrk="0" hangingPunct="1">
                        <a:spcBef>
                          <a:spcPts val="0"/>
                        </a:spcBef>
                        <a:spcAft>
                          <a:spcPts val="0"/>
                        </a:spcAft>
                        <a:buNone/>
                      </a:pPr>
                      <a:r>
                        <a:rPr lang="en-US" sz="900" i="0" dirty="0">
                          <a:effectLst/>
                          <a:latin typeface="MULISH REGULAR ROMAN" pitchFamily="2" charset="77"/>
                        </a:rPr>
                        <a:t>+2</a:t>
                      </a:r>
                    </a:p>
                  </a:txBody>
                  <a:tcPr marL="45720" marR="0" marT="0" marB="0" anchor="ctr"/>
                </a:tc>
                <a:tc gridSpan="4">
                  <a:txBody>
                    <a:bodyPr/>
                    <a:lstStyle/>
                    <a:p>
                      <a:pPr algn="l"/>
                      <a:r>
                        <a:rPr lang="en-US" sz="900" i="0" dirty="0">
                          <a:effectLst/>
                          <a:latin typeface="MULISH REGULAR ROMAN" pitchFamily="2" charset="77"/>
                        </a:rPr>
                        <a:t>#</a:t>
                      </a:r>
                      <a:endParaRPr lang="en-US" dirty="0"/>
                    </a:p>
                  </a:txBody>
                  <a:tcPr marL="45720" marR="0" marT="0" marB="0" anchor="ct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10029"/>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Mahmoud</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DOE v. CA</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DCMA</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Shadow Docket</a:t>
                      </a:r>
                    </a:p>
                  </a:txBody>
                  <a:tcPr marL="45720" marR="0" marT="0" marB="0" anchor="ct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kern="1200" dirty="0">
                          <a:effectLst/>
                          <a:latin typeface="MULISH REGULAR ROMAN" pitchFamily="2" charset="77"/>
                        </a:rPr>
                        <a:t>+7</a:t>
                      </a:r>
                    </a:p>
                  </a:txBody>
                  <a:tcPr marL="45720" marR="0" marT="0" marB="0" anchor="ctr">
                    <a:lnR>
                      <a:noFill/>
                    </a:lnR>
                    <a:lnB w="12700" cap="flat" cmpd="sng" algn="ctr">
                      <a:solidFill>
                        <a:schemeClr val="tx1"/>
                      </a:solidFill>
                      <a:prstDash val="solid"/>
                      <a:round/>
                      <a:headEnd type="none" w="med" len="med"/>
                      <a:tailEnd type="none" w="med" len="med"/>
                    </a:lnB>
                  </a:tcPr>
                </a:tc>
                <a:tc>
                  <a:txBody>
                    <a:bodyPr/>
                    <a:lstStyle/>
                    <a:p>
                      <a:pPr marL="0" algn="l" rtl="0" eaLnBrk="1" fontAlgn="base" latinLnBrk="0" hangingPunct="1">
                        <a:spcBef>
                          <a:spcPts val="0"/>
                        </a:spcBef>
                        <a:spcAft>
                          <a:spcPts val="0"/>
                        </a:spcAft>
                      </a:pPr>
                      <a:r>
                        <a:rPr lang="en-US" sz="900" kern="1200" dirty="0">
                          <a:effectLst/>
                          <a:latin typeface="MULISH REGULAR ROMAN" pitchFamily="2" charset="77"/>
                        </a:rPr>
                        <a:t>#</a:t>
                      </a:r>
                    </a:p>
                  </a:txBody>
                  <a:tcPr marL="45720" marR="0" marT="0" marB="0" anchor="ctr">
                    <a:lnR>
                      <a:noFill/>
                    </a:lnR>
                    <a:lnB w="12700" cap="flat" cmpd="sng" algn="ctr">
                      <a:solidFill>
                        <a:schemeClr val="tx1"/>
                      </a:solidFill>
                      <a:prstDash val="solid"/>
                      <a:round/>
                      <a:headEnd type="none" w="med" len="med"/>
                      <a:tailEnd type="none" w="med" len="med"/>
                    </a:lnB>
                  </a:tcPr>
                </a:tc>
                <a:tc gridSpan="3">
                  <a:txBody>
                    <a:bodyPr/>
                    <a:lstStyle/>
                    <a:p>
                      <a:endParaRPr lang="en-US" sz="900" dirty="0">
                        <a:latin typeface="MULISH REGULAR ROMAN" pitchFamily="2" charset="77"/>
                      </a:endParaRPr>
                    </a:p>
                  </a:txBody>
                  <a:tcPr marL="45720" marR="0" marT="0" marB="0" anchor="ctr">
                    <a:lnL>
                      <a:noFill/>
                    </a:lnL>
                    <a:lnR>
                      <a:noFill/>
                    </a:lnR>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a:noFill/>
                    </a:lnL>
                  </a:tcPr>
                </a:tc>
                <a:tc hMerge="1">
                  <a:txBody>
                    <a:bodyPr/>
                    <a:lstStyle/>
                    <a:p>
                      <a:endParaRPr lang="en-US"/>
                    </a:p>
                  </a:txBody>
                  <a:tcPr marL="45720" marR="0" marT="0" marB="0" anchor="ctr"/>
                </a:tc>
                <a:extLst>
                  <a:ext uri="{0D108BD9-81ED-4DB2-BD59-A6C34878D82A}">
                    <a16:rowId xmlns:a16="http://schemas.microsoft.com/office/drawing/2014/main" val="10030"/>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Cir</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CA3</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Trump v. J.G.G.</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DCDC</a:t>
                      </a:r>
                    </a:p>
                  </a:txBody>
                  <a:tcPr marL="45720" marR="0" marT="0" marB="0" anchor="ct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R w="12700" cap="flat" cmpd="sng" algn="ctr">
                      <a:solidFill>
                        <a:schemeClr val="tx1"/>
                      </a:solidFill>
                      <a:prstDash val="solid"/>
                      <a:round/>
                      <a:headEnd type="none" w="med" len="med"/>
                      <a:tailEnd type="none" w="med" len="med"/>
                    </a:lnR>
                  </a:tcPr>
                </a:tc>
                <a:tc hMerge="1">
                  <a:txBody>
                    <a:bodyPr/>
                    <a:lstStyle/>
                    <a:p>
                      <a:endParaRPr 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43</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l"/>
                      <a:r>
                        <a:rPr lang="en-US" sz="900" b="1" i="0" dirty="0">
                          <a:latin typeface="MULISH BOLD ROMAN" pitchFamily="2" charset="77"/>
                        </a:rPr>
                        <a:t>Total opinions released</a:t>
                      </a:r>
                    </a:p>
                  </a:txBody>
                  <a:tcPr marL="45720" marR="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w="12700" cap="flat" cmpd="sng" algn="ctr">
                      <a:solidFill>
                        <a:schemeClr val="tx1"/>
                      </a:solidFill>
                      <a:prstDash val="solid"/>
                      <a:round/>
                      <a:headEnd type="none" w="med" len="med"/>
                      <a:tailEnd type="none" w="med" len="med"/>
                    </a:lnL>
                  </a:tcPr>
                </a:tc>
                <a:tc hMerge="1">
                  <a:txBody>
                    <a:bodyPr/>
                    <a:lstStyle/>
                    <a:p>
                      <a:endParaRPr lang="en-US"/>
                    </a:p>
                  </a:txBody>
                  <a:tcPr marL="45720" marR="0" marT="0" marB="0" anchor="ctr"/>
                </a:tc>
                <a:extLst>
                  <a:ext uri="{0D108BD9-81ED-4DB2-BD59-A6C34878D82A}">
                    <a16:rowId xmlns:a16="http://schemas.microsoft.com/office/drawing/2014/main" val="10031"/>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Diamond</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A.A.R.P v. Trump</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7-2</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CA5</a:t>
                      </a:r>
                    </a:p>
                  </a:txBody>
                  <a:tcPr marL="45720" marR="0" marT="0" marB="0" anchor="ct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hMerge="1">
                  <a:txBody>
                    <a:bodyPr/>
                    <a:lstStyle/>
                    <a:p>
                      <a:endParaRPr lang="en-US"/>
                    </a:p>
                  </a:txBody>
                  <a:tcPr/>
                </a:tc>
                <a:tc hMerge="1">
                  <a:txBody>
                    <a:bodyPr/>
                    <a:lstStyle/>
                    <a:p>
                      <a:endParaRPr lang="en-US"/>
                    </a:p>
                  </a:txBody>
                  <a:tcPr>
                    <a:lnT w="12700" cap="flat" cmpd="sng" algn="ctr">
                      <a:solidFill>
                        <a:schemeClr val="tx1"/>
                      </a:solidFill>
                      <a:prstDash val="solid"/>
                      <a:round/>
                      <a:headEnd type="none" w="med" len="med"/>
                      <a:tailEnd type="none" w="med" len="med"/>
                    </a:lnT>
                  </a:tcPr>
                </a:tc>
                <a:tc gridSpan="4">
                  <a:txBody>
                    <a:bodyPr/>
                    <a:lstStyle/>
                    <a:p>
                      <a:pPr algn="l"/>
                      <a:endParaRPr lang="en-US" sz="800" dirty="0">
                        <a:latin typeface="MULISH REGULAR ROMAN" pitchFamily="2" charset="77"/>
                      </a:endParaRPr>
                    </a:p>
                  </a:txBody>
                  <a:tcPr marL="45720" marR="0" marT="0" marB="0" anchor="ct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738805768"/>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A.J.T.</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CA8</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Granted for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+62</a:t>
                      </a:r>
                    </a:p>
                  </a:txBody>
                  <a:tcPr marL="45720" marR="0" marT="0" marB="0" anchor="ctr">
                    <a:lnL>
                      <a:noFill/>
                    </a:lnL>
                  </a:tcPr>
                </a:tc>
                <a:tc gridSpan="4">
                  <a:txBody>
                    <a:bodyPr/>
                    <a:lstStyle/>
                    <a:p>
                      <a:pPr algn="l"/>
                      <a:r>
                        <a:rPr lang="en-US" sz="900" dirty="0">
                          <a:effectLst/>
                          <a:latin typeface="MULISH REGULAR ROMAN" pitchFamily="2" charset="77"/>
                        </a:rPr>
                        <a:t>#</a:t>
                      </a:r>
                      <a:endParaRPr lang="en-US" dirty="0"/>
                    </a:p>
                  </a:txBody>
                  <a:tcPr marL="45720" marR="0" marT="0" marB="0"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10032"/>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Soto</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CAFED</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Decided Without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+7</a:t>
                      </a:r>
                    </a:p>
                  </a:txBody>
                  <a:tcPr marL="45720" marR="0" marT="0" marB="0" anchor="ctr">
                    <a:lnL>
                      <a:noFill/>
                    </a:lnL>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tcPr>
                </a:tc>
                <a:extLst>
                  <a:ext uri="{0D108BD9-81ED-4DB2-BD59-A6C34878D82A}">
                    <a16:rowId xmlns:a16="http://schemas.microsoft.com/office/drawing/2014/main" val="10033"/>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Martin</a:t>
                      </a:r>
                    </a:p>
                  </a:txBody>
                  <a:tcPr marL="45720" marR="0" marT="0" marB="0" anchor="ctr"/>
                </a:tc>
                <a:tc hMerge="1">
                  <a:txBody>
                    <a:bodyPr/>
                    <a:lstStyle/>
                    <a:p>
                      <a:pPr marL="0" algn="l" rtl="0" eaLnBrk="1" fontAlgn="base" latinLnBrk="0" hangingPunct="1">
                        <a:spcBef>
                          <a:spcPts val="0"/>
                        </a:spcBef>
                        <a:spcAft>
                          <a:spcPts val="0"/>
                        </a:spcAft>
                      </a:pPr>
                      <a:endParaRPr lang="en-US" sz="900" i="1" err="1">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Postponed Before Argument</a:t>
                      </a:r>
                    </a:p>
                  </a:txBody>
                  <a:tcPr marL="45720" marR="0" marT="0" marB="0" anchor="ctr">
                    <a:lnB>
                      <a:noFill/>
                    </a:lnB>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-4</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T>
                      <a:noFill/>
                    </a:lnT>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T>
                      <a:noFill/>
                    </a:lnT>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extLst>
                  <a:ext uri="{0D108BD9-81ED-4DB2-BD59-A6C34878D82A}">
                    <a16:rowId xmlns:a16="http://schemas.microsoft.com/office/drawing/2014/main" val="10034"/>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Laboratory Corp.</a:t>
                      </a:r>
                    </a:p>
                  </a:txBody>
                  <a:tcPr marL="45720" marR="0" marT="0" marB="0" anchor="ctr">
                    <a:lnB>
                      <a:noFill/>
                    </a:lnB>
                  </a:tcPr>
                </a:tc>
                <a:tc hMerge="1">
                  <a:txBody>
                    <a:bodyPr/>
                    <a:lstStyle/>
                    <a:p>
                      <a:pPr marL="0" algn="l" rtl="0" eaLnBrk="1" fontAlgn="base" latinLnBrk="0" hangingPunct="1">
                        <a:spcBef>
                          <a:spcPts val="0"/>
                        </a:spcBef>
                        <a:spcAft>
                          <a:spcPts val="0"/>
                        </a:spcAft>
                      </a:pPr>
                      <a:endParaRPr lang="en-US" sz="900" i="1" err="1">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CA9</a:t>
                      </a: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R>
                      <a:noFill/>
                    </a:lnR>
                    <a:lnB>
                      <a:noFill/>
                    </a:lnB>
                  </a:tcPr>
                </a:tc>
                <a:tc gridSpan="3">
                  <a:txBody>
                    <a:bodyPr/>
                    <a:lstStyle/>
                    <a:p>
                      <a:pPr marL="0" lvl="0" algn="l" rtl="0">
                        <a:spcBef>
                          <a:spcPts val="0"/>
                        </a:spcBef>
                        <a:spcAft>
                          <a:spcPts val="0"/>
                        </a:spcAft>
                        <a:buNone/>
                      </a:pPr>
                      <a:r>
                        <a:rPr lang="en-US" sz="900" dirty="0">
                          <a:effectLst/>
                          <a:latin typeface="MULISH REGULAR ROMAN" pitchFamily="2" charset="77"/>
                        </a:rPr>
                        <a:t>Cases Dismissed After Argument</a:t>
                      </a:r>
                    </a:p>
                  </a:txBody>
                  <a:tcPr marL="45720" marR="0" marT="0" marB="0"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-1</a:t>
                      </a:r>
                    </a:p>
                  </a:txBody>
                  <a:tcPr marL="45720" marR="0" marT="0" marB="0" anchor="ctr">
                    <a:lnL>
                      <a:noFill/>
                    </a:lnL>
                    <a:lnB w="12700" cap="flat" cmpd="sng" algn="ctr">
                      <a:solidFill>
                        <a:schemeClr val="tx1"/>
                      </a:solidFill>
                      <a:prstDash val="solid"/>
                      <a:round/>
                      <a:headEnd type="none" w="med" len="med"/>
                      <a:tailEnd type="none" w="med" len="med"/>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L>
                      <a:noFill/>
                    </a:lnL>
                    <a:lnB w="12700" cap="flat" cmpd="sng" algn="ctr">
                      <a:solidFill>
                        <a:schemeClr val="tx1"/>
                      </a:solidFill>
                      <a:prstDash val="solid"/>
                      <a:round/>
                      <a:headEnd type="none" w="med" len="med"/>
                      <a:tailEnd type="none" w="med" len="med"/>
                    </a:lnB>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0772720"/>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Drummond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SCOK</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solidFill>
                        <a:schemeClr val="tx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b="1" i="0" dirty="0">
                          <a:effectLst/>
                          <a:latin typeface="MULISH BOLD ROMAN" pitchFamily="2" charset="77"/>
                        </a:rPr>
                        <a:t>64</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b="1" i="0" dirty="0">
                          <a:effectLst/>
                          <a:latin typeface="MULISH BOLD ROMAN" pitchFamily="2" charset="77"/>
                        </a:rPr>
                        <a:t>#</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3">
                  <a:txBody>
                    <a:bodyPr/>
                    <a:lstStyle/>
                    <a:p>
                      <a:pPr marL="0" algn="l" rtl="0" eaLnBrk="1" fontAlgn="auto" latinLnBrk="0" hangingPunct="1">
                        <a:spcBef>
                          <a:spcPts val="0"/>
                        </a:spcBef>
                        <a:spcAft>
                          <a:spcPts val="0"/>
                        </a:spcAft>
                      </a:pPr>
                      <a:r>
                        <a:rPr lang="en-US" sz="900" b="1" i="0" dirty="0">
                          <a:effectLst/>
                          <a:latin typeface="MULISH BOLD ROMAN" pitchFamily="2" charset="77"/>
                        </a:rPr>
                        <a:t>Total opinions expected</a:t>
                      </a:r>
                    </a:p>
                  </a:txBody>
                  <a:tcPr marL="45720" marR="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lnL w="12700" cap="flat" cmpd="sng" algn="ctr">
                      <a:solidFill>
                        <a:schemeClr val="tx1"/>
                      </a:solidFill>
                      <a:prstDash val="solid"/>
                      <a:round/>
                      <a:headEnd type="none" w="med" len="med"/>
                      <a:tailEnd type="none" w="med" len="med"/>
                    </a:lnL>
                  </a:tcPr>
                </a:tc>
                <a:tc hMerge="1">
                  <a:txBody>
                    <a:bodyPr/>
                    <a:lstStyle/>
                    <a:p>
                      <a:pPr marL="0" algn="l" rtl="0" eaLnBrk="1" fontAlgn="auto" latinLnBrk="0" hangingPunct="1">
                        <a:spcBef>
                          <a:spcPts val="0"/>
                        </a:spcBef>
                        <a:spcAft>
                          <a:spcPts val="0"/>
                        </a:spcAft>
                      </a:pPr>
                      <a:endParaRPr lang="en-US" sz="800" dirty="0">
                        <a:effectLst/>
                        <a:latin typeface="MULISH REGULAR ROMAN" pitchFamily="2" charset="77"/>
                      </a:endParaRPr>
                    </a:p>
                  </a:txBody>
                  <a:tcPr marL="45720" marR="0" marT="0" marB="0" anchor="ctr"/>
                </a:tc>
                <a:extLst>
                  <a:ext uri="{0D108BD9-81ED-4DB2-BD59-A6C34878D82A}">
                    <a16:rowId xmlns:a16="http://schemas.microsoft.com/office/drawing/2014/main" val="3067803215"/>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Trump v. CASA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solidFill>
                        <a:schemeClr val="tx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3">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502371092"/>
                  </a:ext>
                </a:extLst>
              </a:tr>
            </a:tbl>
          </a:graphicData>
        </a:graphic>
      </p:graphicFrame>
      <p:sp>
        <p:nvSpPr>
          <p:cNvPr id="3" name="Slide Number Placeholder 2">
            <a:extLst>
              <a:ext uri="{FF2B5EF4-FFF2-40B4-BE49-F238E27FC236}">
                <a16:creationId xmlns:a16="http://schemas.microsoft.com/office/drawing/2014/main" id="{E7F8BED9-8304-8F33-176F-3D1C79BF7F0E}"/>
              </a:ext>
            </a:extLst>
          </p:cNvPr>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4</a:t>
            </a:fld>
            <a:endParaRPr lang="en-US" sz="800">
              <a:latin typeface="Century Schoolbook" panose="02040604050505020304" pitchFamily="18" charset="0"/>
            </a:endParaRPr>
          </a:p>
        </p:txBody>
      </p:sp>
      <p:sp>
        <p:nvSpPr>
          <p:cNvPr id="10" name="Title 9">
            <a:extLst>
              <a:ext uri="{FF2B5EF4-FFF2-40B4-BE49-F238E27FC236}">
                <a16:creationId xmlns:a16="http://schemas.microsoft.com/office/drawing/2014/main" id="{65291775-D77D-C7ED-3718-F50DBA74F251}"/>
              </a:ext>
            </a:extLst>
          </p:cNvPr>
          <p:cNvSpPr txBox="1">
            <a:spLocks/>
          </p:cNvSpPr>
          <p:nvPr/>
        </p:nvSpPr>
        <p:spPr>
          <a:xfrm>
            <a:off x="304800" y="19551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TERM INDEX</a:t>
            </a:r>
          </a:p>
        </p:txBody>
      </p:sp>
      <p:sp>
        <p:nvSpPr>
          <p:cNvPr id="2" name="TextBox 1">
            <a:extLst>
              <a:ext uri="{FF2B5EF4-FFF2-40B4-BE49-F238E27FC236}">
                <a16:creationId xmlns:a16="http://schemas.microsoft.com/office/drawing/2014/main" id="{9CA8A9C5-D824-8E2D-266A-08ED4664724A}"/>
              </a:ext>
            </a:extLst>
          </p:cNvPr>
          <p:cNvSpPr txBox="1"/>
          <p:nvPr/>
        </p:nvSpPr>
        <p:spPr>
          <a:xfrm>
            <a:off x="2955083" y="264926"/>
            <a:ext cx="8841860" cy="430887"/>
          </a:xfrm>
          <a:prstGeom prst="rect">
            <a:avLst/>
          </a:prstGeom>
          <a:noFill/>
          <a:ln>
            <a:solidFill>
              <a:schemeClr val="tx1"/>
            </a:solidFill>
          </a:ln>
        </p:spPr>
        <p:txBody>
          <a:bodyPr wrap="square" rtlCol="0" anchor="t">
            <a:spAutoFit/>
          </a:bodyPr>
          <a:lstStyle/>
          <a:p>
            <a:pPr algn="ctr"/>
            <a:r>
              <a:rPr lang="en-US" sz="1100" i="1" dirty="0">
                <a:latin typeface="MULISH ITALIC" pitchFamily="2" charset="77"/>
              </a:rPr>
              <a:t>This Chart Includes Information re: Case Name, Majority Opinion Author, Vote, Days Between Arguments and Opinion, Judgement, and Court Below</a:t>
            </a:r>
          </a:p>
          <a:p>
            <a:pPr algn="ctr"/>
            <a:r>
              <a:rPr lang="en-US" sz="1100" b="1" i="1" dirty="0">
                <a:latin typeface="MULISH ITALIC" pitchFamily="2" charset="77"/>
              </a:rPr>
              <a:t>A</a:t>
            </a:r>
            <a:r>
              <a:rPr lang="en-US" sz="1100" i="1" dirty="0">
                <a:latin typeface="MULISH ITALIC" pitchFamily="2" charset="77"/>
              </a:rPr>
              <a:t> = Affirmed	</a:t>
            </a:r>
            <a:r>
              <a:rPr lang="en-US" sz="1100" b="1" i="1" dirty="0">
                <a:latin typeface="MULISH ITALIC" pitchFamily="2" charset="77"/>
              </a:rPr>
              <a:t>V</a:t>
            </a:r>
            <a:r>
              <a:rPr lang="en-US" sz="1100" i="1" dirty="0">
                <a:latin typeface="MULISH ITALIC" pitchFamily="2" charset="77"/>
              </a:rPr>
              <a:t> = Vacated	</a:t>
            </a:r>
            <a:r>
              <a:rPr lang="en-US" sz="1100" b="1" i="1" dirty="0">
                <a:latin typeface="MULISH ITALIC" pitchFamily="2" charset="77"/>
              </a:rPr>
              <a:t>R</a:t>
            </a:r>
            <a:r>
              <a:rPr lang="en-US" sz="1100" i="1" dirty="0">
                <a:latin typeface="MULISH ITALIC" pitchFamily="2" charset="77"/>
              </a:rPr>
              <a:t> = Reversed	</a:t>
            </a:r>
            <a:r>
              <a:rPr lang="en-US" sz="1100" b="1" i="1" dirty="0">
                <a:latin typeface="MULISH ITALIC" pitchFamily="2" charset="77"/>
              </a:rPr>
              <a:t>G</a:t>
            </a:r>
            <a:r>
              <a:rPr lang="en-US" sz="1100" i="1" dirty="0">
                <a:latin typeface="MULISH ITALIC" pitchFamily="2" charset="77"/>
              </a:rPr>
              <a:t> = Granted	</a:t>
            </a:r>
            <a:r>
              <a:rPr lang="en-US" sz="1100" b="1" i="1" dirty="0">
                <a:latin typeface="MULISH ITALIC" pitchFamily="2" charset="77"/>
              </a:rPr>
              <a:t>DIG</a:t>
            </a:r>
            <a:r>
              <a:rPr lang="en-US" sz="1100" i="1" dirty="0">
                <a:latin typeface="MULISH ITALIC" pitchFamily="2" charset="77"/>
              </a:rPr>
              <a:t> = Dismissed as Improvidently Granted       </a:t>
            </a:r>
            <a:r>
              <a:rPr lang="en-US" sz="1100" b="1" i="1" dirty="0">
                <a:latin typeface="MULISH ITALIC" pitchFamily="2" charset="77"/>
              </a:rPr>
              <a:t>PC</a:t>
            </a:r>
            <a:r>
              <a:rPr lang="en-US" sz="1100" i="1" dirty="0">
                <a:latin typeface="MULISH ITALIC" pitchFamily="2" charset="77"/>
              </a:rPr>
              <a:t> = Per Curiam</a:t>
            </a:r>
          </a:p>
        </p:txBody>
      </p:sp>
    </p:spTree>
    <p:extLst>
      <p:ext uri="{BB962C8B-B14F-4D97-AF65-F5344CB8AC3E}">
        <p14:creationId xmlns:p14="http://schemas.microsoft.com/office/powerpoint/2010/main" val="2508063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Content Placeholder 6"/>
          <p:cNvGraphicFramePr>
            <a:graphicFrameLocks noGrp="1"/>
          </p:cNvGraphicFramePr>
          <p:nvPr>
            <p:ph idx="1"/>
            <p:extLst>
              <p:ext uri="{D42A27DB-BD31-4B8C-83A1-F6EECF244321}">
                <p14:modId xmlns:p14="http://schemas.microsoft.com/office/powerpoint/2010/main" val="3511683235"/>
              </p:ext>
            </p:extLst>
          </p:nvPr>
        </p:nvGraphicFramePr>
        <p:xfrm>
          <a:off x="344808" y="918414"/>
          <a:ext cx="11135992" cy="5107248"/>
        </p:xfrm>
        <a:graphic>
          <a:graphicData uri="http://schemas.openxmlformats.org/drawingml/2006/table">
            <a:tbl>
              <a:tblPr firstRow="1" bandRow="1">
                <a:tableStyleId>{C083E6E3-FA7D-4D7B-A595-EF9225AFEA82}</a:tableStyleId>
              </a:tblPr>
              <a:tblGrid>
                <a:gridCol w="1391999">
                  <a:extLst>
                    <a:ext uri="{9D8B030D-6E8A-4147-A177-3AD203B41FA5}">
                      <a16:colId xmlns:a16="http://schemas.microsoft.com/office/drawing/2014/main" val="20000"/>
                    </a:ext>
                  </a:extLst>
                </a:gridCol>
                <a:gridCol w="1391999">
                  <a:extLst>
                    <a:ext uri="{9D8B030D-6E8A-4147-A177-3AD203B41FA5}">
                      <a16:colId xmlns:a16="http://schemas.microsoft.com/office/drawing/2014/main" val="20001"/>
                    </a:ext>
                  </a:extLst>
                </a:gridCol>
                <a:gridCol w="1391999">
                  <a:extLst>
                    <a:ext uri="{9D8B030D-6E8A-4147-A177-3AD203B41FA5}">
                      <a16:colId xmlns:a16="http://schemas.microsoft.com/office/drawing/2014/main" val="20002"/>
                    </a:ext>
                  </a:extLst>
                </a:gridCol>
                <a:gridCol w="1391999">
                  <a:extLst>
                    <a:ext uri="{9D8B030D-6E8A-4147-A177-3AD203B41FA5}">
                      <a16:colId xmlns:a16="http://schemas.microsoft.com/office/drawing/2014/main" val="20003"/>
                    </a:ext>
                  </a:extLst>
                </a:gridCol>
                <a:gridCol w="1391999">
                  <a:extLst>
                    <a:ext uri="{9D8B030D-6E8A-4147-A177-3AD203B41FA5}">
                      <a16:colId xmlns:a16="http://schemas.microsoft.com/office/drawing/2014/main" val="20004"/>
                    </a:ext>
                  </a:extLst>
                </a:gridCol>
                <a:gridCol w="1391999">
                  <a:extLst>
                    <a:ext uri="{9D8B030D-6E8A-4147-A177-3AD203B41FA5}">
                      <a16:colId xmlns:a16="http://schemas.microsoft.com/office/drawing/2014/main" val="20005"/>
                    </a:ext>
                  </a:extLst>
                </a:gridCol>
                <a:gridCol w="1391999">
                  <a:extLst>
                    <a:ext uri="{9D8B030D-6E8A-4147-A177-3AD203B41FA5}">
                      <a16:colId xmlns:a16="http://schemas.microsoft.com/office/drawing/2014/main" val="20006"/>
                    </a:ext>
                  </a:extLst>
                </a:gridCol>
                <a:gridCol w="1391999">
                  <a:extLst>
                    <a:ext uri="{9D8B030D-6E8A-4147-A177-3AD203B41FA5}">
                      <a16:colId xmlns:a16="http://schemas.microsoft.com/office/drawing/2014/main" val="20007"/>
                    </a:ext>
                  </a:extLst>
                </a:gridCol>
              </a:tblGrid>
              <a:tr h="283736">
                <a:tc>
                  <a:txBody>
                    <a:bodyPr/>
                    <a:lstStyle/>
                    <a:p>
                      <a:pPr marL="0" algn="ctr" rtl="0" eaLnBrk="1" fontAlgn="auto" latinLnBrk="0" hangingPunct="1">
                        <a:spcBef>
                          <a:spcPts val="0"/>
                        </a:spcBef>
                        <a:spcAft>
                          <a:spcPts val="0"/>
                        </a:spcAft>
                      </a:pPr>
                      <a:r>
                        <a:rPr lang="en-US" sz="1100" b="1" kern="1200" dirty="0">
                          <a:latin typeface="MULISH REGULAR ROMAN"/>
                        </a:rPr>
                        <a:t>​Court below</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Decided​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Affirmed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dirty="0">
                          <a:effectLst/>
                          <a:latin typeface="MULISH REGULAR ROMAN"/>
                        </a:rPr>
                        <a:t>% Affirmed</a:t>
                      </a: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kern="1200" dirty="0">
                          <a:effectLst/>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1st Cir.​</a:t>
                      </a:r>
                      <a:endParaRPr lang="en-US" sz="1100" b="0" dirty="0">
                        <a:effectLst/>
                        <a:latin typeface="MULISH REGULAR ROMAN"/>
                      </a:endParaRPr>
                    </a:p>
                  </a:txBody>
                  <a:tcPr marL="0" marR="0" marT="0" marB="0" anchor="ctr">
                    <a:lnT w="12700" cmpd="sng">
                      <a:noFill/>
                    </a:lnT>
                  </a:tcPr>
                </a:tc>
                <a:tc>
                  <a:txBody>
                    <a:bodyPr/>
                    <a:lstStyle/>
                    <a:p>
                      <a:pPr algn="ctr" fontAlgn="ctr"/>
                      <a:r>
                        <a:rPr lang="en-US" sz="1100" b="0" i="0" u="none" strike="noStrike">
                          <a:solidFill>
                            <a:srgbClr val="000000"/>
                          </a:solidFill>
                          <a:effectLst/>
                          <a:latin typeface="MULISH REGULAR ROMAN"/>
                        </a:rPr>
                        <a:t>1</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1.50%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extLst>
                  <a:ext uri="{0D108BD9-81ED-4DB2-BD59-A6C34878D82A}">
                    <a16:rowId xmlns:a16="http://schemas.microsoft.com/office/drawing/2014/main" val="10002"/>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2nd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6</a:t>
                      </a:r>
                    </a:p>
                  </a:txBody>
                  <a:tcPr marL="9525" marR="9525" marT="9525" marB="0" anchor="ctr"/>
                </a:tc>
                <a:tc>
                  <a:txBody>
                    <a:bodyPr/>
                    <a:lstStyle/>
                    <a:p>
                      <a:pPr algn="ctr" fontAlgn="ctr"/>
                      <a:r>
                        <a:rPr lang="en-US" sz="1100" b="0" i="0" u="none" strike="noStrike">
                          <a:solidFill>
                            <a:srgbClr val="000000"/>
                          </a:solidFill>
                          <a:effectLst/>
                          <a:latin typeface="MULISH REGULAR ROMAN"/>
                        </a:rPr>
                        <a:t>9.10%</a:t>
                      </a:r>
                    </a:p>
                  </a:txBody>
                  <a:tcPr marL="9525" marR="9525" marT="9525"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03"/>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3rd Cir.</a:t>
                      </a:r>
                      <a:endParaRPr lang="en-US" sz="1100" b="0" dirty="0">
                        <a:effectLst/>
                        <a:latin typeface="MULISH REGULAR ROMAN"/>
                      </a:endParaRPr>
                    </a:p>
                  </a:txBody>
                  <a:tcPr marL="0" marR="0" marT="0" marB="0" anchor="ctr"/>
                </a:tc>
                <a:tc>
                  <a:txBody>
                    <a:bodyPr/>
                    <a:lstStyle/>
                    <a:p>
                      <a:pPr algn="ctr" fontAlgn="ctr"/>
                      <a:r>
                        <a:rPr lang="en-US" sz="1100" b="0" i="0" u="none" strike="noStrike" dirty="0">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3.00%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04"/>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4th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8</a:t>
                      </a:r>
                    </a:p>
                  </a:txBody>
                  <a:tcPr marL="9525" marR="9525" marT="9525" marB="0" anchor="ctr"/>
                </a:tc>
                <a:tc>
                  <a:txBody>
                    <a:bodyPr/>
                    <a:lstStyle/>
                    <a:p>
                      <a:pPr algn="ctr" fontAlgn="ctr"/>
                      <a:r>
                        <a:rPr lang="en-US" sz="1100" b="0" i="0" u="none" strike="noStrike">
                          <a:solidFill>
                            <a:srgbClr val="000000"/>
                          </a:solidFill>
                          <a:effectLst/>
                          <a:latin typeface="MULISH REGULAR ROMAN"/>
                        </a:rPr>
                        <a:t>12.10%</a:t>
                      </a:r>
                    </a:p>
                  </a:txBody>
                  <a:tcPr marL="9525" marR="9525" marT="9525"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05"/>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5th</a:t>
                      </a:r>
                      <a:r>
                        <a:rPr lang="en-US" sz="1100" b="0" kern="1200" baseline="30000" dirty="0">
                          <a:effectLst/>
                          <a:latin typeface="MULISH REGULAR ROMAN"/>
                        </a:rPr>
                        <a:t> </a:t>
                      </a:r>
                      <a:r>
                        <a:rPr lang="en-US" sz="1100" b="0" kern="1200" dirty="0">
                          <a:effectLst/>
                          <a:latin typeface="MULISH REGULAR ROMAN"/>
                        </a:rPr>
                        <a:t>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12</a:t>
                      </a:r>
                    </a:p>
                  </a:txBody>
                  <a:tcPr marL="9525" marR="9525" marT="9525" marB="0" anchor="ctr"/>
                </a:tc>
                <a:tc>
                  <a:txBody>
                    <a:bodyPr/>
                    <a:lstStyle/>
                    <a:p>
                      <a:pPr algn="ctr" fontAlgn="ctr"/>
                      <a:r>
                        <a:rPr lang="en-US" sz="1100" b="0" i="0" u="none" strike="noStrike">
                          <a:solidFill>
                            <a:srgbClr val="000000"/>
                          </a:solidFill>
                          <a:effectLst/>
                          <a:latin typeface="MULISH REGULAR ROMAN"/>
                        </a:rPr>
                        <a:t>18.20%</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06"/>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6th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6.10%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07"/>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7th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3.00%</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08"/>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8th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3.00%</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extLst>
                  <a:ext uri="{0D108BD9-81ED-4DB2-BD59-A6C34878D82A}">
                    <a16:rowId xmlns:a16="http://schemas.microsoft.com/office/drawing/2014/main" val="10009"/>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9th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6</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9.10%</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10"/>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10th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a:solidFill>
                            <a:srgbClr val="000000"/>
                          </a:solidFill>
                          <a:effectLst/>
                          <a:latin typeface="MULISH REGULAR ROMAN"/>
                        </a:rPr>
                        <a:t>6.10%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11"/>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11th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a:solidFill>
                            <a:srgbClr val="000000"/>
                          </a:solidFill>
                          <a:effectLst/>
                          <a:latin typeface="MULISH REGULAR ROMAN"/>
                        </a:rPr>
                        <a:t>6.10%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12"/>
                  </a:ext>
                </a:extLst>
              </a:tr>
              <a:tr h="283736">
                <a:tc>
                  <a:txBody>
                    <a:bodyPr/>
                    <a:lstStyle/>
                    <a:p>
                      <a:pPr marL="0" algn="ctr" rtl="0">
                        <a:spcBef>
                          <a:spcPts val="0"/>
                        </a:spcBef>
                        <a:spcAft>
                          <a:spcPts val="0"/>
                        </a:spcAft>
                      </a:pPr>
                      <a:r>
                        <a:rPr lang="en-US" sz="1100" b="0" kern="1200" dirty="0">
                          <a:effectLst/>
                          <a:latin typeface="MULISH REGULAR ROMAN"/>
                        </a:rPr>
                        <a:t>D.C.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5</a:t>
                      </a:r>
                    </a:p>
                  </a:txBody>
                  <a:tcPr marL="9525" marR="9525" marT="9525" marB="0" anchor="ctr"/>
                </a:tc>
                <a:tc>
                  <a:txBody>
                    <a:bodyPr/>
                    <a:lstStyle/>
                    <a:p>
                      <a:pPr algn="ctr" fontAlgn="ctr"/>
                      <a:r>
                        <a:rPr lang="en-US" sz="1100" b="0" i="0" u="none" strike="noStrike">
                          <a:solidFill>
                            <a:srgbClr val="000000"/>
                          </a:solidFill>
                          <a:effectLst/>
                          <a:latin typeface="MULISH REGULAR ROMAN"/>
                        </a:rPr>
                        <a:t>7.60%</a:t>
                      </a:r>
                    </a:p>
                  </a:txBody>
                  <a:tcPr marL="9525" marR="9525" marT="9525"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33.30%</a:t>
                      </a:r>
                    </a:p>
                  </a:txBody>
                  <a:tcPr marL="9525" marR="9525" marT="9525" marB="0" anchor="ctr"/>
                </a:tc>
                <a:tc>
                  <a:txBody>
                    <a:bodyPr/>
                    <a:lstStyle/>
                    <a:p>
                      <a:pPr algn="ctr" fontAlgn="ctr"/>
                      <a:r>
                        <a:rPr lang="en-US" sz="1100" b="0" i="0" u="none" strike="noStrike">
                          <a:solidFill>
                            <a:srgbClr val="000000"/>
                          </a:solidFill>
                          <a:effectLst/>
                          <a:latin typeface="MULISH REGULAR ROMAN"/>
                        </a:rPr>
                        <a:t>66.70%</a:t>
                      </a:r>
                    </a:p>
                  </a:txBody>
                  <a:tcPr marL="9525" marR="9525" marT="9525" marB="0" anchor="ctr"/>
                </a:tc>
                <a:extLst>
                  <a:ext uri="{0D108BD9-81ED-4DB2-BD59-A6C34878D82A}">
                    <a16:rowId xmlns:a16="http://schemas.microsoft.com/office/drawing/2014/main" val="10013"/>
                  </a:ext>
                </a:extLst>
              </a:tr>
              <a:tr h="283736">
                <a:tc>
                  <a:txBody>
                    <a:bodyPr/>
                    <a:lstStyle/>
                    <a:p>
                      <a:pPr marL="0" algn="ctr" rtl="0">
                        <a:spcBef>
                          <a:spcPts val="0"/>
                        </a:spcBef>
                        <a:spcAft>
                          <a:spcPts val="0"/>
                        </a:spcAft>
                      </a:pPr>
                      <a:r>
                        <a:rPr lang="en-US" sz="1100" b="0" kern="1200" dirty="0">
                          <a:latin typeface="MULISH REGULAR ROMAN"/>
                        </a:rPr>
                        <a:t>Fed.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4.50%</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14"/>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State​ Court</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a:solidFill>
                            <a:srgbClr val="000000"/>
                          </a:solidFill>
                          <a:effectLst/>
                          <a:latin typeface="MULISH REGULAR ROMAN"/>
                        </a:rPr>
                        <a:t>6.10%</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16"/>
                  </a:ext>
                </a:extLst>
              </a:tr>
              <a:tr h="283736">
                <a:tc>
                  <a:txBody>
                    <a:bodyPr/>
                    <a:lstStyle/>
                    <a:p>
                      <a:pPr marL="0" algn="ctr" rtl="0">
                        <a:spcBef>
                          <a:spcPts val="0"/>
                        </a:spcBef>
                        <a:spcAft>
                          <a:spcPts val="0"/>
                        </a:spcAft>
                      </a:pPr>
                      <a:r>
                        <a:rPr lang="en-US" sz="1100" b="0" kern="1200" dirty="0">
                          <a:latin typeface="MULISH REGULAR ROMAN"/>
                        </a:rPr>
                        <a:t>District Court</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4.50%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17"/>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Original​</a:t>
                      </a:r>
                      <a:endParaRPr lang="en-US" sz="1100" b="0" dirty="0">
                        <a:effectLst/>
                        <a:latin typeface="MULISH REGULAR ROMAN"/>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lvl="0" algn="ctr" rtl="0">
                        <a:spcBef>
                          <a:spcPts val="0"/>
                        </a:spcBef>
                        <a:spcAft>
                          <a:spcPts val="0"/>
                        </a:spcAft>
                        <a:buNone/>
                      </a:pPr>
                      <a:endParaRPr lang="en-US" sz="1100" kern="1200" dirty="0">
                        <a:latin typeface="MULISH REGULAR ROMAN"/>
                        <a:cs typeface="Century" panose="02040604050505020304" charset="0"/>
                      </a:endParaRPr>
                    </a:p>
                  </a:txBody>
                  <a:tcPr anchor="ctr">
                    <a:lnB w="12700" cap="flat" cmpd="sng" algn="ctr">
                      <a:solidFill>
                        <a:schemeClr val="tx1"/>
                      </a:solidFill>
                      <a:prstDash val="solid"/>
                      <a:round/>
                      <a:headEnd type="none" w="med" len="med"/>
                      <a:tailEnd type="none" w="med" len="med"/>
                    </a:lnB>
                  </a:tcPr>
                </a:tc>
                <a:tc>
                  <a:txBody>
                    <a:bodyPr/>
                    <a:lstStyle/>
                    <a:p>
                      <a:pPr marL="0" lvl="0" algn="ctr" rtl="0">
                        <a:spcBef>
                          <a:spcPts val="0"/>
                        </a:spcBef>
                        <a:spcAft>
                          <a:spcPts val="0"/>
                        </a:spcAft>
                        <a:buNone/>
                      </a:pPr>
                      <a:endParaRPr lang="en-US" sz="1100" kern="1200">
                        <a:latin typeface="MULISH REGULAR ROMAN"/>
                        <a:cs typeface="Century" panose="02040604050505020304" charset="0"/>
                      </a:endParaRPr>
                    </a:p>
                  </a:txBody>
                  <a:tcPr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8"/>
                  </a:ext>
                </a:extLst>
              </a:tr>
              <a:tr h="283736">
                <a:tc>
                  <a:txBody>
                    <a:bodyPr/>
                    <a:lstStyle/>
                    <a:p>
                      <a:pPr marL="0" algn="ctr" rtl="0" eaLnBrk="1" fontAlgn="auto" latinLnBrk="0" hangingPunct="1">
                        <a:spcBef>
                          <a:spcPts val="0"/>
                        </a:spcBef>
                        <a:spcAft>
                          <a:spcPts val="0"/>
                        </a:spcAft>
                      </a:pPr>
                      <a:r>
                        <a:rPr lang="en-US" sz="1100" b="1" kern="1200" dirty="0">
                          <a:latin typeface="MULISH REGULAR ROMAN" pitchFamily="2" charset="77"/>
                        </a:rPr>
                        <a:t>​Total</a:t>
                      </a: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9"/>
                  </a:ext>
                </a:extLst>
              </a:tr>
            </a:tbl>
          </a:graphicData>
        </a:graphic>
      </p:graphicFrame>
      <p:sp>
        <p:nvSpPr>
          <p:cNvPr id="5" name="Slide Number Placeholder 4"/>
          <p:cNvSpPr>
            <a:spLocks noGrp="1"/>
          </p:cNvSpPr>
          <p:nvPr>
            <p:ph type="sldNum" sz="quarter" idx="12"/>
          </p:nvPr>
        </p:nvSpPr>
        <p:spPr>
          <a:xfrm>
            <a:off x="11644313" y="6491240"/>
            <a:ext cx="547687" cy="365125"/>
          </a:xfrm>
        </p:spPr>
        <p:txBody>
          <a:bodyPr/>
          <a:lstStyle/>
          <a:p>
            <a:fld id="{5E212BD6-99D2-4430-8307-3DFF6CB1AF68}" type="slidenum">
              <a:rPr lang="en-US" sz="800" smtClean="0">
                <a:latin typeface="Century Schoolbook" panose="02040604050505020304" pitchFamily="18" charset="0"/>
              </a:rPr>
              <a:t>5</a:t>
            </a:fld>
            <a:endParaRPr lang="en-US" sz="800" dirty="0">
              <a:latin typeface="Century Schoolbook" panose="02040604050505020304" pitchFamily="18" charset="0"/>
            </a:endParaRPr>
          </a:p>
        </p:txBody>
      </p:sp>
      <p:sp>
        <p:nvSpPr>
          <p:cNvPr id="9" name="Title 9">
            <a:extLst>
              <a:ext uri="{FF2B5EF4-FFF2-40B4-BE49-F238E27FC236}">
                <a16:creationId xmlns:a16="http://schemas.microsoft.com/office/drawing/2014/main" id="{FB458F45-4DA8-A94D-8CED-F9D64AF83BD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CIRCUIT SCORECARD</a:t>
            </a:r>
          </a:p>
        </p:txBody>
      </p:sp>
      <p:sp>
        <p:nvSpPr>
          <p:cNvPr id="2" name="TextBox 1">
            <a:extLst>
              <a:ext uri="{FF2B5EF4-FFF2-40B4-BE49-F238E27FC236}">
                <a16:creationId xmlns:a16="http://schemas.microsoft.com/office/drawing/2014/main" id="{6B70F8D5-0CCD-8D43-B264-3D7D2506C878}"/>
              </a:ext>
            </a:extLst>
          </p:cNvPr>
          <p:cNvSpPr txBox="1"/>
          <p:nvPr/>
        </p:nvSpPr>
        <p:spPr>
          <a:xfrm>
            <a:off x="261583" y="6201940"/>
            <a:ext cx="11382730" cy="600164"/>
          </a:xfrm>
          <a:prstGeom prst="rect">
            <a:avLst/>
          </a:prstGeom>
          <a:noFill/>
          <a:ln>
            <a:solidFill>
              <a:schemeClr val="tx1"/>
            </a:solidFill>
          </a:ln>
        </p:spPr>
        <p:txBody>
          <a:bodyPr wrap="square" rtlCol="0">
            <a:spAutoFit/>
          </a:bodyPr>
          <a:lstStyle/>
          <a:p>
            <a:r>
              <a:rPr lang="en-US" sz="1100" dirty="0">
                <a:latin typeface="MULISH BLACK ROMAN"/>
                <a:cs typeface="Calibri" panose="020F0502020204030204"/>
              </a:rPr>
              <a:t>For the circuit scorecard only, we treat consolidated cases that stemmed from different lower court decisions separately to most accurately reflect the Supreme Court’s treatment of the precedents below; we treat consolidated cases that stemmed from the same lower court as one case. We include as “affirmances” merits opinions that let stand the lower-court opinion, and as “reversals” opinions that only vacate the lower-court decision and remand for further consideration.</a:t>
            </a:r>
          </a:p>
        </p:txBody>
      </p:sp>
    </p:spTree>
    <p:extLst>
      <p:ext uri="{BB962C8B-B14F-4D97-AF65-F5344CB8AC3E}">
        <p14:creationId xmlns:p14="http://schemas.microsoft.com/office/powerpoint/2010/main" val="10335373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a:xfrm>
            <a:off x="9448800" y="6483099"/>
            <a:ext cx="2743200" cy="365125"/>
          </a:xfrm>
        </p:spPr>
        <p:txBody>
          <a:bodyPr/>
          <a:lstStyle/>
          <a:p>
            <a:fld id="{5E212BD6-99D2-4430-8307-3DFF6CB1AF68}" type="slidenum">
              <a:rPr lang="en-US" sz="800" smtClean="0">
                <a:latin typeface="Century Schoolbook" panose="02040604050505020304" pitchFamily="18" charset="0"/>
              </a:rPr>
              <a:t>6</a:t>
            </a:fld>
            <a:endParaRPr lang="en-US" sz="800">
              <a:latin typeface="Century Schoolbook" panose="02040604050505020304" pitchFamily="18" charset="0"/>
            </a:endParaRPr>
          </a:p>
        </p:txBody>
      </p:sp>
      <p:sp>
        <p:nvSpPr>
          <p:cNvPr id="8" name="Title 9">
            <a:extLst>
              <a:ext uri="{FF2B5EF4-FFF2-40B4-BE49-F238E27FC236}">
                <a16:creationId xmlns:a16="http://schemas.microsoft.com/office/drawing/2014/main" id="{A5345AB6-7B44-E44F-983D-1098CCD088F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MERITS DOCKET</a:t>
            </a:r>
          </a:p>
        </p:txBody>
      </p:sp>
    </p:spTree>
    <p:extLst>
      <p:ext uri="{BB962C8B-B14F-4D97-AF65-F5344CB8AC3E}">
        <p14:creationId xmlns:p14="http://schemas.microsoft.com/office/powerpoint/2010/main" val="25842101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EB321-A498-AD27-513C-9028CD784315}"/>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1886965F-2646-E621-37BA-3FE15F51FAA6}"/>
              </a:ext>
            </a:extLst>
          </p:cNvPr>
          <p:cNvSpPr>
            <a:spLocks noGrp="1"/>
          </p:cNvSpPr>
          <p:nvPr>
            <p:ph type="sldNum" sz="quarter" idx="12"/>
          </p:nvPr>
        </p:nvSpPr>
        <p:spPr>
          <a:xfrm>
            <a:off x="9448800" y="6483099"/>
            <a:ext cx="2743200" cy="365125"/>
          </a:xfrm>
        </p:spPr>
        <p:txBody>
          <a:bodyPr/>
          <a:lstStyle/>
          <a:p>
            <a:fld id="{5E212BD6-99D2-4430-8307-3DFF6CB1AF68}" type="slidenum">
              <a:rPr lang="en-US" sz="800" smtClean="0">
                <a:latin typeface="Century Schoolbook" panose="02040604050505020304" pitchFamily="18" charset="0"/>
              </a:rPr>
              <a:t>7</a:t>
            </a:fld>
            <a:endParaRPr lang="en-US" sz="800">
              <a:latin typeface="Century Schoolbook" panose="02040604050505020304" pitchFamily="18" charset="0"/>
            </a:endParaRPr>
          </a:p>
        </p:txBody>
      </p:sp>
      <p:sp>
        <p:nvSpPr>
          <p:cNvPr id="8" name="Title 9">
            <a:extLst>
              <a:ext uri="{FF2B5EF4-FFF2-40B4-BE49-F238E27FC236}">
                <a16:creationId xmlns:a16="http://schemas.microsoft.com/office/drawing/2014/main" id="{D2A5782F-AF43-4E5A-C6D6-5FDB6C312EAB}"/>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MERITS DOCKET (Cont.)</a:t>
            </a:r>
          </a:p>
        </p:txBody>
      </p:sp>
    </p:spTree>
    <p:extLst>
      <p:ext uri="{BB962C8B-B14F-4D97-AF65-F5344CB8AC3E}">
        <p14:creationId xmlns:p14="http://schemas.microsoft.com/office/powerpoint/2010/main" val="33859288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graph with lines and dots&#10;&#10;AI-generated content may be incorrect.">
            <a:extLst>
              <a:ext uri="{FF2B5EF4-FFF2-40B4-BE49-F238E27FC236}">
                <a16:creationId xmlns:a16="http://schemas.microsoft.com/office/drawing/2014/main" id="{8F882B63-0827-90B3-2567-D3F3B411A81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860853" y="776438"/>
            <a:ext cx="5452985" cy="3271791"/>
          </a:xfrm>
          <a:prstGeom prst="rect">
            <a:avLst/>
          </a:prstGeom>
        </p:spPr>
      </p:pic>
      <p:sp>
        <p:nvSpPr>
          <p:cNvPr id="4" name="Slide Number Placeholder 3"/>
          <p:cNvSpPr>
            <a:spLocks noGrp="1"/>
          </p:cNvSpPr>
          <p:nvPr>
            <p:ph type="sldNum" sz="quarter" idx="12"/>
          </p:nvPr>
        </p:nvSpPr>
        <p:spPr>
          <a:xfrm>
            <a:off x="9448800" y="6483696"/>
            <a:ext cx="2743200" cy="365125"/>
          </a:xfrm>
        </p:spPr>
        <p:txBody>
          <a:bodyPr/>
          <a:lstStyle/>
          <a:p>
            <a:fld id="{5E212BD6-99D2-4430-8307-3DFF6CB1AF68}" type="slidenum">
              <a:rPr lang="en-US" sz="800" smtClean="0">
                <a:latin typeface="Century Schoolbook" panose="02040604050505020304" pitchFamily="18" charset="0"/>
              </a:rPr>
              <a:t>8</a:t>
            </a:fld>
            <a:endParaRPr lang="en-US" sz="800" dirty="0">
              <a:latin typeface="Century Schoolbook" panose="020406040505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163531461"/>
              </p:ext>
            </p:extLst>
          </p:nvPr>
        </p:nvGraphicFramePr>
        <p:xfrm>
          <a:off x="290312" y="4048229"/>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Days</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Argued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TikTok</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01/10/2025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01/17/2025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11/06/2024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11/13/2024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4</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Waetzig</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01/14/2025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02/26/2025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err="1">
                          <a:solidFill>
                            <a:schemeClr val="tx1"/>
                          </a:solidFill>
                          <a:effectLst/>
                          <a:latin typeface="MULISH REGULAR ROMAN" pitchFamily="2" charset="77"/>
                        </a:rPr>
                        <a:t>Bourafa</a:t>
                      </a:r>
                      <a:endParaRPr lang="en-US" sz="1100" b="0" i="1"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Jackson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10/15/2024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12/10/2024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Advocate Christ Medical</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176</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Barrett</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11/05/2024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04/29/2025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Gorsuch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10/08/2024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Barrett</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10/15/2024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Valazquez</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Gorsuch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11/12/2024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04/22/2025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Feliciano</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143</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Gorsuch</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12/09/2024</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04/30/2025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77B39914-3BE8-3842-B5A4-CA67D740F9D1}"/>
              </a:ext>
            </a:extLst>
          </p:cNvPr>
          <p:cNvGraphicFramePr>
            <a:graphicFrameLocks noGrp="1"/>
          </p:cNvGraphicFramePr>
          <p:nvPr>
            <p:extLst>
              <p:ext uri="{D42A27DB-BD31-4B8C-83A1-F6EECF244321}">
                <p14:modId xmlns:p14="http://schemas.microsoft.com/office/powerpoint/2010/main" val="560355567"/>
              </p:ext>
            </p:extLst>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Days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104d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135.5d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102d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102.33d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100.75d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158.33d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105d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173d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86d</a:t>
                      </a: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1158FEDE-D390-394F-8BD0-9BEC52197111}"/>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DAYS BETWEEN ARGUMENT &amp; OPINION</a:t>
            </a:r>
          </a:p>
        </p:txBody>
      </p:sp>
      <p:sp>
        <p:nvSpPr>
          <p:cNvPr id="6" name="TextBox 5">
            <a:extLst>
              <a:ext uri="{FF2B5EF4-FFF2-40B4-BE49-F238E27FC236}">
                <a16:creationId xmlns:a16="http://schemas.microsoft.com/office/drawing/2014/main" id="{9A4C9617-2FF2-3240-A229-AA4D72AB9586}"/>
              </a:ext>
            </a:extLst>
          </p:cNvPr>
          <p:cNvSpPr txBox="1"/>
          <p:nvPr/>
        </p:nvSpPr>
        <p:spPr>
          <a:xfrm>
            <a:off x="3887873" y="1173965"/>
            <a:ext cx="1690778" cy="292388"/>
          </a:xfrm>
          <a:prstGeom prst="rect">
            <a:avLst/>
          </a:prstGeom>
          <a:noFill/>
        </p:spPr>
        <p:txBody>
          <a:bodyPr wrap="square" rtlCol="0">
            <a:spAutoFit/>
          </a:bodyPr>
          <a:lstStyle/>
          <a:p>
            <a:pPr algn="ctr"/>
            <a:r>
              <a:rPr lang="en-US" sz="1300" b="1" dirty="0">
                <a:latin typeface="MULISH BOLD ROMAN" pitchFamily="2" charset="77"/>
              </a:rPr>
              <a:t>Average Days by Term</a:t>
            </a:r>
          </a:p>
        </p:txBody>
      </p:sp>
      <p:sp>
        <p:nvSpPr>
          <p:cNvPr id="2" name="TextBox 1">
            <a:extLst>
              <a:ext uri="{FF2B5EF4-FFF2-40B4-BE49-F238E27FC236}">
                <a16:creationId xmlns:a16="http://schemas.microsoft.com/office/drawing/2014/main" id="{D94AC198-E753-1886-71E0-46B240C76C77}"/>
              </a:ext>
            </a:extLst>
          </p:cNvPr>
          <p:cNvSpPr txBox="1"/>
          <p:nvPr/>
        </p:nvSpPr>
        <p:spPr>
          <a:xfrm>
            <a:off x="3887873" y="1466353"/>
            <a:ext cx="1690777" cy="1446550"/>
          </a:xfrm>
          <a:prstGeom prst="rect">
            <a:avLst/>
          </a:prstGeom>
          <a:noFill/>
          <a:ln>
            <a:solidFill>
              <a:schemeClr val="tx1"/>
            </a:solidFill>
          </a:ln>
        </p:spPr>
        <p:txBody>
          <a:bodyPr wrap="square" rtlCol="0">
            <a:spAutoFit/>
          </a:bodyPr>
          <a:lstStyle/>
          <a:p>
            <a:r>
              <a:rPr lang="en-US" sz="1100" dirty="0">
                <a:latin typeface="MULISH REGULAR ROMAN"/>
              </a:rPr>
              <a:t>Figure shows the average number of days between oral arguments and the rendering of a decision for a case between the 2005 and 2024 terms. Bars represent 25</a:t>
            </a:r>
            <a:r>
              <a:rPr lang="en-US" sz="1100" baseline="30000" dirty="0">
                <a:latin typeface="MULISH REGULAR ROMAN"/>
              </a:rPr>
              <a:t>th</a:t>
            </a:r>
            <a:r>
              <a:rPr lang="en-US" sz="1100" dirty="0">
                <a:latin typeface="MULISH REGULAR ROMAN"/>
              </a:rPr>
              <a:t> and 75</a:t>
            </a:r>
            <a:r>
              <a:rPr lang="en-US" sz="1100" baseline="30000" dirty="0">
                <a:latin typeface="MULISH REGULAR ROMAN"/>
              </a:rPr>
              <a:t>th</a:t>
            </a:r>
            <a:r>
              <a:rPr lang="en-US" sz="1100" dirty="0">
                <a:latin typeface="MULISH REGULAR ROMAN"/>
              </a:rPr>
              <a:t> Percentiles.  </a:t>
            </a:r>
          </a:p>
        </p:txBody>
      </p:sp>
    </p:spTree>
    <p:extLst>
      <p:ext uri="{BB962C8B-B14F-4D97-AF65-F5344CB8AC3E}">
        <p14:creationId xmlns:p14="http://schemas.microsoft.com/office/powerpoint/2010/main" val="6050187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a:xfrm>
            <a:off x="9448800" y="6476807"/>
            <a:ext cx="2743200" cy="365125"/>
          </a:xfrm>
        </p:spPr>
        <p:txBody>
          <a:bodyPr/>
          <a:lstStyle/>
          <a:p>
            <a:fld id="{5E212BD6-99D2-4430-8307-3DFF6CB1AF68}" type="slidenum">
              <a:rPr lang="en-US" sz="800" smtClean="0">
                <a:latin typeface="Century Schoolbook" panose="02040604050505020304" pitchFamily="18" charset="0"/>
              </a:rPr>
              <a:t>9</a:t>
            </a:fld>
            <a:endParaRPr lang="en-US" sz="800" dirty="0">
              <a:latin typeface="Century Schoolbook" panose="02040604050505020304" pitchFamily="18" charset="0"/>
            </a:endParaRPr>
          </a:p>
        </p:txBody>
      </p:sp>
      <p:sp>
        <p:nvSpPr>
          <p:cNvPr id="7" name="Title 9">
            <a:extLst>
              <a:ext uri="{FF2B5EF4-FFF2-40B4-BE49-F238E27FC236}">
                <a16:creationId xmlns:a16="http://schemas.microsoft.com/office/drawing/2014/main" id="{FF46E068-D12F-7244-B43D-93F4C8891F0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TOTAL OPINIONS OVER TIME</a:t>
            </a:r>
          </a:p>
        </p:txBody>
      </p:sp>
      <p:sp>
        <p:nvSpPr>
          <p:cNvPr id="5" name="TextBox 4">
            <a:extLst>
              <a:ext uri="{FF2B5EF4-FFF2-40B4-BE49-F238E27FC236}">
                <a16:creationId xmlns:a16="http://schemas.microsoft.com/office/drawing/2014/main" id="{FD46BA6A-543E-6BE2-7182-BAE94BE62A1D}"/>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the Court between the 2005 and 2024 terms. </a:t>
            </a:r>
            <a:br>
              <a:rPr lang="en-US" sz="1200" dirty="0">
                <a:latin typeface="MULISH REGULAR ROMAN"/>
              </a:rPr>
            </a:br>
            <a:r>
              <a:rPr lang="en-US" sz="1200" dirty="0">
                <a:latin typeface="MULISH REGULAR ROMAN"/>
              </a:rPr>
              <a:t>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judgement </a:t>
            </a:r>
            <a:r>
              <a:rPr lang="en-US" sz="1200" dirty="0">
                <a:latin typeface="MULISH REGULAR ROMAN"/>
              </a:rPr>
              <a:t>are similarly coded as Concurrences.</a:t>
            </a:r>
          </a:p>
        </p:txBody>
      </p:sp>
      <p:pic>
        <p:nvPicPr>
          <p:cNvPr id="8" name="Picture 7" descr="A graph of different colored bars&#10;&#10;AI-generated content may be incorrect.">
            <a:extLst>
              <a:ext uri="{FF2B5EF4-FFF2-40B4-BE49-F238E27FC236}">
                <a16:creationId xmlns:a16="http://schemas.microsoft.com/office/drawing/2014/main" id="{26C38E0C-FED9-B178-570C-77884132CCE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559095" y="896352"/>
            <a:ext cx="8442160" cy="5065296"/>
          </a:xfrm>
          <a:prstGeom prst="rect">
            <a:avLst/>
          </a:prstGeom>
        </p:spPr>
      </p:pic>
    </p:spTree>
    <p:extLst>
      <p:ext uri="{BB962C8B-B14F-4D97-AF65-F5344CB8AC3E}">
        <p14:creationId xmlns:p14="http://schemas.microsoft.com/office/powerpoint/2010/main" val="21520559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a:xfrm>
            <a:off x="9448800" y="6492875"/>
            <a:ext cx="2743200" cy="365125"/>
          </a:xfrm>
        </p:spPr>
        <p:txBody>
          <a:bodyPr/>
          <a:lstStyle/>
          <a:p>
            <a:fld id="{5924AB8B-A04B-4852-9717-52B5E5852666}" type="slidenum">
              <a:rPr lang="en-US" sz="800" smtClean="0">
                <a:latin typeface="Century Schoolbook" panose="02040604050505020304" pitchFamily="18" charset="0"/>
              </a:rPr>
              <a:t>10</a:t>
            </a:fld>
            <a:endParaRPr lang="en-US" sz="800">
              <a:latin typeface="Century Schoolbook" panose="02040604050505020304" pitchFamily="18" charset="0"/>
            </a:endParaRPr>
          </a:p>
        </p:txBody>
      </p:sp>
      <p:graphicFrame>
        <p:nvGraphicFramePr>
          <p:cNvPr id="7" name="Table 6">
            <a:extLst>
              <a:ext uri="{FF2B5EF4-FFF2-40B4-BE49-F238E27FC236}">
                <a16:creationId xmlns:a16="http://schemas.microsoft.com/office/drawing/2014/main" id="{AFEE743B-3743-7B46-A02B-4C621618C449}"/>
              </a:ext>
            </a:extLst>
          </p:cNvPr>
          <p:cNvGraphicFramePr>
            <a:graphicFrameLocks noGrp="1"/>
          </p:cNvGraphicFramePr>
          <p:nvPr>
            <p:extLst>
              <p:ext uri="{D42A27DB-BD31-4B8C-83A1-F6EECF244321}">
                <p14:modId xmlns:p14="http://schemas.microsoft.com/office/powerpoint/2010/main" val="4151169430"/>
              </p:ext>
            </p:extLst>
          </p:nvPr>
        </p:nvGraphicFramePr>
        <p:xfrm>
          <a:off x="224287" y="961859"/>
          <a:ext cx="11645661" cy="5545423"/>
        </p:xfrm>
        <a:graphic>
          <a:graphicData uri="http://schemas.openxmlformats.org/drawingml/2006/table">
            <a:tbl>
              <a:tblPr firstRow="1" bandRow="1">
                <a:tableStyleId>{C083E6E3-FA7D-4D7B-A595-EF9225AFEA82}</a:tableStyleId>
              </a:tblPr>
              <a:tblGrid>
                <a:gridCol w="853902">
                  <a:extLst>
                    <a:ext uri="{9D8B030D-6E8A-4147-A177-3AD203B41FA5}">
                      <a16:colId xmlns:a16="http://schemas.microsoft.com/office/drawing/2014/main" val="20000"/>
                    </a:ext>
                  </a:extLst>
                </a:gridCol>
                <a:gridCol w="341651">
                  <a:extLst>
                    <a:ext uri="{9D8B030D-6E8A-4147-A177-3AD203B41FA5}">
                      <a16:colId xmlns:a16="http://schemas.microsoft.com/office/drawing/2014/main" val="1952344982"/>
                    </a:ext>
                  </a:extLst>
                </a:gridCol>
                <a:gridCol w="1080468">
                  <a:extLst>
                    <a:ext uri="{9D8B030D-6E8A-4147-A177-3AD203B41FA5}">
                      <a16:colId xmlns:a16="http://schemas.microsoft.com/office/drawing/2014/main" val="20001"/>
                    </a:ext>
                  </a:extLst>
                </a:gridCol>
                <a:gridCol w="1080468">
                  <a:extLst>
                    <a:ext uri="{9D8B030D-6E8A-4147-A177-3AD203B41FA5}">
                      <a16:colId xmlns:a16="http://schemas.microsoft.com/office/drawing/2014/main" val="20002"/>
                    </a:ext>
                  </a:extLst>
                </a:gridCol>
                <a:gridCol w="1080468">
                  <a:extLst>
                    <a:ext uri="{9D8B030D-6E8A-4147-A177-3AD203B41FA5}">
                      <a16:colId xmlns:a16="http://schemas.microsoft.com/office/drawing/2014/main" val="20003"/>
                    </a:ext>
                  </a:extLst>
                </a:gridCol>
                <a:gridCol w="1080468">
                  <a:extLst>
                    <a:ext uri="{9D8B030D-6E8A-4147-A177-3AD203B41FA5}">
                      <a16:colId xmlns:a16="http://schemas.microsoft.com/office/drawing/2014/main" val="20004"/>
                    </a:ext>
                  </a:extLst>
                </a:gridCol>
                <a:gridCol w="1080468">
                  <a:extLst>
                    <a:ext uri="{9D8B030D-6E8A-4147-A177-3AD203B41FA5}">
                      <a16:colId xmlns:a16="http://schemas.microsoft.com/office/drawing/2014/main" val="20005"/>
                    </a:ext>
                  </a:extLst>
                </a:gridCol>
                <a:gridCol w="1080468">
                  <a:extLst>
                    <a:ext uri="{9D8B030D-6E8A-4147-A177-3AD203B41FA5}">
                      <a16:colId xmlns:a16="http://schemas.microsoft.com/office/drawing/2014/main" val="20006"/>
                    </a:ext>
                  </a:extLst>
                </a:gridCol>
                <a:gridCol w="1080468">
                  <a:extLst>
                    <a:ext uri="{9D8B030D-6E8A-4147-A177-3AD203B41FA5}">
                      <a16:colId xmlns:a16="http://schemas.microsoft.com/office/drawing/2014/main" val="20007"/>
                    </a:ext>
                  </a:extLst>
                </a:gridCol>
                <a:gridCol w="1144295">
                  <a:extLst>
                    <a:ext uri="{9D8B030D-6E8A-4147-A177-3AD203B41FA5}">
                      <a16:colId xmlns:a16="http://schemas.microsoft.com/office/drawing/2014/main" val="3152721366"/>
                    </a:ext>
                  </a:extLst>
                </a:gridCol>
                <a:gridCol w="1233578">
                  <a:extLst>
                    <a:ext uri="{9D8B030D-6E8A-4147-A177-3AD203B41FA5}">
                      <a16:colId xmlns:a16="http://schemas.microsoft.com/office/drawing/2014/main" val="2599236381"/>
                    </a:ext>
                  </a:extLst>
                </a:gridCol>
                <a:gridCol w="508959">
                  <a:extLst>
                    <a:ext uri="{9D8B030D-6E8A-4147-A177-3AD203B41FA5}">
                      <a16:colId xmlns:a16="http://schemas.microsoft.com/office/drawing/2014/main" val="706058003"/>
                    </a:ext>
                  </a:extLst>
                </a:gridCol>
              </a:tblGrid>
              <a:tr h="349173">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Alito</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Sotomayor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Kagan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Gorsuch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Kavanaugh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Barrett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Jackson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38709">
                <a:tc rowSpan="5">
                  <a:txBody>
                    <a:bodyPr/>
                    <a:lstStyle/>
                    <a:p>
                      <a:pPr algn="ctr" fontAlgn="b"/>
                      <a:r>
                        <a:rPr lang="en-US" sz="1100" b="1" u="none" strike="noStrike">
                          <a:solidFill>
                            <a:schemeClr val="tx1"/>
                          </a:solidFill>
                          <a:effectLst/>
                          <a:latin typeface="MULISH REGULAR ROMAN" pitchFamily="2" charset="77"/>
                        </a:rPr>
                        <a:t>Majority</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Lackey</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Bufkin</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Waetzig</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Hungary</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Royal Canin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E.M.D. Sales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Medical Marijuana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a:effectLst/>
                        </a:rPr>
                        <a:t>Bouarafa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Thompson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Delligatti</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SF v. EPA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Glossip</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Wisconsin Bell</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Williams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Advocate Christ Medical</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Miller</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Wages &amp; White Lion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Cunningham</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Dewberry</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Feliciano</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Barnes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964347164"/>
                  </a:ext>
                </a:extLst>
              </a:tr>
              <a:tr h="238709">
                <a:tc rowSpan="7">
                  <a:txBody>
                    <a:bodyPr/>
                    <a:lstStyle/>
                    <a:p>
                      <a:pPr algn="ctr"/>
                      <a:r>
                        <a:rPr lang="en-US" sz="1100" b="1">
                          <a:latin typeface="MULISH REGULAR ROMAN" pitchFamily="2" charset="77"/>
                        </a:rPr>
                        <a:t>Concurring</a:t>
                      </a:r>
                      <a:endParaRPr lang="en-US" sz="1100" b="1" dirty="0">
                        <a:latin typeface="MULISH REGULAR ROMAN" pitchFamily="2" charset="77"/>
                      </a:endParaRPr>
                    </a:p>
                  </a:txBody>
                  <a:tcPr marL="3315" marR="3315" marT="3315" marB="0" anchor="ctr">
                    <a:lnT>
                      <a:noFill/>
                    </a:lnT>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Wisconsin Bell</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Andrew</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TikTok</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E.M.D. Sales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Wisconsin Bell</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Glossip</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Thompson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rowSpan="7">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Thompson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Dewberry</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TikTok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SF v. EPA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Cunningham</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Trump v. J.G.G.</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Wages &amp; White Lion</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Barnes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26377539"/>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7</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29529959"/>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09626801"/>
                  </a:ext>
                </a:extLst>
              </a:tr>
              <a:tr h="238709">
                <a:tc rowSpan="5">
                  <a:txBody>
                    <a:bodyPr/>
                    <a:lstStyle/>
                    <a:p>
                      <a:pPr algn="ctr" fontAlgn="b"/>
                      <a:r>
                        <a:rPr lang="en-US" sz="1100" b="1" i="0" u="none" strike="noStrike">
                          <a:solidFill>
                            <a:schemeClr val="tx1"/>
                          </a:solidFill>
                          <a:effectLst/>
                          <a:latin typeface="MULISH REGULAR ROMAN" pitchFamily="2" charset="77"/>
                        </a:rPr>
                        <a:t>Dissenting</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Andrew</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Trump v. J.G.G.</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DOE v. CA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Delligatti</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Medical Marijuana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Lackey</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56917612"/>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Williams</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Miller</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Bufkin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96628581"/>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Glossip</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900" b="0" i="0" u="none" strike="noStrike">
                          <a:solidFill>
                            <a:schemeClr val="tx1"/>
                          </a:solidFill>
                          <a:effectLst/>
                          <a:latin typeface="MULISH REGULAR ROMAN" pitchFamily="2" charset="77"/>
                        </a:rPr>
                        <a:t>A.A.R.P v. Trump</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DOE v. CA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94379330"/>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Advocate Christ Medical</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45191570"/>
                  </a:ext>
                </a:extLst>
              </a:tr>
              <a:tr h="215036">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Medical Marijuana</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66520741"/>
                  </a:ext>
                </a:extLst>
              </a:tr>
              <a:tr h="207034">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34924686"/>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chemeClr val="tx1"/>
                          </a:solidFill>
                          <a:effectLst/>
                          <a:latin typeface="MULISH REGULAR ROMAN" pitchFamily="2" charset="77"/>
                        </a:rPr>
                        <a:t>7</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Feliciano</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0884629"/>
                  </a:ext>
                </a:extLst>
              </a:tr>
              <a:tr h="238709">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1"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80498362"/>
                  </a:ext>
                </a:extLst>
              </a:tr>
            </a:tbl>
          </a:graphicData>
        </a:graphic>
      </p:graphicFrame>
      <p:sp>
        <p:nvSpPr>
          <p:cNvPr id="10" name="Title 9">
            <a:extLst>
              <a:ext uri="{FF2B5EF4-FFF2-40B4-BE49-F238E27FC236}">
                <a16:creationId xmlns:a16="http://schemas.microsoft.com/office/drawing/2014/main" id="{D366379E-E9D8-DB42-B1E2-38F621A230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11</a:t>
            </a:fld>
            <a:endParaRPr lang="en-US" sz="800">
              <a:latin typeface="Century Schoolbook" panose="02040604050505020304" pitchFamily="18" charset="0"/>
            </a:endParaRPr>
          </a:p>
        </p:txBody>
      </p:sp>
      <p:sp>
        <p:nvSpPr>
          <p:cNvPr id="7" name="Title 9">
            <a:extLst>
              <a:ext uri="{FF2B5EF4-FFF2-40B4-BE49-F238E27FC236}">
                <a16:creationId xmlns:a16="http://schemas.microsoft.com/office/drawing/2014/main" id="{86565480-92B6-5A4E-8946-30A6E964E5AD}"/>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 (Cont.)</a:t>
            </a:r>
          </a:p>
        </p:txBody>
      </p:sp>
      <p:sp>
        <p:nvSpPr>
          <p:cNvPr id="9" name="TextBox 8">
            <a:extLst>
              <a:ext uri="{FF2B5EF4-FFF2-40B4-BE49-F238E27FC236}">
                <a16:creationId xmlns:a16="http://schemas.microsoft.com/office/drawing/2014/main" id="{947E37C0-7C6B-D515-8322-D32828E334A1}"/>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each Justice during the 2024 Term. </a:t>
            </a:r>
            <a:br>
              <a:rPr lang="en-US" sz="1200" dirty="0">
                <a:latin typeface="MULISH REGULAR ROMAN"/>
              </a:rPr>
            </a:br>
            <a:r>
              <a:rPr lang="en-US" sz="1200" dirty="0">
                <a:latin typeface="MULISH REGULAR ROMAN"/>
              </a:rPr>
              <a:t>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judgement </a:t>
            </a:r>
            <a:r>
              <a:rPr lang="en-US" sz="1200" dirty="0">
                <a:latin typeface="MULISH REGULAR ROMAN"/>
              </a:rPr>
              <a:t>are similarly coded as Concurrences.</a:t>
            </a:r>
          </a:p>
        </p:txBody>
      </p:sp>
      <p:pic>
        <p:nvPicPr>
          <p:cNvPr id="3" name="Picture 2" descr="A screenshot of a graph&#10;&#10;AI-generated content may be incorrect.">
            <a:extLst>
              <a:ext uri="{FF2B5EF4-FFF2-40B4-BE49-F238E27FC236}">
                <a16:creationId xmlns:a16="http://schemas.microsoft.com/office/drawing/2014/main" id="{FAFB8CE0-EED2-40E0-5667-43B8572B917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78132" y="1027978"/>
            <a:ext cx="9604086" cy="4802043"/>
          </a:xfrm>
          <a:prstGeom prst="rect">
            <a:avLst/>
          </a:prstGeom>
        </p:spPr>
      </p:pic>
    </p:spTree>
    <p:extLst>
      <p:ext uri="{BB962C8B-B14F-4D97-AF65-F5344CB8AC3E}">
        <p14:creationId xmlns:p14="http://schemas.microsoft.com/office/powerpoint/2010/main" val="41628591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DA1D1-F953-5D16-7EBA-10112726D9E9}"/>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8EA6C3B9-A2FC-D321-C691-CFFF5EA1F038}"/>
              </a:ext>
            </a:extLst>
          </p:cNvPr>
          <p:cNvSpPr>
            <a:spLocks noGrp="1"/>
          </p:cNvSpPr>
          <p:nvPr>
            <p:ph type="sldNum" sz="quarter" idx="12"/>
          </p:nvPr>
        </p:nvSpPr>
        <p:spPr>
          <a:xfrm>
            <a:off x="9448800" y="6483696"/>
            <a:ext cx="2743200" cy="365125"/>
          </a:xfrm>
        </p:spPr>
        <p:txBody>
          <a:bodyPr/>
          <a:lstStyle/>
          <a:p>
            <a:fld id="{5E212BD6-99D2-4430-8307-3DFF6CB1AF68}" type="slidenum">
              <a:rPr lang="en-US" sz="800" smtClean="0">
                <a:latin typeface="Century Schoolbook" panose="02040604050505020304" pitchFamily="18" charset="0"/>
              </a:rPr>
              <a:t>12</a:t>
            </a:fld>
            <a:endParaRPr lang="en-US" sz="800" dirty="0">
              <a:latin typeface="Century Schoolbook" panose="02040604050505020304" pitchFamily="18" charset="0"/>
            </a:endParaRPr>
          </a:p>
        </p:txBody>
      </p:sp>
      <p:graphicFrame>
        <p:nvGraphicFramePr>
          <p:cNvPr id="10" name="Table 9">
            <a:extLst>
              <a:ext uri="{FF2B5EF4-FFF2-40B4-BE49-F238E27FC236}">
                <a16:creationId xmlns:a16="http://schemas.microsoft.com/office/drawing/2014/main" id="{966D5FF6-606B-C211-0B63-2E90696B73ED}"/>
              </a:ext>
            </a:extLst>
          </p:cNvPr>
          <p:cNvGraphicFramePr>
            <a:graphicFrameLocks noGrp="1"/>
          </p:cNvGraphicFramePr>
          <p:nvPr/>
        </p:nvGraphicFramePr>
        <p:xfrm>
          <a:off x="290312" y="4048229"/>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Opinion Type</a:t>
                      </a: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Word Count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2</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Hamm</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21</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11/04/2024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4</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Andrew</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Concurrence</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01/21/2025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Wisconsin Bell</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Concurrence</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Kavanaugh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02/21/2025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14,532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Wages &amp; White Lion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Majority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14,299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Majority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Sotomayor</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9,621</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Kavanaugh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8,325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8,036</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C055A2D1-3EB2-32ED-D5C2-F143FE54C265}"/>
              </a:ext>
            </a:extLst>
          </p:cNvPr>
          <p:cNvGraphicFramePr>
            <a:graphicFrameLocks noGrp="1"/>
          </p:cNvGraphicFramePr>
          <p:nvPr>
            <p:extLst>
              <p:ext uri="{D42A27DB-BD31-4B8C-83A1-F6EECF244321}">
                <p14:modId xmlns:p14="http://schemas.microsoft.com/office/powerpoint/2010/main" val="1109710620"/>
              </p:ext>
            </p:extLst>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Opinion Length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3,414</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5,987.3</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3,888.5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3,541.25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3,379.5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3,814.29</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2,400.17</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3,414.6</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3,327.9</a:t>
                      </a: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2AB498F5-9DEA-9996-05E5-B004EE4EB6F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 LENGTHS</a:t>
            </a:r>
          </a:p>
        </p:txBody>
      </p:sp>
      <p:sp>
        <p:nvSpPr>
          <p:cNvPr id="6" name="TextBox 5">
            <a:extLst>
              <a:ext uri="{FF2B5EF4-FFF2-40B4-BE49-F238E27FC236}">
                <a16:creationId xmlns:a16="http://schemas.microsoft.com/office/drawing/2014/main" id="{32F922FD-F592-A078-E545-83CAC25E94C3}"/>
              </a:ext>
            </a:extLst>
          </p:cNvPr>
          <p:cNvSpPr txBox="1"/>
          <p:nvPr/>
        </p:nvSpPr>
        <p:spPr>
          <a:xfrm>
            <a:off x="3459192" y="1123062"/>
            <a:ext cx="1846054" cy="292388"/>
          </a:xfrm>
          <a:prstGeom prst="rect">
            <a:avLst/>
          </a:prstGeom>
          <a:noFill/>
        </p:spPr>
        <p:txBody>
          <a:bodyPr wrap="square" rtlCol="0">
            <a:spAutoFit/>
          </a:bodyPr>
          <a:lstStyle/>
          <a:p>
            <a:r>
              <a:rPr lang="en-US" sz="1300" b="1" dirty="0">
                <a:latin typeface="MULISH BOLD ROMAN" pitchFamily="2" charset="77"/>
              </a:rPr>
              <a:t>Average Length by Term</a:t>
            </a:r>
          </a:p>
        </p:txBody>
      </p:sp>
      <p:sp>
        <p:nvSpPr>
          <p:cNvPr id="11" name="TextBox 10">
            <a:extLst>
              <a:ext uri="{FF2B5EF4-FFF2-40B4-BE49-F238E27FC236}">
                <a16:creationId xmlns:a16="http://schemas.microsoft.com/office/drawing/2014/main" id="{3AEF5CA2-F1A9-891D-4280-9F7C20513281}"/>
              </a:ext>
            </a:extLst>
          </p:cNvPr>
          <p:cNvSpPr txBox="1"/>
          <p:nvPr/>
        </p:nvSpPr>
        <p:spPr>
          <a:xfrm>
            <a:off x="3536830" y="1415450"/>
            <a:ext cx="1690777" cy="1277273"/>
          </a:xfrm>
          <a:prstGeom prst="rect">
            <a:avLst/>
          </a:prstGeom>
          <a:noFill/>
          <a:ln>
            <a:solidFill>
              <a:schemeClr val="tx1"/>
            </a:solidFill>
          </a:ln>
        </p:spPr>
        <p:txBody>
          <a:bodyPr wrap="square" rtlCol="0">
            <a:spAutoFit/>
          </a:bodyPr>
          <a:lstStyle/>
          <a:p>
            <a:r>
              <a:rPr lang="en-US" sz="1100" dirty="0">
                <a:latin typeface="MULISH REGULAR ROMAN"/>
              </a:rPr>
              <a:t>Figure shows the average length (in words) of opinions issued by the Court by type between the 2016 and 2024 terms. Bars represent 25</a:t>
            </a:r>
            <a:r>
              <a:rPr lang="en-US" sz="1100" baseline="30000" dirty="0">
                <a:latin typeface="MULISH REGULAR ROMAN"/>
              </a:rPr>
              <a:t>th</a:t>
            </a:r>
            <a:r>
              <a:rPr lang="en-US" sz="1100" dirty="0">
                <a:latin typeface="MULISH REGULAR ROMAN"/>
              </a:rPr>
              <a:t> and 75</a:t>
            </a:r>
            <a:r>
              <a:rPr lang="en-US" sz="1100" baseline="30000" dirty="0">
                <a:latin typeface="MULISH REGULAR ROMAN"/>
              </a:rPr>
              <a:t>th</a:t>
            </a:r>
            <a:r>
              <a:rPr lang="en-US" sz="1100" dirty="0">
                <a:latin typeface="MULISH REGULAR ROMAN"/>
              </a:rPr>
              <a:t> Percentiles.  </a:t>
            </a:r>
          </a:p>
        </p:txBody>
      </p:sp>
      <p:pic>
        <p:nvPicPr>
          <p:cNvPr id="5" name="Picture 4" descr="A graph of different types of numbers&#10;&#10;AI-generated content may be incorrect.">
            <a:extLst>
              <a:ext uri="{FF2B5EF4-FFF2-40B4-BE49-F238E27FC236}">
                <a16:creationId xmlns:a16="http://schemas.microsoft.com/office/drawing/2014/main" id="{BCFC4BD6-36A7-3B40-3279-5B7494332A2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393015" y="231071"/>
            <a:ext cx="6270610" cy="3762366"/>
          </a:xfrm>
          <a:prstGeom prst="rect">
            <a:avLst/>
          </a:prstGeom>
        </p:spPr>
      </p:pic>
    </p:spTree>
    <p:extLst>
      <p:ext uri="{BB962C8B-B14F-4D97-AF65-F5344CB8AC3E}">
        <p14:creationId xmlns:p14="http://schemas.microsoft.com/office/powerpoint/2010/main" val="5787724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group of people standing in front of a bar graph&#10;&#10;AI-generated content may be incorrect.">
            <a:extLst>
              <a:ext uri="{FF2B5EF4-FFF2-40B4-BE49-F238E27FC236}">
                <a16:creationId xmlns:a16="http://schemas.microsoft.com/office/drawing/2014/main" id="{D42088B9-5F95-BAF7-8BD1-60C9BE6FBB4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6" y="827825"/>
            <a:ext cx="8705776" cy="5223465"/>
          </a:xfrm>
          <a:prstGeom prst="rect">
            <a:avLst/>
          </a:prstGeom>
        </p:spPr>
      </p:pic>
      <p:sp>
        <p:nvSpPr>
          <p:cNvPr id="4" name="Slide Number Placeholder 3">
            <a:extLst>
              <a:ext uri="{FF2B5EF4-FFF2-40B4-BE49-F238E27FC236}">
                <a16:creationId xmlns:a16="http://schemas.microsoft.com/office/drawing/2014/main" id="{17E557FA-BC6E-B449-8985-9E04B64336DB}"/>
              </a:ext>
            </a:extLst>
          </p:cNvPr>
          <p:cNvSpPr>
            <a:spLocks noGrp="1"/>
          </p:cNvSpPr>
          <p:nvPr>
            <p:ph type="sldNum" sz="quarter" idx="12"/>
          </p:nvPr>
        </p:nvSpPr>
        <p:spPr/>
        <p:txBody>
          <a:bodyPr/>
          <a:lstStyle/>
          <a:p>
            <a:fld id="{5E212BD6-99D2-4430-8307-3DFF6CB1AF68}" type="slidenum">
              <a:rPr lang="en-US" smtClean="0"/>
              <a:t>13</a:t>
            </a:fld>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All Cases</a:t>
            </a:r>
          </a:p>
        </p:txBody>
      </p:sp>
      <p:sp>
        <p:nvSpPr>
          <p:cNvPr id="7" name="TextBox 6">
            <a:extLst>
              <a:ext uri="{FF2B5EF4-FFF2-40B4-BE49-F238E27FC236}">
                <a16:creationId xmlns:a16="http://schemas.microsoft.com/office/drawing/2014/main" id="{2E272E9D-6C12-7836-DC1A-B40C8237C709}"/>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r>
              <a:rPr lang="en-US" sz="1200" dirty="0">
                <a:latin typeface="MULISH REGULAR ROMAN"/>
              </a:rPr>
              <a:t>Figure shows the percentage of cases where each Justice was in the Majority coalition among all cases (including those decided unanimously or </a:t>
            </a:r>
            <a:r>
              <a:rPr lang="en-US" sz="1200" i="1" dirty="0">
                <a:latin typeface="MULISH REGULAR ROMAN"/>
              </a:rPr>
              <a:t>Per Curiam</a:t>
            </a:r>
            <a:r>
              <a:rPr lang="en-US" sz="1200" dirty="0">
                <a:latin typeface="MULISH REGULAR ROMAN"/>
              </a:rPr>
              <a:t>).</a:t>
            </a:r>
          </a:p>
        </p:txBody>
      </p:sp>
    </p:spTree>
    <p:extLst>
      <p:ext uri="{BB962C8B-B14F-4D97-AF65-F5344CB8AC3E}">
        <p14:creationId xmlns:p14="http://schemas.microsoft.com/office/powerpoint/2010/main" val="14072815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946CD-FD59-BE72-0D30-5EA780C1FA01}"/>
            </a:ext>
          </a:extLst>
        </p:cNvPr>
        <p:cNvGrpSpPr/>
        <p:nvPr/>
      </p:nvGrpSpPr>
      <p:grpSpPr>
        <a:xfrm>
          <a:off x="0" y="0"/>
          <a:ext cx="0" cy="0"/>
          <a:chOff x="0" y="0"/>
          <a:chExt cx="0" cy="0"/>
        </a:xfrm>
      </p:grpSpPr>
      <p:pic>
        <p:nvPicPr>
          <p:cNvPr id="9" name="Picture 8" descr="A group of people standing in front of a graph&#10;&#10;AI-generated content may be incorrect.">
            <a:extLst>
              <a:ext uri="{FF2B5EF4-FFF2-40B4-BE49-F238E27FC236}">
                <a16:creationId xmlns:a16="http://schemas.microsoft.com/office/drawing/2014/main" id="{B359DD5B-8DE9-EF63-4366-374552D768F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6" y="859612"/>
            <a:ext cx="8705776" cy="5223465"/>
          </a:xfrm>
          <a:prstGeom prst="rect">
            <a:avLst/>
          </a:prstGeom>
        </p:spPr>
      </p:pic>
      <p:sp>
        <p:nvSpPr>
          <p:cNvPr id="4" name="Slide Number Placeholder 3">
            <a:extLst>
              <a:ext uri="{FF2B5EF4-FFF2-40B4-BE49-F238E27FC236}">
                <a16:creationId xmlns:a16="http://schemas.microsoft.com/office/drawing/2014/main" id="{2E65A474-791B-DE92-F90F-37978615A889}"/>
              </a:ext>
            </a:extLst>
          </p:cNvPr>
          <p:cNvSpPr>
            <a:spLocks noGrp="1"/>
          </p:cNvSpPr>
          <p:nvPr>
            <p:ph type="sldNum" sz="quarter" idx="12"/>
          </p:nvPr>
        </p:nvSpPr>
        <p:spPr/>
        <p:txBody>
          <a:bodyPr/>
          <a:lstStyle/>
          <a:p>
            <a:fld id="{5E212BD6-99D2-4430-8307-3DFF6CB1AF68}" type="slidenum">
              <a:rPr lang="en-US" smtClean="0"/>
              <a:t>14</a:t>
            </a:fld>
            <a:endParaRPr lang="en-US"/>
          </a:p>
        </p:txBody>
      </p:sp>
      <p:sp>
        <p:nvSpPr>
          <p:cNvPr id="5" name="Title 9">
            <a:extLst>
              <a:ext uri="{FF2B5EF4-FFF2-40B4-BE49-F238E27FC236}">
                <a16:creationId xmlns:a16="http://schemas.microsoft.com/office/drawing/2014/main" id="{749467DC-1EAB-3FDD-987D-C824F1D6A43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Non-Unanimous Cases</a:t>
            </a:r>
          </a:p>
        </p:txBody>
      </p:sp>
      <p:sp>
        <p:nvSpPr>
          <p:cNvPr id="2" name="TextBox 1">
            <a:extLst>
              <a:ext uri="{FF2B5EF4-FFF2-40B4-BE49-F238E27FC236}">
                <a16:creationId xmlns:a16="http://schemas.microsoft.com/office/drawing/2014/main" id="{686EDD36-9373-EC80-CD19-FC4FF90D8C8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 shows the percentage of cases where each Justice was in the Majority coalition among cases decided without a unanimous majority.</a:t>
            </a:r>
          </a:p>
        </p:txBody>
      </p:sp>
    </p:spTree>
    <p:extLst>
      <p:ext uri="{BB962C8B-B14F-4D97-AF65-F5344CB8AC3E}">
        <p14:creationId xmlns:p14="http://schemas.microsoft.com/office/powerpoint/2010/main" val="18742430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7E557FA-BC6E-B449-8985-9E04B64336DB}"/>
              </a:ext>
            </a:extLst>
          </p:cNvPr>
          <p:cNvSpPr>
            <a:spLocks noGrp="1"/>
          </p:cNvSpPr>
          <p:nvPr>
            <p:ph type="sldNum" sz="quarter" idx="12"/>
          </p:nvPr>
        </p:nvSpPr>
        <p:spPr/>
        <p:txBody>
          <a:bodyPr/>
          <a:lstStyle/>
          <a:p>
            <a:fld id="{5E212BD6-99D2-4430-8307-3DFF6CB1AF68}" type="slidenum">
              <a:rPr lang="en-US" smtClean="0"/>
              <a:t>15</a:t>
            </a:fld>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Closely Divided Cases</a:t>
            </a:r>
          </a:p>
        </p:txBody>
      </p:sp>
      <p:sp>
        <p:nvSpPr>
          <p:cNvPr id="7" name="TextBox 6">
            <a:extLst>
              <a:ext uri="{FF2B5EF4-FFF2-40B4-BE49-F238E27FC236}">
                <a16:creationId xmlns:a16="http://schemas.microsoft.com/office/drawing/2014/main" id="{9750E56B-0F8A-2CC3-BA2B-DC94F2BF48A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Figures show the percentage of cases where each Justice was in the Majority coalition among cases decided by (5-4) or (6-3) coalitions. </a:t>
            </a:r>
          </a:p>
        </p:txBody>
      </p:sp>
      <p:pic>
        <p:nvPicPr>
          <p:cNvPr id="2" name="Picture 1" descr="A group of people standing in front of a bar graph&#10;&#10;AI-generated content may be incorrect.">
            <a:extLst>
              <a:ext uri="{FF2B5EF4-FFF2-40B4-BE49-F238E27FC236}">
                <a16:creationId xmlns:a16="http://schemas.microsoft.com/office/drawing/2014/main" id="{FAD96983-01C6-599E-ED66-8842DE64E0A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6" y="827825"/>
            <a:ext cx="8705776" cy="5223465"/>
          </a:xfrm>
          <a:prstGeom prst="rect">
            <a:avLst/>
          </a:prstGeom>
        </p:spPr>
      </p:pic>
    </p:spTree>
    <p:extLst>
      <p:ext uri="{BB962C8B-B14F-4D97-AF65-F5344CB8AC3E}">
        <p14:creationId xmlns:p14="http://schemas.microsoft.com/office/powerpoint/2010/main" val="40606662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1882862013"/>
              </p:ext>
            </p:extLst>
          </p:nvPr>
        </p:nvGraphicFramePr>
        <p:xfrm>
          <a:off x="429138" y="1100876"/>
          <a:ext cx="10733394" cy="2850675"/>
        </p:xfrm>
        <a:graphic>
          <a:graphicData uri="http://schemas.openxmlformats.org/drawingml/2006/table">
            <a:tbl>
              <a:tblPr firstRow="1" bandRow="1">
                <a:tableStyleId>{C083E6E3-FA7D-4D7B-A595-EF9225AFEA82}</a:tableStyleId>
              </a:tblPr>
              <a:tblGrid>
                <a:gridCol w="1313440">
                  <a:extLst>
                    <a:ext uri="{9D8B030D-6E8A-4147-A177-3AD203B41FA5}">
                      <a16:colId xmlns:a16="http://schemas.microsoft.com/office/drawing/2014/main" val="20000"/>
                    </a:ext>
                  </a:extLst>
                </a:gridCol>
                <a:gridCol w="1344322">
                  <a:extLst>
                    <a:ext uri="{9D8B030D-6E8A-4147-A177-3AD203B41FA5}">
                      <a16:colId xmlns:a16="http://schemas.microsoft.com/office/drawing/2014/main" val="20001"/>
                    </a:ext>
                  </a:extLst>
                </a:gridCol>
                <a:gridCol w="1344322">
                  <a:extLst>
                    <a:ext uri="{9D8B030D-6E8A-4147-A177-3AD203B41FA5}">
                      <a16:colId xmlns:a16="http://schemas.microsoft.com/office/drawing/2014/main" val="20002"/>
                    </a:ext>
                  </a:extLst>
                </a:gridCol>
                <a:gridCol w="1344322">
                  <a:extLst>
                    <a:ext uri="{9D8B030D-6E8A-4147-A177-3AD203B41FA5}">
                      <a16:colId xmlns:a16="http://schemas.microsoft.com/office/drawing/2014/main" val="20003"/>
                    </a:ext>
                  </a:extLst>
                </a:gridCol>
                <a:gridCol w="1344322">
                  <a:extLst>
                    <a:ext uri="{9D8B030D-6E8A-4147-A177-3AD203B41FA5}">
                      <a16:colId xmlns:a16="http://schemas.microsoft.com/office/drawing/2014/main" val="20004"/>
                    </a:ext>
                  </a:extLst>
                </a:gridCol>
                <a:gridCol w="1344322">
                  <a:extLst>
                    <a:ext uri="{9D8B030D-6E8A-4147-A177-3AD203B41FA5}">
                      <a16:colId xmlns:a16="http://schemas.microsoft.com/office/drawing/2014/main" val="20005"/>
                    </a:ext>
                  </a:extLst>
                </a:gridCol>
                <a:gridCol w="1344322">
                  <a:extLst>
                    <a:ext uri="{9D8B030D-6E8A-4147-A177-3AD203B41FA5}">
                      <a16:colId xmlns:a16="http://schemas.microsoft.com/office/drawing/2014/main" val="20006"/>
                    </a:ext>
                  </a:extLst>
                </a:gridCol>
                <a:gridCol w="1354022">
                  <a:extLst>
                    <a:ext uri="{9D8B030D-6E8A-4147-A177-3AD203B41FA5}">
                      <a16:colId xmlns:a16="http://schemas.microsoft.com/office/drawing/2014/main" val="20007"/>
                    </a:ext>
                  </a:extLst>
                </a:gridCol>
              </a:tblGrid>
              <a:tr h="393195">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200" b="1" u="none" strike="noStrike" dirty="0">
                          <a:solidFill>
                            <a:schemeClr val="tx1"/>
                          </a:solidFill>
                          <a:effectLst/>
                          <a:latin typeface="MULISH REGULAR ROMAN" pitchFamily="2" charset="77"/>
                        </a:rPr>
                        <a:t>Total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9-0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8-1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7-2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6-3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5-4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Average majority</a:t>
                      </a:r>
                      <a:endParaRPr lang="en-US" sz="1200" b="1" i="0" u="none" strike="noStrike" dirty="0">
                        <a:solidFill>
                          <a:schemeClr val="tx1"/>
                        </a:solidFill>
                        <a:effectLst/>
                        <a:latin typeface="MULISH REGULAR ROMAN" pitchFamily="2" charset="77"/>
                      </a:endParaRP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45748">
                <a:tc>
                  <a:txBody>
                    <a:bodyPr/>
                    <a:lstStyle/>
                    <a:p>
                      <a:pPr algn="l" fontAlgn="b"/>
                      <a:r>
                        <a:rPr lang="en-US" sz="1100" b="1" u="none" strike="noStrike" dirty="0">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2</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45748">
                <a:tc>
                  <a:txBody>
                    <a:bodyPr/>
                    <a:lstStyle/>
                    <a:p>
                      <a:pPr algn="l" fontAlgn="b"/>
                      <a:r>
                        <a:rPr lang="en-US" sz="1100" b="1" u="none" strike="noStrike" dirty="0">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3</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45748">
                <a:tc>
                  <a:txBody>
                    <a:bodyPr/>
                    <a:lstStyle/>
                    <a:p>
                      <a:pPr algn="l" fontAlgn="b"/>
                      <a:r>
                        <a:rPr lang="en-US" sz="1100" b="1"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kern="1200" dirty="0">
                          <a:solidFill>
                            <a:schemeClr val="tx1"/>
                          </a:solidFill>
                          <a:effectLst/>
                          <a:latin typeface="MULISH REGULAR ROMAN" pitchFamily="2" charset="77"/>
                        </a:rPr>
                        <a:t>2</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45748">
                <a:tc>
                  <a:txBody>
                    <a:bodyPr/>
                    <a:lstStyle/>
                    <a:p>
                      <a:pPr algn="l" fontAlgn="b"/>
                      <a:r>
                        <a:rPr lang="en-US" sz="1100" b="1"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3</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8.33</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45748">
                <a:tc>
                  <a:txBody>
                    <a:bodyPr/>
                    <a:lstStyle/>
                    <a:p>
                      <a:pPr algn="l" fontAlgn="b"/>
                      <a:r>
                        <a:rPr lang="en-US" sz="1100" b="1"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3</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45748">
                <a:tc>
                  <a:txBody>
                    <a:bodyPr/>
                    <a:lstStyle/>
                    <a:p>
                      <a:pPr algn="l" fontAlgn="b"/>
                      <a:r>
                        <a:rPr lang="en-US" sz="1100" b="1"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3</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45748">
                <a:tc>
                  <a:txBody>
                    <a:bodyPr/>
                    <a:lstStyle/>
                    <a:p>
                      <a:pPr algn="l" fontAlgn="b"/>
                      <a:r>
                        <a:rPr lang="en-US" sz="1100" b="1"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2</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45748">
                <a:tc>
                  <a:txBody>
                    <a:bodyPr/>
                    <a:lstStyle/>
                    <a:p>
                      <a:pPr algn="l" fontAlgn="b"/>
                      <a:r>
                        <a:rPr lang="en-US" sz="1100" b="1"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kern="1200" dirty="0">
                          <a:solidFill>
                            <a:schemeClr val="tx1"/>
                          </a:solidFill>
                          <a:effectLst/>
                          <a:latin typeface="MULISH REGULAR ROMAN" pitchFamily="2" charset="77"/>
                        </a:rPr>
                        <a:t>2</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245748">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l" fontAlgn="b"/>
                      <a:r>
                        <a:rPr lang="en-US" sz="1100" b="1"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2</a:t>
                      </a:r>
                    </a:p>
                  </a:txBody>
                  <a:tcPr marL="0" marR="0" marT="0"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8.5</a:t>
                      </a: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0"/>
                  </a:ext>
                </a:extLst>
              </a:tr>
              <a:tr h="245748">
                <a:tc>
                  <a:txBody>
                    <a:bodyPr/>
                    <a:lstStyle/>
                    <a:p>
                      <a:pPr algn="ctr" fontAlgn="b"/>
                      <a:r>
                        <a:rPr lang="en-US" sz="1200" b="1" i="0" u="none" strike="noStrike" dirty="0">
                          <a:solidFill>
                            <a:schemeClr val="tx1"/>
                          </a:solidFill>
                          <a:effectLst/>
                          <a:latin typeface="MULISH REGULAR ROMAN" pitchFamily="2" charset="77"/>
                        </a:rPr>
                        <a:t>Total</a:t>
                      </a:r>
                    </a:p>
                  </a:txBody>
                  <a:tcPr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1" dirty="0">
                        <a:solidFill>
                          <a:schemeClr val="tx1"/>
                        </a:solidFill>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1"/>
                  </a:ext>
                </a:extLst>
              </a:tr>
            </a:tbl>
          </a:graphicData>
        </a:graphic>
      </p:graphicFrame>
      <p:sp>
        <p:nvSpPr>
          <p:cNvPr id="4" name="Slide Number Placeholder 3"/>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16</a:t>
            </a:fld>
            <a:endParaRPr lang="en-US" sz="800" dirty="0">
              <a:latin typeface="Century Schoolbook" panose="02040604050505020304" pitchFamily="18" charset="0"/>
            </a:endParaRPr>
          </a:p>
        </p:txBody>
      </p:sp>
      <p:graphicFrame>
        <p:nvGraphicFramePr>
          <p:cNvPr id="9" name="Table 8"/>
          <p:cNvGraphicFramePr>
            <a:graphicFrameLocks noGrp="1"/>
          </p:cNvGraphicFramePr>
          <p:nvPr>
            <p:extLst>
              <p:ext uri="{D42A27DB-BD31-4B8C-83A1-F6EECF244321}">
                <p14:modId xmlns:p14="http://schemas.microsoft.com/office/powerpoint/2010/main" val="2200989440"/>
              </p:ext>
            </p:extLst>
          </p:nvPr>
        </p:nvGraphicFramePr>
        <p:xfrm>
          <a:off x="401996" y="4168191"/>
          <a:ext cx="3756562" cy="2513061"/>
        </p:xfrm>
        <a:graphic>
          <a:graphicData uri="http://schemas.openxmlformats.org/drawingml/2006/table">
            <a:tbl>
              <a:tblPr firstRow="1" bandRow="1">
                <a:tableStyleId>{C083E6E3-FA7D-4D7B-A595-EF9225AFEA82}</a:tableStyleId>
              </a:tblPr>
              <a:tblGrid>
                <a:gridCol w="1878281">
                  <a:extLst>
                    <a:ext uri="{9D8B030D-6E8A-4147-A177-3AD203B41FA5}">
                      <a16:colId xmlns:a16="http://schemas.microsoft.com/office/drawing/2014/main" val="20000"/>
                    </a:ext>
                  </a:extLst>
                </a:gridCol>
                <a:gridCol w="1878281">
                  <a:extLst>
                    <a:ext uri="{9D8B030D-6E8A-4147-A177-3AD203B41FA5}">
                      <a16:colId xmlns:a16="http://schemas.microsoft.com/office/drawing/2014/main" val="20001"/>
                    </a:ext>
                  </a:extLst>
                </a:gridCol>
              </a:tblGrid>
              <a:tr h="455661">
                <a:tc gridSpan="2">
                  <a:txBody>
                    <a:bodyPr/>
                    <a:lstStyle/>
                    <a:p>
                      <a:pPr algn="ctr" fontAlgn="b"/>
                      <a:r>
                        <a:rPr lang="en-US" sz="1400" b="1" u="none" strike="noStrike" dirty="0">
                          <a:solidFill>
                            <a:schemeClr val="tx1"/>
                          </a:solidFill>
                          <a:effectLst/>
                          <a:latin typeface="MULISH REGULAR ROMAN" pitchFamily="2" charset="77"/>
                        </a:rPr>
                        <a:t>% of Opinions Decided Unanimously</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marL="9525" marR="9525" marT="9525" marB="0" anchor="b"/>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50%</a:t>
                      </a:r>
                    </a:p>
                  </a:txBody>
                  <a:tcPr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67%</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50%</a:t>
                      </a:r>
                    </a:p>
                  </a:txBody>
                  <a:tcPr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11" name="Title 9">
            <a:extLst>
              <a:ext uri="{FF2B5EF4-FFF2-40B4-BE49-F238E27FC236}">
                <a16:creationId xmlns:a16="http://schemas.microsoft.com/office/drawing/2014/main" id="{53B38A24-C2D1-2542-AF2D-D68A7476B6F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STRENGTH OF THE MAJORITY</a:t>
            </a:r>
          </a:p>
        </p:txBody>
      </p:sp>
      <p:graphicFrame>
        <p:nvGraphicFramePr>
          <p:cNvPr id="12" name="Table 11">
            <a:extLst>
              <a:ext uri="{FF2B5EF4-FFF2-40B4-BE49-F238E27FC236}">
                <a16:creationId xmlns:a16="http://schemas.microsoft.com/office/drawing/2014/main" id="{CC33FC22-44FB-C043-B5DB-9280A1B6ECB8}"/>
              </a:ext>
            </a:extLst>
          </p:cNvPr>
          <p:cNvGraphicFramePr>
            <a:graphicFrameLocks noGrp="1"/>
          </p:cNvGraphicFramePr>
          <p:nvPr>
            <p:extLst>
              <p:ext uri="{D42A27DB-BD31-4B8C-83A1-F6EECF244321}">
                <p14:modId xmlns:p14="http://schemas.microsoft.com/office/powerpoint/2010/main" val="2215049078"/>
              </p:ext>
            </p:extLst>
          </p:nvPr>
        </p:nvGraphicFramePr>
        <p:xfrm>
          <a:off x="4656537" y="4156187"/>
          <a:ext cx="6505995" cy="2513061"/>
        </p:xfrm>
        <a:graphic>
          <a:graphicData uri="http://schemas.openxmlformats.org/drawingml/2006/table">
            <a:tbl>
              <a:tblPr firstRow="1" bandRow="1">
                <a:tableStyleId>{C083E6E3-FA7D-4D7B-A595-EF9225AFEA82}</a:tableStyleId>
              </a:tblPr>
              <a:tblGrid>
                <a:gridCol w="1436915">
                  <a:extLst>
                    <a:ext uri="{9D8B030D-6E8A-4147-A177-3AD203B41FA5}">
                      <a16:colId xmlns:a16="http://schemas.microsoft.com/office/drawing/2014/main" val="20000"/>
                    </a:ext>
                  </a:extLst>
                </a:gridCol>
                <a:gridCol w="973776">
                  <a:extLst>
                    <a:ext uri="{9D8B030D-6E8A-4147-A177-3AD203B41FA5}">
                      <a16:colId xmlns:a16="http://schemas.microsoft.com/office/drawing/2014/main" val="20001"/>
                    </a:ext>
                  </a:extLst>
                </a:gridCol>
                <a:gridCol w="3015559">
                  <a:extLst>
                    <a:ext uri="{9D8B030D-6E8A-4147-A177-3AD203B41FA5}">
                      <a16:colId xmlns:a16="http://schemas.microsoft.com/office/drawing/2014/main" val="4268982242"/>
                    </a:ext>
                  </a:extLst>
                </a:gridCol>
                <a:gridCol w="1079745">
                  <a:extLst>
                    <a:ext uri="{9D8B030D-6E8A-4147-A177-3AD203B41FA5}">
                      <a16:colId xmlns:a16="http://schemas.microsoft.com/office/drawing/2014/main" val="914673701"/>
                    </a:ext>
                  </a:extLst>
                </a:gridCol>
              </a:tblGrid>
              <a:tr h="455661">
                <a:tc>
                  <a:txBody>
                    <a:bodyPr/>
                    <a:lstStyle/>
                    <a:p>
                      <a:pPr algn="l" fontAlgn="b"/>
                      <a:r>
                        <a:rPr lang="en-US" sz="1400" b="1" u="none" strike="noStrike" dirty="0">
                          <a:solidFill>
                            <a:schemeClr val="tx1"/>
                          </a:solidFill>
                          <a:effectLst/>
                          <a:latin typeface="MULISH REGULAR ROMAN" pitchFamily="2" charset="77"/>
                        </a:rPr>
                        <a:t>Solo Dissents</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OT24</a:t>
                      </a:r>
                    </a:p>
                    <a:p>
                      <a:pPr algn="ctr"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l" fontAlgn="b"/>
                      <a:r>
                        <a:rPr lang="en-US" sz="1100" b="1" i="0" u="none" strike="noStrike" dirty="0">
                          <a:solidFill>
                            <a:schemeClr val="tx1"/>
                          </a:solidFill>
                          <a:effectLst/>
                          <a:latin typeface="MULISH REGULAR ROMAN" pitchFamily="2" charset="77"/>
                        </a:rPr>
                        <a:t>Case(s)</a:t>
                      </a:r>
                    </a:p>
                    <a:p>
                      <a:pPr algn="l"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OT05-OT23</a:t>
                      </a: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38</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16</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Miller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a:t>
                      </a:r>
                    </a:p>
                  </a:txBody>
                  <a:tcPr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11040160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pie chart&#10;&#10;AI-generated content may be incorrect.">
            <a:extLst>
              <a:ext uri="{FF2B5EF4-FFF2-40B4-BE49-F238E27FC236}">
                <a16:creationId xmlns:a16="http://schemas.microsoft.com/office/drawing/2014/main" id="{3C3D856F-A054-28C5-6D15-D40A375E560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52500" y="0"/>
            <a:ext cx="10287000" cy="6858000"/>
          </a:xfrm>
          <a:prstGeom prst="rect">
            <a:avLst/>
          </a:prstGeom>
        </p:spPr>
      </p:pic>
      <p:sp>
        <p:nvSpPr>
          <p:cNvPr id="4" name="Slide Number Placeholder 3"/>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17</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B88B732C-F644-42AC-1E8E-622DED784E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MERITS DECISIONS BY VOTE SPLIT – All Cases</a:t>
            </a:r>
          </a:p>
        </p:txBody>
      </p:sp>
      <p:sp>
        <p:nvSpPr>
          <p:cNvPr id="23" name="TextBox 22">
            <a:extLst>
              <a:ext uri="{FF2B5EF4-FFF2-40B4-BE49-F238E27FC236}">
                <a16:creationId xmlns:a16="http://schemas.microsoft.com/office/drawing/2014/main" id="{91C6A3AC-C27A-C02A-3B82-A9B25D6E55A3}"/>
              </a:ext>
            </a:extLst>
          </p:cNvPr>
          <p:cNvSpPr txBox="1"/>
          <p:nvPr/>
        </p:nvSpPr>
        <p:spPr>
          <a:xfrm>
            <a:off x="1154025" y="5898411"/>
            <a:ext cx="9883950" cy="646331"/>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different coalition sizes between the 2005 and 2024 terms. For instances where Justices were recused or otherwise did not participate, we associated the most comparable coalition size (e.g., 8-0 decisions were included in calculating 9-0 coalitions, while 7-1 were likewise coded as 8-1 – </a:t>
            </a:r>
            <a:r>
              <a:rPr lang="en-US" sz="1200" i="1" dirty="0">
                <a:latin typeface="MULISH REGULAR ROMAN"/>
              </a:rPr>
              <a:t>the principal reference being the number of dissenting Justices</a:t>
            </a:r>
            <a:r>
              <a:rPr lang="en-US" sz="1200" dirty="0">
                <a:latin typeface="MULISH REGULAR ROMAN"/>
              </a:rPr>
              <a: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77DEC-211F-AB21-3E13-710E1699BD10}"/>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AD2246C-9F25-2F1C-66E7-1F5097AAD8B0}"/>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18</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8A08EC0C-6929-4371-9A49-BE164F8FC8CE}"/>
              </a:ext>
            </a:extLst>
          </p:cNvPr>
          <p:cNvSpPr txBox="1">
            <a:spLocks/>
          </p:cNvSpPr>
          <p:nvPr/>
        </p:nvSpPr>
        <p:spPr>
          <a:xfrm>
            <a:off x="320849" y="128592"/>
            <a:ext cx="11662603"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MERITS DECISIONS BY VOTE SPLIT– Ideologically Split Cases</a:t>
            </a:r>
          </a:p>
        </p:txBody>
      </p:sp>
      <p:sp>
        <p:nvSpPr>
          <p:cNvPr id="5" name="TextBox 4">
            <a:extLst>
              <a:ext uri="{FF2B5EF4-FFF2-40B4-BE49-F238E27FC236}">
                <a16:creationId xmlns:a16="http://schemas.microsoft.com/office/drawing/2014/main" id="{A01AE5B9-44A6-BF9D-E556-A5230DCBA08A}"/>
              </a:ext>
            </a:extLst>
          </p:cNvPr>
          <p:cNvSpPr txBox="1"/>
          <p:nvPr/>
        </p:nvSpPr>
        <p:spPr>
          <a:xfrm>
            <a:off x="1154025" y="5898411"/>
            <a:ext cx="9883950" cy="830997"/>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ideologically split coalitions (e.g., 5-4 or 6-3), such that ideologically liberal and conservative Justices represent competing coalitions. Ideology was derived by referencing each Justices’ associated </a:t>
            </a:r>
            <a:r>
              <a:rPr lang="en-US" sz="1200" dirty="0">
                <a:latin typeface="MULISH REGULAR ROMAN"/>
                <a:hlinkClick r:id="rId2"/>
              </a:rPr>
              <a:t>Martin-Quinn</a:t>
            </a:r>
            <a:r>
              <a:rPr lang="en-US" sz="1200" dirty="0">
                <a:latin typeface="MULISH REGULAR ROMAN"/>
              </a:rPr>
              <a:t> score. For reference, such a split during the 2024 term would be a majority consisting of Chief Justice Roberts and Justices Thomas, Alito, Gorsuch, Kavanaugh, and Barrett – with a competing (dissenting) coalition of Justices Sotomayor, Kagan, and Jackson. </a:t>
            </a:r>
          </a:p>
        </p:txBody>
      </p:sp>
      <p:pic>
        <p:nvPicPr>
          <p:cNvPr id="3" name="Picture 2" descr="A diagram of a pie chart&#10;&#10;AI-generated content may be incorrect.">
            <a:extLst>
              <a:ext uri="{FF2B5EF4-FFF2-40B4-BE49-F238E27FC236}">
                <a16:creationId xmlns:a16="http://schemas.microsoft.com/office/drawing/2014/main" id="{68524B4C-0EEA-A519-EB7F-F33349A3C7C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52500" y="0"/>
            <a:ext cx="10287000" cy="6858000"/>
          </a:xfrm>
          <a:prstGeom prst="rect">
            <a:avLst/>
          </a:prstGeom>
        </p:spPr>
      </p:pic>
    </p:spTree>
    <p:extLst>
      <p:ext uri="{BB962C8B-B14F-4D97-AF65-F5344CB8AC3E}">
        <p14:creationId xmlns:p14="http://schemas.microsoft.com/office/powerpoint/2010/main" val="10046474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9C8066-2681-5253-BDC5-DDA62A73BF45}"/>
            </a:ext>
          </a:extLst>
        </p:cNvPr>
        <p:cNvGrpSpPr/>
        <p:nvPr/>
      </p:nvGrpSpPr>
      <p:grpSpPr>
        <a:xfrm>
          <a:off x="0" y="0"/>
          <a:ext cx="0" cy="0"/>
          <a:chOff x="0" y="0"/>
          <a:chExt cx="0" cy="0"/>
        </a:xfrm>
      </p:grpSpPr>
      <p:pic>
        <p:nvPicPr>
          <p:cNvPr id="3" name="Picture 2" descr="A graph with numbers and lines&#10;&#10;AI-generated content may be incorrect.">
            <a:extLst>
              <a:ext uri="{FF2B5EF4-FFF2-40B4-BE49-F238E27FC236}">
                <a16:creationId xmlns:a16="http://schemas.microsoft.com/office/drawing/2014/main" id="{AD08B3B8-E684-35DA-D383-18D1D52B5BB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6640" y="1147657"/>
            <a:ext cx="9144019" cy="5486411"/>
          </a:xfrm>
          <a:prstGeom prst="rect">
            <a:avLst/>
          </a:prstGeom>
        </p:spPr>
      </p:pic>
      <p:sp>
        <p:nvSpPr>
          <p:cNvPr id="4" name="Slide Number Placeholder 3">
            <a:extLst>
              <a:ext uri="{FF2B5EF4-FFF2-40B4-BE49-F238E27FC236}">
                <a16:creationId xmlns:a16="http://schemas.microsoft.com/office/drawing/2014/main" id="{E52D7715-21A2-E234-D597-C3D90F1BF8C2}"/>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19</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F161A7AA-3EFE-D556-94F3-FBE1D984BA36}"/>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UNANIMOUS DECISIONS</a:t>
            </a:r>
          </a:p>
        </p:txBody>
      </p:sp>
      <p:sp>
        <p:nvSpPr>
          <p:cNvPr id="5" name="TextBox 4">
            <a:extLst>
              <a:ext uri="{FF2B5EF4-FFF2-40B4-BE49-F238E27FC236}">
                <a16:creationId xmlns:a16="http://schemas.microsoft.com/office/drawing/2014/main" id="{6BF81625-A47D-0204-D5A0-3B0AA1D6E6DC}"/>
              </a:ext>
            </a:extLst>
          </p:cNvPr>
          <p:cNvSpPr txBox="1"/>
          <p:nvPr/>
        </p:nvSpPr>
        <p:spPr>
          <a:xfrm>
            <a:off x="5391207" y="314392"/>
            <a:ext cx="5874589" cy="461665"/>
          </a:xfrm>
          <a:prstGeom prst="rect">
            <a:avLst/>
          </a:prstGeom>
          <a:noFill/>
          <a:ln>
            <a:solidFill>
              <a:schemeClr val="tx1"/>
            </a:solidFill>
          </a:ln>
        </p:spPr>
        <p:txBody>
          <a:bodyPr wrap="square" rtlCol="0">
            <a:spAutoFit/>
          </a:bodyPr>
          <a:lstStyle/>
          <a:p>
            <a:r>
              <a:rPr lang="en-US" sz="1200" dirty="0"/>
              <a:t>This figure shows the raw percentage of unanimous (i.e., cases decided without any full dissents) between OT05-OT24 given the total number of cases decided in those terms. </a:t>
            </a:r>
            <a:endParaRPr lang="en-US" sz="1200" dirty="0">
              <a:latin typeface="MULISH REGULAR ROMAN"/>
            </a:endParaRPr>
          </a:p>
        </p:txBody>
      </p:sp>
    </p:spTree>
    <p:extLst>
      <p:ext uri="{BB962C8B-B14F-4D97-AF65-F5344CB8AC3E}">
        <p14:creationId xmlns:p14="http://schemas.microsoft.com/office/powerpoint/2010/main" val="8189809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15DFB6-033C-601C-8092-86C0EC3E4948}"/>
            </a:ext>
          </a:extLst>
        </p:cNvPr>
        <p:cNvGrpSpPr/>
        <p:nvPr/>
      </p:nvGrpSpPr>
      <p:grpSpPr>
        <a:xfrm>
          <a:off x="0" y="0"/>
          <a:ext cx="0" cy="0"/>
          <a:chOff x="0" y="0"/>
          <a:chExt cx="0" cy="0"/>
        </a:xfrm>
      </p:grpSpPr>
      <p:pic>
        <p:nvPicPr>
          <p:cNvPr id="3" name="Picture 2" descr="A graph with a line graph&#10;&#10;AI-generated content may be incorrect.">
            <a:extLst>
              <a:ext uri="{FF2B5EF4-FFF2-40B4-BE49-F238E27FC236}">
                <a16:creationId xmlns:a16="http://schemas.microsoft.com/office/drawing/2014/main" id="{287DEC46-B9A4-6785-75AD-51A5CE3609C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220248" y="1181095"/>
            <a:ext cx="9144019" cy="5486411"/>
          </a:xfrm>
          <a:prstGeom prst="rect">
            <a:avLst/>
          </a:prstGeom>
        </p:spPr>
      </p:pic>
      <p:sp>
        <p:nvSpPr>
          <p:cNvPr id="4" name="Slide Number Placeholder 3">
            <a:extLst>
              <a:ext uri="{FF2B5EF4-FFF2-40B4-BE49-F238E27FC236}">
                <a16:creationId xmlns:a16="http://schemas.microsoft.com/office/drawing/2014/main" id="{1220D9B9-5C26-E1AA-628F-A03A8933F262}"/>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20</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E0211174-1643-401A-449B-28F6F619802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UNANIMOUS DECISIONS</a:t>
            </a:r>
          </a:p>
        </p:txBody>
      </p:sp>
      <p:sp>
        <p:nvSpPr>
          <p:cNvPr id="6" name="TextBox 5">
            <a:extLst>
              <a:ext uri="{FF2B5EF4-FFF2-40B4-BE49-F238E27FC236}">
                <a16:creationId xmlns:a16="http://schemas.microsoft.com/office/drawing/2014/main" id="{6EB03E43-76B9-077C-F614-FAAF678AF050}"/>
              </a:ext>
            </a:extLst>
          </p:cNvPr>
          <p:cNvSpPr txBox="1"/>
          <p:nvPr/>
        </p:nvSpPr>
        <p:spPr>
          <a:xfrm>
            <a:off x="5792259" y="222059"/>
            <a:ext cx="5874589" cy="646331"/>
          </a:xfrm>
          <a:prstGeom prst="rect">
            <a:avLst/>
          </a:prstGeom>
          <a:noFill/>
          <a:ln>
            <a:solidFill>
              <a:schemeClr val="tx1"/>
            </a:solidFill>
          </a:ln>
        </p:spPr>
        <p:txBody>
          <a:bodyPr wrap="square" rtlCol="0">
            <a:spAutoFit/>
          </a:bodyPr>
          <a:lstStyle/>
          <a:p>
            <a:r>
              <a:rPr lang="en-US" sz="1200" dirty="0"/>
              <a:t>This figure shows the percentage of unanimous Supreme Court decisions from OT05-OT24. The size of the bars indicate how </a:t>
            </a:r>
            <a:r>
              <a:rPr lang="en-US" sz="1200" i="1" dirty="0"/>
              <a:t>surprising</a:t>
            </a:r>
            <a:r>
              <a:rPr lang="en-US" sz="1200" dirty="0"/>
              <a:t> or </a:t>
            </a:r>
            <a:r>
              <a:rPr lang="en-US" sz="1200" i="1" dirty="0"/>
              <a:t>typical</a:t>
            </a:r>
            <a:r>
              <a:rPr lang="en-US" sz="1200" dirty="0"/>
              <a:t> each year's unanimity was – such that higher (lower) indicates greater (lesser) unanimity than expected given the caseload. </a:t>
            </a:r>
            <a:endParaRPr lang="en-US" sz="1200" dirty="0">
              <a:latin typeface="MULISH REGULAR ROMAN"/>
            </a:endParaRPr>
          </a:p>
        </p:txBody>
      </p:sp>
    </p:spTree>
    <p:extLst>
      <p:ext uri="{BB962C8B-B14F-4D97-AF65-F5344CB8AC3E}">
        <p14:creationId xmlns:p14="http://schemas.microsoft.com/office/powerpoint/2010/main" val="16449938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33D0D-2475-9ED6-10D5-33229B4F7CFA}"/>
            </a:ext>
          </a:extLst>
        </p:cNvPr>
        <p:cNvGrpSpPr/>
        <p:nvPr/>
      </p:nvGrpSpPr>
      <p:grpSpPr>
        <a:xfrm>
          <a:off x="0" y="0"/>
          <a:ext cx="0" cy="0"/>
          <a:chOff x="0" y="0"/>
          <a:chExt cx="0" cy="0"/>
        </a:xfrm>
      </p:grpSpPr>
      <p:pic>
        <p:nvPicPr>
          <p:cNvPr id="13" name="Picture 12" descr="A graph of different colored lines&#10;&#10;AI-generated content may be incorrect.">
            <a:extLst>
              <a:ext uri="{FF2B5EF4-FFF2-40B4-BE49-F238E27FC236}">
                <a16:creationId xmlns:a16="http://schemas.microsoft.com/office/drawing/2014/main" id="{9815B4E9-7AE8-598A-DB2E-0B00B8E00C6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861624" y="1060165"/>
            <a:ext cx="8684856" cy="5789904"/>
          </a:xfrm>
          <a:prstGeom prst="rect">
            <a:avLst/>
          </a:prstGeom>
        </p:spPr>
      </p:pic>
      <p:sp>
        <p:nvSpPr>
          <p:cNvPr id="4" name="Slide Number Placeholder 3">
            <a:extLst>
              <a:ext uri="{FF2B5EF4-FFF2-40B4-BE49-F238E27FC236}">
                <a16:creationId xmlns:a16="http://schemas.microsoft.com/office/drawing/2014/main" id="{F9CDBD8F-0245-A60E-01D9-F79F9C71C925}"/>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21</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845D2ED7-884E-246F-F6DD-316909A50224}"/>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JUDICIAL REVIEW</a:t>
            </a:r>
          </a:p>
        </p:txBody>
      </p:sp>
      <p:sp>
        <p:nvSpPr>
          <p:cNvPr id="6" name="TextBox 5">
            <a:extLst>
              <a:ext uri="{FF2B5EF4-FFF2-40B4-BE49-F238E27FC236}">
                <a16:creationId xmlns:a16="http://schemas.microsoft.com/office/drawing/2014/main" id="{05B716E9-4B3F-CFA9-4CAB-8AAC44867806}"/>
              </a:ext>
            </a:extLst>
          </p:cNvPr>
          <p:cNvSpPr txBox="1"/>
          <p:nvPr/>
        </p:nvSpPr>
        <p:spPr>
          <a:xfrm>
            <a:off x="3958401" y="130861"/>
            <a:ext cx="7912749" cy="830997"/>
          </a:xfrm>
          <a:prstGeom prst="rect">
            <a:avLst/>
          </a:prstGeom>
          <a:noFill/>
          <a:ln>
            <a:solidFill>
              <a:schemeClr val="tx1"/>
            </a:solidFill>
          </a:ln>
        </p:spPr>
        <p:txBody>
          <a:bodyPr wrap="square" rtlCol="0">
            <a:spAutoFit/>
          </a:bodyPr>
          <a:lstStyle/>
          <a:p>
            <a:r>
              <a:rPr lang="en-US" sz="1200" dirty="0"/>
              <a:t>The top figures show the volume of cases between the 1986 and 2024 terms where (i) an existing precedent was altered (and) or (ii) the Court declared a federal, state, or municipal law or act unconstitutional. Alternatively, the bottom illustrates the total number of cases decided by the Court during those terms – including those decided without oral arguments. The colors represent the distinction between the periods where William Rehnquist or John Roberts serve as Chief Justice.  </a:t>
            </a:r>
            <a:endParaRPr lang="en-US" sz="1200" dirty="0">
              <a:latin typeface="MULISH REGULAR ROMAN"/>
            </a:endParaRPr>
          </a:p>
        </p:txBody>
      </p:sp>
    </p:spTree>
    <p:extLst>
      <p:ext uri="{BB962C8B-B14F-4D97-AF65-F5344CB8AC3E}">
        <p14:creationId xmlns:p14="http://schemas.microsoft.com/office/powerpoint/2010/main" val="40259217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1ADE8-1AB5-A888-B8A7-341D95B43CBB}"/>
            </a:ext>
          </a:extLst>
        </p:cNvPr>
        <p:cNvGrpSpPr/>
        <p:nvPr/>
      </p:nvGrpSpPr>
      <p:grpSpPr>
        <a:xfrm>
          <a:off x="0" y="0"/>
          <a:ext cx="0" cy="0"/>
          <a:chOff x="0" y="0"/>
          <a:chExt cx="0" cy="0"/>
        </a:xfrm>
      </p:grpSpPr>
      <p:graphicFrame>
        <p:nvGraphicFramePr>
          <p:cNvPr id="5" name="Content Placeholder 4">
            <a:extLst>
              <a:ext uri="{FF2B5EF4-FFF2-40B4-BE49-F238E27FC236}">
                <a16:creationId xmlns:a16="http://schemas.microsoft.com/office/drawing/2014/main" id="{EFBDF338-444A-A00C-DA93-E1A5F1C07D6F}"/>
              </a:ext>
            </a:extLst>
          </p:cNvPr>
          <p:cNvGraphicFramePr>
            <a:graphicFrameLocks noGrp="1"/>
          </p:cNvGraphicFramePr>
          <p:nvPr>
            <p:ph idx="1"/>
            <p:extLst>
              <p:ext uri="{D42A27DB-BD31-4B8C-83A1-F6EECF244321}">
                <p14:modId xmlns:p14="http://schemas.microsoft.com/office/powerpoint/2010/main" val="3790182185"/>
              </p:ext>
            </p:extLst>
          </p:nvPr>
        </p:nvGraphicFramePr>
        <p:xfrm>
          <a:off x="320850" y="845389"/>
          <a:ext cx="11538585" cy="1920004"/>
        </p:xfrm>
        <a:graphic>
          <a:graphicData uri="http://schemas.openxmlformats.org/drawingml/2006/table">
            <a:tbl>
              <a:tblPr firstRow="1" bandRow="1">
                <a:tableStyleId>{F5AB1C69-6EDB-4FF4-983F-18BD219EF322}</a:tableStyleId>
              </a:tblPr>
              <a:tblGrid>
                <a:gridCol w="4669544">
                  <a:extLst>
                    <a:ext uri="{9D8B030D-6E8A-4147-A177-3AD203B41FA5}">
                      <a16:colId xmlns:a16="http://schemas.microsoft.com/office/drawing/2014/main" val="20000"/>
                    </a:ext>
                  </a:extLst>
                </a:gridCol>
                <a:gridCol w="1533236">
                  <a:extLst>
                    <a:ext uri="{9D8B030D-6E8A-4147-A177-3AD203B41FA5}">
                      <a16:colId xmlns:a16="http://schemas.microsoft.com/office/drawing/2014/main" val="20001"/>
                    </a:ext>
                  </a:extLst>
                </a:gridCol>
                <a:gridCol w="5335805">
                  <a:extLst>
                    <a:ext uri="{9D8B030D-6E8A-4147-A177-3AD203B41FA5}">
                      <a16:colId xmlns:a16="http://schemas.microsoft.com/office/drawing/2014/main" val="20002"/>
                    </a:ext>
                  </a:extLst>
                </a:gridCol>
              </a:tblGrid>
              <a:tr h="257552">
                <a:tc gridSpan="3">
                  <a:txBody>
                    <a:bodyPr/>
                    <a:lstStyle/>
                    <a:p>
                      <a:pPr algn="ctr" fontAlgn="b"/>
                      <a:r>
                        <a:rPr lang="en-US" sz="1600" b="1" u="none" strike="noStrike" dirty="0">
                          <a:solidFill>
                            <a:schemeClr val="tx1"/>
                          </a:solidFill>
                          <a:effectLst/>
                          <a:latin typeface="MULISH REGULAR ROMAN"/>
                        </a:rPr>
                        <a:t>Alignment of the Majority (OT24)</a:t>
                      </a:r>
                      <a:endParaRPr lang="en-US" sz="1600" b="1" i="0" u="none" strike="noStrike" dirty="0">
                        <a:solidFill>
                          <a:schemeClr val="tx1"/>
                        </a:solidFill>
                        <a:effectLst/>
                        <a:latin typeface="MULISH REGULAR ROMAN"/>
                      </a:endParaRPr>
                    </a:p>
                  </a:txBody>
                  <a:tcPr marL="5672" marR="5672" marT="5672"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hMerge="1">
                  <a:txBody>
                    <a:bodyPr/>
                    <a:lstStyle/>
                    <a:p>
                      <a:endParaRPr lang="en-US"/>
                    </a:p>
                  </a:txBody>
                  <a:tcPr marL="5672" marR="5672" marT="5672" marB="0" anchor="b"/>
                </a:tc>
                <a:tc hMerge="1">
                  <a:txBody>
                    <a:bodyPr/>
                    <a:lstStyle/>
                    <a:p>
                      <a:endParaRPr lang="en-US"/>
                    </a:p>
                  </a:txBody>
                  <a:tcPr marL="5672" marR="5672" marT="5672" marB="0" anchor="b"/>
                </a:tc>
                <a:extLst>
                  <a:ext uri="{0D108BD9-81ED-4DB2-BD59-A6C34878D82A}">
                    <a16:rowId xmlns:a16="http://schemas.microsoft.com/office/drawing/2014/main" val="10000"/>
                  </a:ext>
                </a:extLst>
              </a:tr>
              <a:tr h="251606">
                <a:tc>
                  <a:txBody>
                    <a:bodyPr/>
                    <a:lstStyle/>
                    <a:p>
                      <a:pPr algn="ctr" fontAlgn="b"/>
                      <a:r>
                        <a:rPr lang="en-US" sz="1200" b="1" u="none" strike="noStrike" dirty="0">
                          <a:effectLst/>
                          <a:latin typeface="MULISH REGULAR ROMAN"/>
                        </a:rPr>
                        <a:t>Majority Coalition</a:t>
                      </a:r>
                      <a:endParaRPr lang="en-US" sz="1200" b="1"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1" u="none" strike="noStrike" dirty="0">
                          <a:solidFill>
                            <a:srgbClr val="000000"/>
                          </a:solidFill>
                          <a:effectLst/>
                          <a:latin typeface="MULISH REGULAR ROMAN"/>
                        </a:rPr>
                        <a:t>Frequency</a:t>
                      </a:r>
                      <a:endParaRPr lang="en-US" sz="1200" b="1" i="0" u="none" strike="noStrike" dirty="0">
                        <a:solidFill>
                          <a:srgbClr val="000000"/>
                        </a:solidFill>
                        <a:effectLst/>
                        <a:latin typeface="MULISH REGULAR ROMAN"/>
                      </a:endParaRPr>
                    </a:p>
                  </a:txBody>
                  <a:tcPr marR="5672" marT="5672" marB="0" anchor="ctr"/>
                </a:tc>
                <a:tc>
                  <a:txBody>
                    <a:bodyPr/>
                    <a:lstStyle/>
                    <a:p>
                      <a:pPr algn="ctr" fontAlgn="b"/>
                      <a:r>
                        <a:rPr lang="en-US" sz="1200" b="1" u="none" strike="noStrike" dirty="0">
                          <a:effectLst/>
                          <a:latin typeface="MULISH REGULAR ROMAN"/>
                        </a:rPr>
                        <a:t>Cases</a:t>
                      </a:r>
                      <a:endParaRPr lang="en-US" sz="1200" b="1" i="0" u="none" strike="noStrike" dirty="0">
                        <a:solidFill>
                          <a:srgbClr val="000000"/>
                        </a:solidFill>
                        <a:effectLst/>
                        <a:latin typeface="MULISH REGULAR ROMAN"/>
                      </a:endParaRP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1"/>
                  </a:ext>
                </a:extLst>
              </a:tr>
              <a:tr h="374476">
                <a:tc>
                  <a:txBody>
                    <a:bodyPr/>
                    <a:lstStyle/>
                    <a:p>
                      <a:pPr algn="l" fontAlgn="b"/>
                      <a:r>
                        <a:rPr lang="en-US" sz="1200" dirty="0">
                          <a:effectLst/>
                          <a:latin typeface="MULISH REGULAR ROMAN"/>
                        </a:rPr>
                        <a:t>Roberts, Alito, Thomas, Sotomayor, Kagan, Kavanaugh, Barrett</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u="none" strike="noStrike" dirty="0">
                          <a:solidFill>
                            <a:srgbClr val="000000"/>
                          </a:solidFill>
                          <a:effectLst/>
                          <a:latin typeface="MULISH REGULAR ROMAN"/>
                        </a:rPr>
                        <a:t>2</a:t>
                      </a:r>
                      <a:endParaRPr lang="en-US" sz="1200" b="0" i="0" u="none" strike="noStrike" dirty="0">
                        <a:solidFill>
                          <a:srgbClr val="000000"/>
                        </a:solidFill>
                        <a:effectLst/>
                        <a:latin typeface="MULISH REGULAR ROMAN"/>
                      </a:endParaRPr>
                    </a:p>
                  </a:txBody>
                  <a:tcPr marR="5672" marT="5672" marB="0" anchor="ctr"/>
                </a:tc>
                <a:tc>
                  <a:txBody>
                    <a:bodyPr/>
                    <a:lstStyle/>
                    <a:p>
                      <a:pPr algn="l" fontAlgn="b"/>
                      <a:r>
                        <a:rPr lang="en-US" sz="1200" b="0" i="1" u="none" strike="noStrike" dirty="0">
                          <a:solidFill>
                            <a:srgbClr val="000000"/>
                          </a:solidFill>
                          <a:effectLst/>
                          <a:latin typeface="MULISH REGULAR ROMAN"/>
                        </a:rPr>
                        <a:t>Bufkin, Delligatti</a:t>
                      </a:r>
                      <a:endParaRPr lang="en-US" altLang="de-DE" sz="1200" b="0" i="1" u="none" strike="noStrike" dirty="0">
                        <a:solidFill>
                          <a:srgbClr val="000000"/>
                        </a:solidFill>
                        <a:effectLst/>
                        <a:latin typeface="MULISH REGULAR ROMAN"/>
                      </a:endParaRP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2"/>
                  </a:ext>
                </a:extLst>
              </a:tr>
              <a:tr h="374476">
                <a:tc>
                  <a:txBody>
                    <a:bodyPr/>
                    <a:lstStyle/>
                    <a:p>
                      <a:pPr algn="l" fontAlgn="b"/>
                      <a:r>
                        <a:rPr lang="en-US" sz="1200" dirty="0">
                          <a:effectLst/>
                        </a:rPr>
                        <a:t>Roberts, Alito, Thomas, Kagan, Gorsuch, Kavanaugh, Barrett</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i="0" u="none" strike="noStrike" dirty="0">
                          <a:solidFill>
                            <a:srgbClr val="000000"/>
                          </a:solidFill>
                          <a:effectLst/>
                          <a:latin typeface="MULISH REGULAR ROMAN"/>
                        </a:rPr>
                        <a:t>2</a:t>
                      </a:r>
                    </a:p>
                  </a:txBody>
                  <a:tcPr marR="5672" marT="5672" marB="0" anchor="ctr"/>
                </a:tc>
                <a:tc>
                  <a:txBody>
                    <a:bodyPr/>
                    <a:lstStyle/>
                    <a:p>
                      <a:pPr algn="l" fontAlgn="b"/>
                      <a:r>
                        <a:rPr lang="en-US" altLang="de-DE" sz="1200" b="0" i="1" u="none" strike="noStrike" dirty="0">
                          <a:solidFill>
                            <a:srgbClr val="000000"/>
                          </a:solidFill>
                          <a:effectLst/>
                          <a:latin typeface="MULISH REGULAR ROMAN"/>
                        </a:rPr>
                        <a:t>Lackey; Advocate Christ Medical</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38856231"/>
                  </a:ext>
                </a:extLst>
              </a:tr>
              <a:tr h="330947">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200" dirty="0">
                          <a:effectLst/>
                          <a:latin typeface="MULISH REGULAR ROMAN"/>
                        </a:rPr>
                        <a:t>Roberts, Alito, Sotomayor, Kagan, Kavanaugh, Barrett, Jackson </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u="none" strike="noStrike" dirty="0">
                          <a:solidFill>
                            <a:srgbClr val="000000"/>
                          </a:solidFill>
                          <a:effectLst/>
                          <a:latin typeface="MULISH REGULAR ROMAN"/>
                        </a:rPr>
                        <a:t>1</a:t>
                      </a:r>
                      <a:endParaRPr lang="en-US" sz="1200" b="0" i="0" u="none" strike="noStrike" dirty="0">
                        <a:solidFill>
                          <a:srgbClr val="000000"/>
                        </a:solidFill>
                        <a:effectLst/>
                        <a:latin typeface="MULISH REGULAR ROMAN"/>
                      </a:endParaRPr>
                    </a:p>
                  </a:txBody>
                  <a:tcPr marR="5672" marT="5672" marB="0" anchor="ctr"/>
                </a:tc>
                <a:tc>
                  <a:txBody>
                    <a:bodyPr/>
                    <a:lstStyle/>
                    <a:p>
                      <a:pPr algn="l" fontAlgn="b"/>
                      <a:r>
                        <a:rPr lang="en-US" sz="1200" b="0" i="1" u="none" strike="noStrike" dirty="0">
                          <a:solidFill>
                            <a:srgbClr val="000000"/>
                          </a:solidFill>
                          <a:effectLst/>
                          <a:latin typeface="MULISH REGULAR ROMAN"/>
                        </a:rPr>
                        <a:t>Vanderstok; A.A.R.P v. Trump</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3"/>
                  </a:ext>
                </a:extLst>
              </a:tr>
              <a:tr h="330947">
                <a:tc>
                  <a:txBody>
                    <a:bodyPr/>
                    <a:lstStyle/>
                    <a:p>
                      <a:pPr algn="l" fontAlgn="b">
                        <a:buNone/>
                      </a:pPr>
                      <a:r>
                        <a:rPr lang="en-US" sz="1200" dirty="0">
                          <a:effectLst/>
                          <a:latin typeface="MULISH REGULAR ROMAN"/>
                        </a:rPr>
                        <a:t>Alito, Thomas, Gorsuch, Kavanaugh, Barrett </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buNone/>
                      </a:pPr>
                      <a:r>
                        <a:rPr lang="en-US" sz="1200" b="0" u="none" strike="noStrike" dirty="0">
                          <a:solidFill>
                            <a:srgbClr val="000000"/>
                          </a:solidFill>
                          <a:effectLst/>
                          <a:latin typeface="MULISH REGULAR ROMAN"/>
                        </a:rPr>
                        <a:t>1</a:t>
                      </a:r>
                      <a:endParaRPr lang="en-US" sz="1200" b="0" i="0" u="none" strike="noStrike" dirty="0">
                        <a:solidFill>
                          <a:srgbClr val="000000"/>
                        </a:solidFill>
                        <a:effectLst/>
                        <a:latin typeface="MULISH REGULAR ROMAN"/>
                      </a:endParaRPr>
                    </a:p>
                  </a:txBody>
                  <a:tcPr marR="5672" marT="5672" marB="0" anchor="ctr"/>
                </a:tc>
                <a:tc>
                  <a:txBody>
                    <a:bodyPr/>
                    <a:lstStyle/>
                    <a:p>
                      <a:pPr algn="l" fontAlgn="b">
                        <a:buNone/>
                      </a:pPr>
                      <a:r>
                        <a:rPr lang="en-US" sz="1200" b="0" i="1" u="none" strike="noStrike" dirty="0">
                          <a:solidFill>
                            <a:srgbClr val="000000"/>
                          </a:solidFill>
                          <a:effectLst/>
                          <a:latin typeface="MULISH REGULAR ROMAN"/>
                        </a:rPr>
                        <a:t>DOE v. VA</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4"/>
                  </a:ext>
                </a:extLst>
              </a:tr>
            </a:tbl>
          </a:graphicData>
        </a:graphic>
      </p:graphicFrame>
      <p:sp>
        <p:nvSpPr>
          <p:cNvPr id="4" name="Slide Number Placeholder 3">
            <a:extLst>
              <a:ext uri="{FF2B5EF4-FFF2-40B4-BE49-F238E27FC236}">
                <a16:creationId xmlns:a16="http://schemas.microsoft.com/office/drawing/2014/main" id="{47A4C42D-3A43-B349-64E4-C73C0B6EF4F0}"/>
              </a:ext>
            </a:extLst>
          </p:cNvPr>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22</a:t>
            </a:fld>
            <a:endParaRPr lang="en-US" sz="800" dirty="0">
              <a:latin typeface="Century Schoolbook" panose="02040604050505020304" pitchFamily="18" charset="0"/>
            </a:endParaRPr>
          </a:p>
        </p:txBody>
      </p:sp>
      <p:graphicFrame>
        <p:nvGraphicFramePr>
          <p:cNvPr id="7" name="Table 6">
            <a:extLst>
              <a:ext uri="{FF2B5EF4-FFF2-40B4-BE49-F238E27FC236}">
                <a16:creationId xmlns:a16="http://schemas.microsoft.com/office/drawing/2014/main" id="{7384F9A6-BEA8-460B-7EDC-9C7C0EF7552F}"/>
              </a:ext>
            </a:extLst>
          </p:cNvPr>
          <p:cNvGraphicFramePr>
            <a:graphicFrameLocks noGrp="1"/>
          </p:cNvGraphicFramePr>
          <p:nvPr>
            <p:extLst>
              <p:ext uri="{D42A27DB-BD31-4B8C-83A1-F6EECF244321}">
                <p14:modId xmlns:p14="http://schemas.microsoft.com/office/powerpoint/2010/main" val="4278339070"/>
              </p:ext>
            </p:extLst>
          </p:nvPr>
        </p:nvGraphicFramePr>
        <p:xfrm>
          <a:off x="327329" y="2765393"/>
          <a:ext cx="11538586" cy="3829720"/>
        </p:xfrm>
        <a:graphic>
          <a:graphicData uri="http://schemas.openxmlformats.org/drawingml/2006/table">
            <a:tbl>
              <a:tblPr firstRow="1" bandRow="1">
                <a:tableStyleId>{F5AB1C69-6EDB-4FF4-983F-18BD219EF322}</a:tableStyleId>
              </a:tblPr>
              <a:tblGrid>
                <a:gridCol w="1288093">
                  <a:extLst>
                    <a:ext uri="{9D8B030D-6E8A-4147-A177-3AD203B41FA5}">
                      <a16:colId xmlns:a16="http://schemas.microsoft.com/office/drawing/2014/main" val="20000"/>
                    </a:ext>
                  </a:extLst>
                </a:gridCol>
                <a:gridCol w="2905022">
                  <a:extLst>
                    <a:ext uri="{9D8B030D-6E8A-4147-A177-3AD203B41FA5}">
                      <a16:colId xmlns:a16="http://schemas.microsoft.com/office/drawing/2014/main" val="20001"/>
                    </a:ext>
                  </a:extLst>
                </a:gridCol>
                <a:gridCol w="2760893">
                  <a:extLst>
                    <a:ext uri="{9D8B030D-6E8A-4147-A177-3AD203B41FA5}">
                      <a16:colId xmlns:a16="http://schemas.microsoft.com/office/drawing/2014/main" val="20002"/>
                    </a:ext>
                  </a:extLst>
                </a:gridCol>
                <a:gridCol w="2318003">
                  <a:extLst>
                    <a:ext uri="{9D8B030D-6E8A-4147-A177-3AD203B41FA5}">
                      <a16:colId xmlns:a16="http://schemas.microsoft.com/office/drawing/2014/main" val="20003"/>
                    </a:ext>
                  </a:extLst>
                </a:gridCol>
                <a:gridCol w="2266575">
                  <a:extLst>
                    <a:ext uri="{9D8B030D-6E8A-4147-A177-3AD203B41FA5}">
                      <a16:colId xmlns:a16="http://schemas.microsoft.com/office/drawing/2014/main" val="20006"/>
                    </a:ext>
                  </a:extLst>
                </a:gridCol>
              </a:tblGrid>
              <a:tr h="610067">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Term</a:t>
                      </a:r>
                      <a:endParaRPr lang="en-US" sz="1200" b="1" i="0" u="none" strike="noStrike" dirty="0">
                        <a:solidFill>
                          <a:schemeClr val="tx1"/>
                        </a:solidFill>
                        <a:effectLst/>
                        <a:latin typeface="MULISH REGULAR ROMAN"/>
                      </a:endParaRP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Cases Decided by</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5 </a:t>
                      </a:r>
                      <a:r>
                        <a:rPr lang="en-US" sz="1200" b="1" u="sng" strike="noStrike" dirty="0">
                          <a:solidFill>
                            <a:schemeClr val="tx1"/>
                          </a:solidFill>
                          <a:effectLst/>
                          <a:latin typeface="MULISH REGULAR ROMAN"/>
                        </a:rPr>
                        <a:t>or</a:t>
                      </a:r>
                      <a:r>
                        <a:rPr lang="en-US" sz="1200" b="1" u="none" strike="noStrike" dirty="0">
                          <a:solidFill>
                            <a:schemeClr val="tx1"/>
                          </a:solidFill>
                          <a:effectLst/>
                          <a:latin typeface="MULISH REGULAR ROMAN"/>
                        </a:rPr>
                        <a:t> 6-Justice Majorities</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 of </a:t>
                      </a:r>
                    </a:p>
                    <a:p>
                      <a:pPr algn="ctr" fontAlgn="b"/>
                      <a:r>
                        <a:rPr lang="en-US" sz="1200" b="1" u="none" strike="noStrike" dirty="0">
                          <a:solidFill>
                            <a:schemeClr val="tx1"/>
                          </a:solidFill>
                          <a:effectLst/>
                          <a:latin typeface="MULISH REGULAR ROMAN"/>
                        </a:rPr>
                        <a:t>Total Cases in Term</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 Decided w/ </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Ideological Split</a:t>
                      </a:r>
                      <a:r>
                        <a:rPr lang="en-US" sz="1050" b="1" u="none" strike="noStrike" dirty="0">
                          <a:solidFill>
                            <a:schemeClr val="tx1"/>
                          </a:solidFill>
                          <a:effectLst/>
                          <a:latin typeface="MULISH REGULAR ROMAN"/>
                        </a:rPr>
                        <a:t>*</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Number of</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 Different Majority Coalitions</a:t>
                      </a:r>
                      <a:endParaRPr lang="en-US" sz="1200" b="1" i="0" u="none" strike="noStrike" dirty="0">
                        <a:solidFill>
                          <a:schemeClr val="tx1"/>
                        </a:solidFill>
                        <a:effectLst/>
                        <a:latin typeface="MULISH REGULAR ROMAN"/>
                      </a:endParaRP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0000"/>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OT10</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29</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1"/>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OT11</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29</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2"/>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OT12</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3"/>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OT13</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5%</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23</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4"/>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OT14</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5%</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5"/>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OT15</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6"/>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OT16</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7"/>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OT17</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22</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8"/>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OT18</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9"/>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OT19</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21</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0"/>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OT20</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1"/>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OT21</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2"/>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OT22</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21</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3"/>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OT23</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4"/>
                  </a:ext>
                </a:extLst>
              </a:tr>
              <a:tr h="181583">
                <a:tc>
                  <a:txBody>
                    <a:bodyPr/>
                    <a:lstStyle/>
                    <a:p>
                      <a:pPr algn="ctr" fontAlgn="b">
                        <a:buNone/>
                      </a:pPr>
                      <a:r>
                        <a:rPr lang="en-US" sz="1100" b="1" u="none" strike="noStrike" dirty="0">
                          <a:solidFill>
                            <a:srgbClr val="000000"/>
                          </a:solidFill>
                          <a:effectLst/>
                          <a:latin typeface="MULISH REGULAR ROMAN"/>
                        </a:rPr>
                        <a:t>OT24</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p>
                      <a:pPr algn="ctr" fontAlgn="b">
                        <a:buNone/>
                      </a:pPr>
                      <a:r>
                        <a:rPr lang="en-US" sz="1100" b="0" i="0" u="none" strike="noStrike" dirty="0">
                          <a:solidFill>
                            <a:srgbClr val="000000"/>
                          </a:solidFill>
                          <a:effectLst/>
                          <a:latin typeface="MULISH REGULAR ROMAN"/>
                        </a:rPr>
                        <a:t>7</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23%</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0%</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12</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5"/>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effectLst/>
                          <a:latin typeface="MULISH REGULAR ROMAN"/>
                        </a:rPr>
                        <a:t>Average</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24.46</a:t>
                      </a: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35.3</a:t>
                      </a:r>
                      <a:r>
                        <a:rPr lang="en-US" sz="1100" b="1" i="0" u="none" strike="noStrike" dirty="0">
                          <a:solidFill>
                            <a:srgbClr val="000000"/>
                          </a:solidFill>
                          <a:effectLst/>
                          <a:latin typeface="MULISH REGULAR ROMAN"/>
                        </a:rPr>
                        <a:t>%</a:t>
                      </a:r>
                      <a:endParaRPr lang="en-US" sz="1100" b="1" i="0" u="none" strike="noStrike" dirty="0">
                        <a:solidFill>
                          <a:schemeClr val="tx1"/>
                        </a:solidFill>
                        <a:effectLst/>
                        <a:latin typeface="MULISH REGULAR ROMAN"/>
                      </a:endParaRP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11.4%</a:t>
                      </a: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23.5</a:t>
                      </a:r>
                    </a:p>
                  </a:txBody>
                  <a:tcPr marL="9525" marR="9525" marT="9525" marB="0" anchor="b">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6"/>
                  </a:ext>
                </a:extLst>
              </a:tr>
              <a:tr h="181583">
                <a:tc gridSpan="5">
                  <a:txBody>
                    <a:bodyPr/>
                    <a:lstStyle/>
                    <a:p>
                      <a:pPr algn="l" fontAlgn="b"/>
                      <a:r>
                        <a:rPr lang="en-US" sz="1100" b="0" u="none" strike="noStrike" dirty="0">
                          <a:solidFill>
                            <a:srgbClr val="000000"/>
                          </a:solidFill>
                          <a:effectLst/>
                          <a:latin typeface="MULISH REGULAR ROMAN"/>
                        </a:rPr>
                        <a:t> * </a:t>
                      </a:r>
                      <a:r>
                        <a:rPr lang="en-US" sz="900" b="0" u="none" strike="noStrike" dirty="0">
                          <a:solidFill>
                            <a:srgbClr val="000000"/>
                          </a:solidFill>
                          <a:effectLst/>
                          <a:latin typeface="MULISH REGULAR ROMAN"/>
                        </a:rPr>
                        <a:t>Ideological splits represent instances where Justices representing divergent ideological orientations (i.e., </a:t>
                      </a:r>
                      <a:r>
                        <a:rPr lang="en-US" sz="900" b="0" i="1" u="none" strike="noStrike" dirty="0">
                          <a:solidFill>
                            <a:srgbClr val="000000"/>
                          </a:solidFill>
                          <a:effectLst/>
                          <a:latin typeface="MULISH REGULAR ROMAN"/>
                        </a:rPr>
                        <a:t>Liberal or Conservative</a:t>
                      </a:r>
                      <a:r>
                        <a:rPr lang="en-US" sz="900" b="0" i="0" u="none" strike="noStrike" dirty="0">
                          <a:solidFill>
                            <a:srgbClr val="000000"/>
                          </a:solidFill>
                          <a:effectLst/>
                          <a:latin typeface="MULISH REGULAR ROMAN"/>
                        </a:rPr>
                        <a:t>) according to </a:t>
                      </a:r>
                      <a:r>
                        <a:rPr lang="en-US" sz="900" dirty="0">
                          <a:latin typeface="MULISH REGULAR ROMAN"/>
                        </a:rPr>
                        <a:t> </a:t>
                      </a:r>
                      <a:r>
                        <a:rPr lang="en-US" sz="900" dirty="0">
                          <a:latin typeface="MULISH REGULAR ROMAN"/>
                          <a:hlinkClick r:id="rId3"/>
                        </a:rPr>
                        <a:t>Martin-Quinn</a:t>
                      </a:r>
                      <a:r>
                        <a:rPr lang="en-US" sz="900" dirty="0">
                          <a:latin typeface="MULISH REGULAR ROMAN"/>
                        </a:rPr>
                        <a:t> populate the Majority and Dissenting Coalitions</a:t>
                      </a:r>
                      <a:r>
                        <a:rPr lang="en-US" sz="900" b="0" i="0" u="none" strike="noStrike" dirty="0">
                          <a:solidFill>
                            <a:srgbClr val="000000"/>
                          </a:solidFill>
                          <a:effectLst/>
                          <a:latin typeface="MULISH REGULAR ROMAN"/>
                        </a:rPr>
                        <a:t>. For OT10-OT19, this represents a (5-4) all-Conservative majority – Since OT20, this represents a (6-3) all-Conservative majority.  </a:t>
                      </a:r>
                      <a:r>
                        <a:rPr lang="en-US" sz="900" b="0" u="none" strike="noStrike" dirty="0">
                          <a:solidFill>
                            <a:srgbClr val="000000"/>
                          </a:solidFill>
                          <a:effectLst/>
                          <a:latin typeface="MULISH REGULAR ROMAN"/>
                        </a:rPr>
                        <a:t> </a:t>
                      </a:r>
                      <a:endParaRPr lang="en-US" sz="1100" b="0" i="0" u="none" strike="noStrike" dirty="0">
                        <a:solidFill>
                          <a:srgbClr val="000000"/>
                        </a:solidFill>
                        <a:effectLst/>
                        <a:latin typeface="MULISH REGULAR ROMAN"/>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fontAlgn="b"/>
                      <a:endParaRPr lang="en-US" sz="1100" b="0" i="0" u="none" strike="noStrike" dirty="0">
                        <a:solidFill>
                          <a:schemeClr val="tx1"/>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hMerge="1">
                  <a:txBody>
                    <a:bodyPr/>
                    <a:lstStyle/>
                    <a:p>
                      <a:pPr algn="ctr" fontAlgn="b"/>
                      <a:endParaRPr lang="en-US" sz="1100" b="1" i="0" u="none" strike="noStrike" dirty="0">
                        <a:solidFill>
                          <a:schemeClr val="tx1"/>
                        </a:solidFill>
                        <a:effectLst/>
                        <a:latin typeface="Century Schoolbook" panose="02040604050505020304" pitchFamily="18" charset="0"/>
                      </a:endParaRPr>
                    </a:p>
                  </a:txBody>
                  <a:tcPr marL="9525" marR="9525" marT="9525" marB="0" anchor="b">
                    <a:lnB w="12700" cap="flat" cmpd="sng" algn="ctr">
                      <a:solidFill>
                        <a:schemeClr val="tx1"/>
                      </a:solidFill>
                      <a:prstDash val="solid"/>
                      <a:round/>
                      <a:headEnd type="none" w="med" len="med"/>
                      <a:tailEnd type="none" w="med" len="med"/>
                    </a:lnB>
                  </a:tcPr>
                </a:tc>
                <a:tc hMerge="1">
                  <a:txBody>
                    <a:bodyPr/>
                    <a:lstStyle/>
                    <a:p>
                      <a:pPr algn="ctr" fontAlgn="b"/>
                      <a:endParaRPr lang="en-US" sz="1100" b="1" i="0" u="none" strike="noStrike" dirty="0">
                        <a:solidFill>
                          <a:schemeClr val="tx1"/>
                        </a:solidFill>
                        <a:effectLst/>
                        <a:latin typeface="Century Schoolbook" panose="02040604050505020304" pitchFamily="18" charset="0"/>
                      </a:endParaRPr>
                    </a:p>
                  </a:txBody>
                  <a:tcPr marL="9525" marR="9525" marT="9525" marB="0" anchor="b">
                    <a:lnB w="12700" cap="flat" cmpd="sng" algn="ctr">
                      <a:solidFill>
                        <a:schemeClr val="tx1"/>
                      </a:solidFill>
                      <a:prstDash val="solid"/>
                      <a:round/>
                      <a:headEnd type="none" w="med" len="med"/>
                      <a:tailEnd type="none" w="med" len="med"/>
                    </a:lnB>
                  </a:tcPr>
                </a:tc>
                <a:tc hMerge="1">
                  <a:txBody>
                    <a:bodyPr/>
                    <a:lstStyle/>
                    <a:p>
                      <a:pPr algn="ctr" fontAlgn="b"/>
                      <a:endParaRPr lang="en-US" sz="1100" b="0" i="0" u="none" strike="noStrike" dirty="0">
                        <a:solidFill>
                          <a:schemeClr val="tx1"/>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58573364"/>
                  </a:ext>
                </a:extLst>
              </a:tr>
            </a:tbl>
          </a:graphicData>
        </a:graphic>
      </p:graphicFrame>
      <p:sp>
        <p:nvSpPr>
          <p:cNvPr id="3" name="Title 9">
            <a:extLst>
              <a:ext uri="{FF2B5EF4-FFF2-40B4-BE49-F238E27FC236}">
                <a16:creationId xmlns:a16="http://schemas.microsoft.com/office/drawing/2014/main" id="{24742AD3-722B-E682-FD6B-65ED18299FA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COALITION ALIGNMENTS</a:t>
            </a:r>
          </a:p>
        </p:txBody>
      </p:sp>
    </p:spTree>
    <p:extLst>
      <p:ext uri="{BB962C8B-B14F-4D97-AF65-F5344CB8AC3E}">
        <p14:creationId xmlns:p14="http://schemas.microsoft.com/office/powerpoint/2010/main" val="26075269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a:xfrm>
            <a:off x="9444178" y="6471920"/>
            <a:ext cx="2743200" cy="365125"/>
          </a:xfrm>
        </p:spPr>
        <p:txBody>
          <a:bodyPr/>
          <a:lstStyle/>
          <a:p>
            <a:fld id="{5E212BD6-99D2-4430-8307-3DFF6CB1AF68}" type="slidenum">
              <a:rPr lang="en-US" sz="800" smtClean="0">
                <a:latin typeface="Century Schoolbook" panose="02040604050505020304" pitchFamily="18" charset="0"/>
              </a:rPr>
              <a:t>23</a:t>
            </a:fld>
            <a:endParaRPr lang="en-US" sz="800">
              <a:latin typeface="Century Schoolbook" panose="02040604050505020304" pitchFamily="18" charset="0"/>
            </a:endParaRPr>
          </a:p>
        </p:txBody>
      </p:sp>
      <p:sp>
        <p:nvSpPr>
          <p:cNvPr id="10" name="Title 9">
            <a:extLst>
              <a:ext uri="{FF2B5EF4-FFF2-40B4-BE49-F238E27FC236}">
                <a16:creationId xmlns:a16="http://schemas.microsoft.com/office/drawing/2014/main" id="{F7EB7E3A-4562-FCEF-EA81-6C370DCA8FD5}"/>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BREAKING RANKS</a:t>
            </a:r>
          </a:p>
        </p:txBody>
      </p:sp>
      <p:sp>
        <p:nvSpPr>
          <p:cNvPr id="2" name="TextBox 1">
            <a:extLst>
              <a:ext uri="{FF2B5EF4-FFF2-40B4-BE49-F238E27FC236}">
                <a16:creationId xmlns:a16="http://schemas.microsoft.com/office/drawing/2014/main" id="{D8B37D0C-3077-D6B1-43EE-B61695475735}"/>
              </a:ext>
            </a:extLst>
          </p:cNvPr>
          <p:cNvSpPr txBox="1"/>
          <p:nvPr/>
        </p:nvSpPr>
        <p:spPr>
          <a:xfrm>
            <a:off x="4032739" y="130861"/>
            <a:ext cx="7776307" cy="830997"/>
          </a:xfrm>
          <a:prstGeom prst="rect">
            <a:avLst/>
          </a:prstGeom>
          <a:noFill/>
          <a:ln>
            <a:solidFill>
              <a:schemeClr val="tx1"/>
            </a:solidFill>
          </a:ln>
        </p:spPr>
        <p:txBody>
          <a:bodyPr wrap="square" rtlCol="0">
            <a:spAutoFit/>
          </a:bodyPr>
          <a:lstStyle/>
          <a:p>
            <a:r>
              <a:rPr lang="en-US" sz="1200" dirty="0"/>
              <a:t>This figure shows the behaviors of Republican-appointed Justices in non-unanimous cases during the 2020-2024 terms. The </a:t>
            </a:r>
            <a:r>
              <a:rPr lang="en-US" sz="1200" b="1" dirty="0">
                <a:solidFill>
                  <a:schemeClr val="bg1"/>
                </a:solidFill>
                <a:highlight>
                  <a:srgbClr val="5B9BD5"/>
                </a:highlight>
              </a:rPr>
              <a:t>BLUE</a:t>
            </a:r>
            <a:r>
              <a:rPr lang="en-US" sz="1200" dirty="0"/>
              <a:t> bars represent the percentage of cases where a Justice joined a majority coalition consisting of all the Democratic appointees. Alternatively, the </a:t>
            </a:r>
            <a:r>
              <a:rPr lang="en-US" sz="1200" b="1" dirty="0">
                <a:solidFill>
                  <a:schemeClr val="bg1"/>
                </a:solidFill>
                <a:highlight>
                  <a:srgbClr val="800000"/>
                </a:highlight>
              </a:rPr>
              <a:t>RED</a:t>
            </a:r>
            <a:r>
              <a:rPr lang="en-US" sz="1200" dirty="0"/>
              <a:t> bars indicate the percentage of cases where the Justice was the lone dissenter from a majority consisting of the remaining Republican appointees. </a:t>
            </a:r>
            <a:endParaRPr lang="en-US" sz="1200" dirty="0">
              <a:latin typeface="MULISH REGULAR ROMAN"/>
            </a:endParaRPr>
          </a:p>
        </p:txBody>
      </p:sp>
      <p:pic>
        <p:nvPicPr>
          <p:cNvPr id="11" name="Picture 10" descr="A group of people in suits&#10;&#10;AI-generated content may be incorrect.">
            <a:extLst>
              <a:ext uri="{FF2B5EF4-FFF2-40B4-BE49-F238E27FC236}">
                <a16:creationId xmlns:a16="http://schemas.microsoft.com/office/drawing/2014/main" id="{BBB57C09-C5BA-C284-731E-5BCECBA719C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6640" y="1168071"/>
            <a:ext cx="9144019" cy="5486411"/>
          </a:xfrm>
          <a:prstGeom prst="rect">
            <a:avLst/>
          </a:prstGeom>
        </p:spPr>
      </p:pic>
    </p:spTree>
    <p:extLst>
      <p:ext uri="{BB962C8B-B14F-4D97-AF65-F5344CB8AC3E}">
        <p14:creationId xmlns:p14="http://schemas.microsoft.com/office/powerpoint/2010/main" val="24904585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E9DBF-2E9B-A27F-93BF-CF63E383D853}"/>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86C6B5D3-65FC-2EDF-851D-5C17FB578295}"/>
              </a:ext>
            </a:extLst>
          </p:cNvPr>
          <p:cNvSpPr>
            <a:spLocks noGrp="1"/>
          </p:cNvSpPr>
          <p:nvPr>
            <p:ph type="sldNum" sz="quarter" idx="12"/>
          </p:nvPr>
        </p:nvSpPr>
        <p:spPr>
          <a:xfrm>
            <a:off x="9444178" y="6471920"/>
            <a:ext cx="2743200" cy="365125"/>
          </a:xfrm>
        </p:spPr>
        <p:txBody>
          <a:bodyPr/>
          <a:lstStyle/>
          <a:p>
            <a:fld id="{5E212BD6-99D2-4430-8307-3DFF6CB1AF68}" type="slidenum">
              <a:rPr lang="en-US" sz="800" smtClean="0">
                <a:latin typeface="Century Schoolbook" panose="02040604050505020304" pitchFamily="18" charset="0"/>
              </a:rPr>
              <a:t>24</a:t>
            </a:fld>
            <a:endParaRPr lang="en-US" sz="800">
              <a:latin typeface="Century Schoolbook" panose="02040604050505020304" pitchFamily="18" charset="0"/>
            </a:endParaRPr>
          </a:p>
        </p:txBody>
      </p:sp>
      <p:sp>
        <p:nvSpPr>
          <p:cNvPr id="10" name="Title 9">
            <a:extLst>
              <a:ext uri="{FF2B5EF4-FFF2-40B4-BE49-F238E27FC236}">
                <a16:creationId xmlns:a16="http://schemas.microsoft.com/office/drawing/2014/main" id="{11143281-96A2-98FE-8D69-E8A01B3D8277}"/>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All Cases</a:t>
            </a:r>
          </a:p>
        </p:txBody>
      </p:sp>
      <p:sp>
        <p:nvSpPr>
          <p:cNvPr id="30" name="TextBox 29">
            <a:extLst>
              <a:ext uri="{FF2B5EF4-FFF2-40B4-BE49-F238E27FC236}">
                <a16:creationId xmlns:a16="http://schemas.microsoft.com/office/drawing/2014/main" id="{32EB1118-ECF4-78AB-814C-C6975A3ED2F5}"/>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all cases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in part, or in judgement) are similarly considered as part of the majority.  </a:t>
            </a:r>
          </a:p>
        </p:txBody>
      </p:sp>
      <p:pic>
        <p:nvPicPr>
          <p:cNvPr id="6" name="Picture 5" descr="A group of people in suits&#10;&#10;AI-generated content may be incorrect.">
            <a:extLst>
              <a:ext uri="{FF2B5EF4-FFF2-40B4-BE49-F238E27FC236}">
                <a16:creationId xmlns:a16="http://schemas.microsoft.com/office/drawing/2014/main" id="{2FFD086E-1166-9EEB-45D3-C2CB102BA89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50" y="940900"/>
            <a:ext cx="7075373" cy="5896145"/>
          </a:xfrm>
          <a:prstGeom prst="rect">
            <a:avLst/>
          </a:prstGeom>
        </p:spPr>
      </p:pic>
    </p:spTree>
    <p:extLst>
      <p:ext uri="{BB962C8B-B14F-4D97-AF65-F5344CB8AC3E}">
        <p14:creationId xmlns:p14="http://schemas.microsoft.com/office/powerpoint/2010/main" val="110013732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a:xfrm>
            <a:off x="9496883" y="6492875"/>
            <a:ext cx="2743200" cy="365125"/>
          </a:xfrm>
        </p:spPr>
        <p:txBody>
          <a:bodyPr/>
          <a:lstStyle/>
          <a:p>
            <a:fld id="{5E212BD6-99D2-4430-8307-3DFF6CB1AF68}" type="slidenum">
              <a:rPr lang="en-US" sz="800" smtClean="0">
                <a:latin typeface="Century Schoolbook" panose="02040604050505020304" pitchFamily="18" charset="0"/>
              </a:rPr>
              <a:t>25</a:t>
            </a:fld>
            <a:endParaRPr lang="en-US" sz="800" dirty="0">
              <a:latin typeface="Century Schoolbook" panose="02040604050505020304" pitchFamily="18" charset="0"/>
            </a:endParaRPr>
          </a:p>
        </p:txBody>
      </p:sp>
      <p:sp>
        <p:nvSpPr>
          <p:cNvPr id="14" name="Title 9">
            <a:extLst>
              <a:ext uri="{FF2B5EF4-FFF2-40B4-BE49-F238E27FC236}">
                <a16:creationId xmlns:a16="http://schemas.microsoft.com/office/drawing/2014/main" id="{6FDB2B55-07C2-8280-3304-33DFB7D8F638}"/>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Closely Divided Cases</a:t>
            </a:r>
          </a:p>
        </p:txBody>
      </p:sp>
      <p:sp>
        <p:nvSpPr>
          <p:cNvPr id="16" name="TextBox 15">
            <a:extLst>
              <a:ext uri="{FF2B5EF4-FFF2-40B4-BE49-F238E27FC236}">
                <a16:creationId xmlns:a16="http://schemas.microsoft.com/office/drawing/2014/main" id="{607B8B05-F145-5253-F510-37F9D61AA3DB}"/>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cases decided by (5-4) or (6-3) coalitions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in part, or in judgement) are similarly considered as part of the majority.  </a:t>
            </a:r>
          </a:p>
        </p:txBody>
      </p:sp>
      <p:pic>
        <p:nvPicPr>
          <p:cNvPr id="8" name="Picture 7" descr="A group of people in suits&#10;&#10;AI-generated content may be incorrect.">
            <a:extLst>
              <a:ext uri="{FF2B5EF4-FFF2-40B4-BE49-F238E27FC236}">
                <a16:creationId xmlns:a16="http://schemas.microsoft.com/office/drawing/2014/main" id="{8A3C2646-8DB8-4CF8-212B-F49F1CA234E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5012" y="961858"/>
            <a:ext cx="7075370" cy="5896142"/>
          </a:xfrm>
          <a:prstGeom prst="rect">
            <a:avLst/>
          </a:prstGeom>
        </p:spPr>
      </p:pic>
    </p:spTree>
    <p:extLst>
      <p:ext uri="{BB962C8B-B14F-4D97-AF65-F5344CB8AC3E}">
        <p14:creationId xmlns:p14="http://schemas.microsoft.com/office/powerpoint/2010/main" val="257296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26</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3314579435"/>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Hamm</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11/4/2024</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Facebook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11/22/2024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Bouarfa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12/10/2024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NVIDIA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12/11/2024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Royal Canin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E.M.D. Sales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Tik 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Andrew</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Hungary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Wisconsin Bell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Williams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Lackey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BLACK ROMAN"/>
                        </a:rPr>
                        <a:t>Glossip</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(6-2)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pattFill prst="wdUpDiag">
                      <a:fgClr>
                        <a:srgbClr val="4F4789"/>
                      </a:fgClr>
                      <a:bgClr>
                        <a:schemeClr val="bg1"/>
                      </a:bgClr>
                    </a:patt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Waetzig</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Dewberry</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3" name="Picture 2">
            <a:extLst>
              <a:ext uri="{FF2B5EF4-FFF2-40B4-BE49-F238E27FC236}">
                <a16:creationId xmlns:a16="http://schemas.microsoft.com/office/drawing/2014/main" id="{7D805A0D-62F6-C577-52D1-8ED9759B8AC5}"/>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7" name="TextBox 6">
            <a:extLst>
              <a:ext uri="{FF2B5EF4-FFF2-40B4-BE49-F238E27FC236}">
                <a16:creationId xmlns:a16="http://schemas.microsoft.com/office/drawing/2014/main" id="{FC73922D-94E5-F6BA-4423-30961605A13B}"/>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9" name="Rectangle 8">
            <a:extLst>
              <a:ext uri="{FF2B5EF4-FFF2-40B4-BE49-F238E27FC236}">
                <a16:creationId xmlns:a16="http://schemas.microsoft.com/office/drawing/2014/main" id="{4A50A1DB-1249-0374-AC7E-10ED1FECB73B}"/>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4814F8B-E68E-57AD-2F4F-5DDD306F3568}"/>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DB9D35C-CEF8-E8B6-A04F-66CFACE5A916}"/>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13E5228-A2A9-C3E4-2729-B852B2AD7CA1}"/>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198849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27</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142725466"/>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BLACK ROMAN"/>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SF v. EPA</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3/4/2025</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Bufkin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Thompson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Delligatti</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Vanderstok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Miller</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Wages &amp; White Lion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Medical Marijuana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Barrett</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D.O.E. v. CA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4/4/2025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Trump v. J.G.G.</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Cunningham</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Monsalvo Valazquez</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8160031"/>
                  </a:ext>
                </a:extLst>
              </a:tr>
              <a:tr h="320040">
                <a:tc>
                  <a:txBody>
                    <a:bodyPr/>
                    <a:lstStyle/>
                    <a:p>
                      <a:r>
                        <a:rPr lang="en-US" sz="1100" dirty="0">
                          <a:latin typeface="MULISH BLACK ROMAN"/>
                        </a:rPr>
                        <a:t>Advocate Christ Medical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04/29/2025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(7-2)</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Feliciano</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04/30/2025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(5-4)</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Gorsuch</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Barnes</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05/15/2025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(9-0)</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Kagan</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D2084ED3-F5F4-E2F3-556F-6FC7185D0008}"/>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CA136A9F-9096-EF5E-8ABC-A0B9BFFB3CC7}"/>
              </a:ext>
            </a:extLst>
          </p:cNvPr>
          <p:cNvSpPr txBox="1"/>
          <p:nvPr/>
        </p:nvSpPr>
        <p:spPr>
          <a:xfrm>
            <a:off x="339318" y="6356350"/>
            <a:ext cx="10081704" cy="261610"/>
          </a:xfrm>
          <a:prstGeom prst="rect">
            <a:avLst/>
          </a:prstGeom>
          <a:noFill/>
        </p:spPr>
        <p:txBody>
          <a:bodyPr wrap="square" rtlCol="0">
            <a:spAutoFit/>
          </a:bodyPr>
          <a:lstStyle/>
          <a:p>
            <a:r>
              <a:rPr lang="en-US" sz="1100" dirty="0">
                <a:latin typeface="MULISH BLACK ROMAN"/>
              </a:rPr>
              <a:t>* Justice Barrett joined the dissent in Trump v. J.G.G. but only with respect to Parts II and III-B.</a:t>
            </a:r>
          </a:p>
        </p:txBody>
      </p:sp>
      <p:sp>
        <p:nvSpPr>
          <p:cNvPr id="7" name="TextBox 6">
            <a:extLst>
              <a:ext uri="{FF2B5EF4-FFF2-40B4-BE49-F238E27FC236}">
                <a16:creationId xmlns:a16="http://schemas.microsoft.com/office/drawing/2014/main" id="{27674AEA-6EF8-23E5-25D3-F61D20927C1C}"/>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9" name="Rectangle 8">
            <a:extLst>
              <a:ext uri="{FF2B5EF4-FFF2-40B4-BE49-F238E27FC236}">
                <a16:creationId xmlns:a16="http://schemas.microsoft.com/office/drawing/2014/main" id="{93448E0A-7D2B-DD64-5F57-EB737253F3E5}"/>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60245D2-C407-8C3A-0101-60EFACBBA6B8}"/>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F980300-89D7-3F53-7651-7AC31D290A59}"/>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CABAFF5-918E-246C-8B00-CD44E65CC8F5}"/>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7424603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28</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14432154"/>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REGULAR ROMAN" pitchFamily="2" charset="77"/>
                        </a:rPr>
                        <a:t>A.A.R.P v. Trump</a:t>
                      </a: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05/16/2025</a:t>
                      </a: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(7-2)</a:t>
                      </a: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Per Curiam</a:t>
                      </a:r>
                    </a:p>
                  </a:txBody>
                  <a:tcP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2993550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172497950"/>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endParaRPr lang="en-US" sz="1100" dirty="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32F14CF9-D737-73D6-8160-E4F904BE1ADE}"/>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1BEEA914-153D-0D0D-D5A5-6314338829BA}"/>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7" name="Rectangle 6">
            <a:extLst>
              <a:ext uri="{FF2B5EF4-FFF2-40B4-BE49-F238E27FC236}">
                <a16:creationId xmlns:a16="http://schemas.microsoft.com/office/drawing/2014/main" id="{9CBED448-C108-5FEB-0D4D-DA7DE3432178}"/>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D3FFD6F-7C7B-E172-F155-4BD68295E755}"/>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D604588-5B6F-DBD0-B474-FBC12A273ACC}"/>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1D75A14-CC75-B921-D836-5642B6C05F5D}"/>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1019807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29</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461543034"/>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172497950"/>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endParaRPr lang="en-US" sz="1100" dirty="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88F339FC-7DFC-5541-CE2F-9744482F65B7}"/>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378A09F8-3C47-BE5D-4FA5-2E05284CD09E}"/>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7" name="Rectangle 6">
            <a:extLst>
              <a:ext uri="{FF2B5EF4-FFF2-40B4-BE49-F238E27FC236}">
                <a16:creationId xmlns:a16="http://schemas.microsoft.com/office/drawing/2014/main" id="{106106B1-E65E-664E-339A-3A63665B89EE}"/>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D16E49B-1B4A-5968-7F08-7D47FD0CFFE0}"/>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948F93A-758D-3BC1-4A43-DD6834D498B0}"/>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61A34A9-BE55-D741-FC68-AA580EA51CA5}"/>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556569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19936</TotalTime>
  <Words>4532</Words>
  <Application>Microsoft Office PowerPoint</Application>
  <PresentationFormat>Widescreen</PresentationFormat>
  <Paragraphs>1182</Paragraphs>
  <Slides>29</Slides>
  <Notes>13</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29</vt:i4>
      </vt:variant>
    </vt:vector>
  </HeadingPairs>
  <TitlesOfParts>
    <vt:vector size="40" baseType="lpstr">
      <vt:lpstr>Arial</vt:lpstr>
      <vt:lpstr>Calibri</vt:lpstr>
      <vt:lpstr>Calibri Light</vt:lpstr>
      <vt:lpstr>Century Schoolbook</vt:lpstr>
      <vt:lpstr>MULISH BLACK ROMAN</vt:lpstr>
      <vt:lpstr>MULISH BOLD ROMAN</vt:lpstr>
      <vt:lpstr>MULISH EXTRABOLD ROMAN</vt:lpstr>
      <vt:lpstr>MULISH ITALIC</vt:lpstr>
      <vt:lpstr>MULISH REGULAR ROMAN</vt:lpstr>
      <vt:lpstr>MULISH SEMIBOLD ROMAN</vt:lpstr>
      <vt:lpstr>Office Theme</vt:lpstr>
      <vt:lpstr>Final Stat Pack for the 2024-25 term  June .., 2025  UPDATED MAY 19, 2025</vt:lpstr>
      <vt:lpstr>TABLE OF CONTENTS</vt:lpstr>
      <vt:lpstr>INTRODUCTION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VOTING ALIGNMENT</vt:lpstr>
      <vt:lpstr>VOTING ALIGNMENT</vt:lpstr>
      <vt:lpstr>VOTING ALIGNMENT</vt:lpstr>
      <vt:lpstr>VOTING ALIGNMENT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adam</dc:creator>
  <cp:lastModifiedBy>Truscott, Jake</cp:lastModifiedBy>
  <cp:revision>253</cp:revision>
  <cp:lastPrinted>2019-06-28T21:02:00Z</cp:lastPrinted>
  <dcterms:created xsi:type="dcterms:W3CDTF">2019-02-07T19:44:00Z</dcterms:created>
  <dcterms:modified xsi:type="dcterms:W3CDTF">2025-05-20T12:13:25Z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1033-11.2.0.9431</vt:lpwstr>
  </property>
</Properties>
</file>