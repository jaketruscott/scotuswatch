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30"/>
  </p:notesMasterIdLst>
  <p:sldIdLst>
    <p:sldId id="392" r:id="rId2"/>
    <p:sldId id="269" r:id="rId3"/>
    <p:sldId id="393" r:id="rId4"/>
    <p:sldId id="402" r:id="rId5"/>
    <p:sldId id="381" r:id="rId6"/>
    <p:sldId id="345" r:id="rId7"/>
    <p:sldId id="411" r:id="rId8"/>
    <p:sldId id="390" r:id="rId9"/>
    <p:sldId id="391" r:id="rId10"/>
    <p:sldId id="299" r:id="rId11"/>
    <p:sldId id="343" r:id="rId12"/>
    <p:sldId id="412" r:id="rId13"/>
    <p:sldId id="395" r:id="rId14"/>
    <p:sldId id="407" r:id="rId15"/>
    <p:sldId id="396" r:id="rId16"/>
    <p:sldId id="383" r:id="rId17"/>
    <p:sldId id="340" r:id="rId18"/>
    <p:sldId id="406" r:id="rId19"/>
    <p:sldId id="404" r:id="rId20"/>
    <p:sldId id="410" r:id="rId21"/>
    <p:sldId id="409" r:id="rId22"/>
    <p:sldId id="350" r:id="rId23"/>
    <p:sldId id="413" r:id="rId24"/>
    <p:sldId id="324" r:id="rId25"/>
    <p:sldId id="398" r:id="rId26"/>
    <p:sldId id="399" r:id="rId27"/>
    <p:sldId id="400" r:id="rId28"/>
    <p:sldId id="401" r:id="rId29"/>
  </p:sldIdLst>
  <p:sldSz cx="12192000" cy="6858000"/>
  <p:notesSz cx="7010400" cy="92964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986D7032-D21C-4DDA-B0EB-E1D7D4282753}">
          <p14:sldIdLst>
            <p14:sldId id="392"/>
            <p14:sldId id="269"/>
            <p14:sldId id="393"/>
            <p14:sldId id="402"/>
            <p14:sldId id="381"/>
            <p14:sldId id="345"/>
            <p14:sldId id="411"/>
            <p14:sldId id="390"/>
            <p14:sldId id="391"/>
            <p14:sldId id="299"/>
            <p14:sldId id="343"/>
            <p14:sldId id="412"/>
            <p14:sldId id="395"/>
            <p14:sldId id="407"/>
            <p14:sldId id="396"/>
            <p14:sldId id="383"/>
            <p14:sldId id="340"/>
            <p14:sldId id="406"/>
            <p14:sldId id="404"/>
            <p14:sldId id="410"/>
            <p14:sldId id="409"/>
            <p14:sldId id="350"/>
            <p14:sldId id="413"/>
            <p14:sldId id="324"/>
            <p14:sldId id="398"/>
            <p14:sldId id="399"/>
            <p14:sldId id="400"/>
            <p14:sldId id="401"/>
          </p14:sldIdLst>
        </p14:section>
      </p14:sectionLst>
    </p:ext>
    <p:ext uri="{EFAFB233-063F-42B5-8137-9DF3F51BA10A}">
      <p15:sldGuideLst xmlns:p15="http://schemas.microsoft.com/office/powerpoint/2012/main">
        <p15:guide id="1" orient="horz" pos="2156">
          <p15:clr>
            <a:srgbClr val="A4A3A4"/>
          </p15:clr>
        </p15:guide>
        <p15:guide id="2" pos="3840">
          <p15:clr>
            <a:srgbClr val="A4A3A4"/>
          </p15:clr>
        </p15:guide>
      </p15:sldGuideLst>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Andrew Hamm" initials="AH" lastIdx="4" clrIdx="0"/>
  <p:cmAuthor id="2" name="adam" initials="a" lastIdx="3" clrIdx="1"/>
  <p:cmAuthor id="3" name="Kalvis Golde" initials="KG" lastIdx="94" clrIdx="2">
    <p:extLst>
      <p:ext uri="{19B8F6BF-5375-455C-9EA6-DF929625EA0E}">
        <p15:presenceInfo xmlns:p15="http://schemas.microsoft.com/office/powerpoint/2012/main" userId="d12450372feb7484"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4E478A"/>
    <a:srgbClr val="5B9BD5"/>
    <a:srgbClr val="0F9147"/>
    <a:srgbClr val="FDD532"/>
    <a:srgbClr val="4F4789"/>
    <a:srgbClr val="0469A9"/>
    <a:srgbClr val="4FEDED"/>
    <a:srgbClr val="A90404"/>
    <a:srgbClr val="D2DEEF"/>
    <a:srgbClr val="66CC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B4EF15D-42C9-844D-8A07-BC881FB6F23C}" v="468" dt="2021-06-22T21:45:02.225"/>
  </p1510:revLst>
</p1510:revInfo>
</file>

<file path=ppt/tableStyles.xml><?xml version="1.0" encoding="utf-8"?>
<a:tblStyleLst xmlns:a="http://schemas.openxmlformats.org/drawingml/2006/main" def="{7DF18680-E054-41AD-8BC1-D1AEF772440D}">
  <a:tblStyle styleId="{8FD4443E-F989-4FC4-A0C8-D5A2AF1F390B}" styleName="深色样式 1 - 强调 5">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5"/>
          </a:solidFill>
        </a:fill>
      </a:tcStyle>
    </a:wholeTbl>
    <a:band1H>
      <a:tcStyle>
        <a:tcBdr/>
        <a:fill>
          <a:solidFill>
            <a:schemeClr val="accent5">
              <a:shade val="60000"/>
            </a:schemeClr>
          </a:solidFill>
        </a:fill>
      </a:tcStyle>
    </a:band1H>
    <a:band1V>
      <a:tcStyle>
        <a:tcBdr/>
        <a:fill>
          <a:solidFill>
            <a:schemeClr val="accent5">
              <a:shade val="60000"/>
            </a:schemeClr>
          </a:solidFill>
        </a:fill>
      </a:tcStyle>
    </a:band1V>
    <a:lastCol>
      <a:tcTxStyle b="on"/>
      <a:tcStyle>
        <a:tcBdr>
          <a:left>
            <a:ln w="25400" cmpd="sng">
              <a:solidFill>
                <a:schemeClr val="lt1"/>
              </a:solidFill>
            </a:ln>
          </a:left>
        </a:tcBdr>
        <a:fill>
          <a:solidFill>
            <a:schemeClr val="accent5">
              <a:shade val="60000"/>
            </a:schemeClr>
          </a:solidFill>
        </a:fill>
      </a:tcStyle>
    </a:lastCol>
    <a:firstCol>
      <a:tcTxStyle b="on"/>
      <a:tcStyle>
        <a:tcBdr>
          <a:right>
            <a:ln w="25400" cmpd="sng">
              <a:solidFill>
                <a:schemeClr val="lt1"/>
              </a:solidFill>
            </a:ln>
          </a:right>
        </a:tcBdr>
        <a:fill>
          <a:solidFill>
            <a:schemeClr val="accent5">
              <a:shade val="60000"/>
            </a:schemeClr>
          </a:solidFill>
        </a:fill>
      </a:tcStyle>
    </a:firstCol>
    <a:lastRow>
      <a:tcTxStyle b="on"/>
      <a:tcStyle>
        <a:tcBdr>
          <a:top>
            <a:ln w="25400" cmpd="sng">
              <a:solidFill>
                <a:schemeClr val="lt1"/>
              </a:solidFill>
            </a:ln>
          </a:top>
        </a:tcBdr>
        <a:fill>
          <a:solidFill>
            <a:schemeClr val="accent5">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DF18680-E054-41AD-8BC1-D1AEF772440D}" styleName="中度样式 2 - 强调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1FECB4D8-DB02-4DC6-A0A2-4F2EBAE1DC90}" styleName="Medium Style 1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a:noFill/>
            </a:ln>
          </a:insideV>
        </a:tcBdr>
        <a:fill>
          <a:solidFill>
            <a:schemeClr val="lt1"/>
          </a:solidFill>
        </a:fill>
      </a:tcStyle>
    </a:wholeTbl>
    <a:band1H>
      <a:tcStyle>
        <a:tcBdr/>
        <a:fill>
          <a:solidFill>
            <a:schemeClr val="accent3">
              <a:tint val="20000"/>
            </a:schemeClr>
          </a:solidFill>
        </a:fill>
      </a:tcStyle>
    </a:band1H>
    <a:band1V>
      <a:tcStyle>
        <a:tcBdr/>
        <a:fill>
          <a:solidFill>
            <a:schemeClr val="accent3">
              <a:tint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solidFill>
            <a:schemeClr val="lt1"/>
          </a:solidFill>
        </a:fill>
      </a:tcStyle>
    </a:lastRow>
    <a:firstRow>
      <a:tcTxStyle b="on">
        <a:fontRef idx="minor">
          <a:scrgbClr r="0" g="0" b="0"/>
        </a:fontRef>
        <a:schemeClr val="lt1"/>
      </a:tcTxStyle>
      <a:tcStyle>
        <a:tcBdr/>
        <a:fill>
          <a:solidFill>
            <a:schemeClr val="accent3"/>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581"/>
    <p:restoredTop sz="95170"/>
  </p:normalViewPr>
  <p:slideViewPr>
    <p:cSldViewPr snapToGrid="0">
      <p:cViewPr varScale="1">
        <p:scale>
          <a:sx n="104" d="100"/>
          <a:sy n="104" d="100"/>
        </p:scale>
        <p:origin x="-168" y="198"/>
      </p:cViewPr>
      <p:guideLst>
        <p:guide orient="horz" pos="2156"/>
        <p:guide pos="3840"/>
      </p:guideLst>
    </p:cSldViewPr>
  </p:slideViewPr>
  <p:notesTextViewPr>
    <p:cViewPr>
      <p:scale>
        <a:sx n="1" d="1"/>
        <a:sy n="1" d="1"/>
      </p:scale>
      <p:origin x="0" y="0"/>
    </p:cViewPr>
  </p:notesText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presProps" Target="presProps.xml"/><Relationship Id="rId37" Type="http://schemas.microsoft.com/office/2015/10/relationships/revisionInfo" Target="revisionInfo.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microsoft.com/office/2016/11/relationships/changesInfo" Target="changesInfos/changesInfo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commentAuthors" Target="commentAuthor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notesMaster" Target="notesMasters/notesMaster1.xml"/><Relationship Id="rId35" Type="http://schemas.openxmlformats.org/officeDocument/2006/relationships/tableStyles" Target="tableStyles.xml"/><Relationship Id="rId8" Type="http://schemas.openxmlformats.org/officeDocument/2006/relationships/slide" Target="slides/slide7.xml"/><Relationship Id="rId3" Type="http://schemas.openxmlformats.org/officeDocument/2006/relationships/slide" Target="slides/slide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Kalvis Golde" userId="d12450372feb7484" providerId="LiveId" clId="{2B4EF15D-42C9-844D-8A07-BC881FB6F23C}"/>
    <pc:docChg chg="undo redo custSel addSld delSld modSld sldOrd modSection">
      <pc:chgData name="Kalvis Golde" userId="d12450372feb7484" providerId="LiveId" clId="{2B4EF15D-42C9-844D-8A07-BC881FB6F23C}" dt="2021-06-22T21:45:26.631" v="15652" actId="1076"/>
      <pc:docMkLst>
        <pc:docMk/>
      </pc:docMkLst>
      <pc:sldChg chg="modSp mod delCm">
        <pc:chgData name="Kalvis Golde" userId="d12450372feb7484" providerId="LiveId" clId="{2B4EF15D-42C9-844D-8A07-BC881FB6F23C}" dt="2021-06-22T20:08:24.048" v="14713" actId="14734"/>
        <pc:sldMkLst>
          <pc:docMk/>
          <pc:sldMk cId="0" sldId="269"/>
        </pc:sldMkLst>
        <pc:spChg chg="mod">
          <ac:chgData name="Kalvis Golde" userId="d12450372feb7484" providerId="LiveId" clId="{2B4EF15D-42C9-844D-8A07-BC881FB6F23C}" dt="2021-06-22T19:26:55.030" v="14128" actId="13926"/>
          <ac:spMkLst>
            <pc:docMk/>
            <pc:sldMk cId="0" sldId="269"/>
            <ac:spMk id="10" creationId="{41C3B68A-3143-8C40-9052-984CB81771DE}"/>
          </ac:spMkLst>
        </pc:spChg>
        <pc:graphicFrameChg chg="mod modGraphic">
          <ac:chgData name="Kalvis Golde" userId="d12450372feb7484" providerId="LiveId" clId="{2B4EF15D-42C9-844D-8A07-BC881FB6F23C}" dt="2021-06-22T20:08:24.048" v="14713" actId="14734"/>
          <ac:graphicFrameMkLst>
            <pc:docMk/>
            <pc:sldMk cId="0" sldId="269"/>
            <ac:graphicFrameMk id="13" creationId="{2816B8B4-2B75-4A4E-82B3-628AEF4C139E}"/>
          </ac:graphicFrameMkLst>
        </pc:graphicFrameChg>
      </pc:sldChg>
      <pc:sldChg chg="addSp delSp modSp mod addCm delCm modCm">
        <pc:chgData name="Kalvis Golde" userId="d12450372feb7484" providerId="LiveId" clId="{2B4EF15D-42C9-844D-8A07-BC881FB6F23C}" dt="2021-06-22T21:13:28.645" v="14732"/>
        <pc:sldMkLst>
          <pc:docMk/>
          <pc:sldMk cId="0" sldId="298"/>
        </pc:sldMkLst>
        <pc:spChg chg="del">
          <ac:chgData name="Kalvis Golde" userId="d12450372feb7484" providerId="LiveId" clId="{2B4EF15D-42C9-844D-8A07-BC881FB6F23C}" dt="2021-06-10T17:56:57.277" v="504" actId="478"/>
          <ac:spMkLst>
            <pc:docMk/>
            <pc:sldMk cId="0" sldId="298"/>
            <ac:spMk id="2" creationId="{00000000-0000-0000-0000-000000000000}"/>
          </ac:spMkLst>
        </pc:spChg>
        <pc:spChg chg="mod">
          <ac:chgData name="Kalvis Golde" userId="d12450372feb7484" providerId="LiveId" clId="{2B4EF15D-42C9-844D-8A07-BC881FB6F23C}" dt="2021-06-10T18:41:22.866" v="1689" actId="1036"/>
          <ac:spMkLst>
            <pc:docMk/>
            <pc:sldMk cId="0" sldId="298"/>
            <ac:spMk id="4" creationId="{00000000-0000-0000-0000-000000000000}"/>
          </ac:spMkLst>
        </pc:spChg>
        <pc:spChg chg="del mod">
          <ac:chgData name="Kalvis Golde" userId="d12450372feb7484" providerId="LiveId" clId="{2B4EF15D-42C9-844D-8A07-BC881FB6F23C}" dt="2021-06-10T18:11:54.475" v="928" actId="478"/>
          <ac:spMkLst>
            <pc:docMk/>
            <pc:sldMk cId="0" sldId="298"/>
            <ac:spMk id="5" creationId="{2CBC4E64-8FB4-2E4F-AE2A-FE9460394B32}"/>
          </ac:spMkLst>
        </pc:spChg>
        <pc:spChg chg="add del mod">
          <ac:chgData name="Kalvis Golde" userId="d12450372feb7484" providerId="LiveId" clId="{2B4EF15D-42C9-844D-8A07-BC881FB6F23C}" dt="2021-06-10T17:57:04.163" v="506" actId="478"/>
          <ac:spMkLst>
            <pc:docMk/>
            <pc:sldMk cId="0" sldId="298"/>
            <ac:spMk id="9" creationId="{3C9CF0BA-BC2E-1945-875F-30B34241A178}"/>
          </ac:spMkLst>
        </pc:spChg>
        <pc:spChg chg="add mod">
          <ac:chgData name="Kalvis Golde" userId="d12450372feb7484" providerId="LiveId" clId="{2B4EF15D-42C9-844D-8A07-BC881FB6F23C}" dt="2021-06-22T19:03:29.701" v="13685" actId="13926"/>
          <ac:spMkLst>
            <pc:docMk/>
            <pc:sldMk cId="0" sldId="298"/>
            <ac:spMk id="10" creationId="{68D6C34B-8497-B544-815A-2076A22DC17B}"/>
          </ac:spMkLst>
        </pc:spChg>
        <pc:graphicFrameChg chg="mod modGraphic">
          <ac:chgData name="Kalvis Golde" userId="d12450372feb7484" providerId="LiveId" clId="{2B4EF15D-42C9-844D-8A07-BC881FB6F23C}" dt="2021-06-22T19:05:42.048" v="13699" actId="13926"/>
          <ac:graphicFrameMkLst>
            <pc:docMk/>
            <pc:sldMk cId="0" sldId="298"/>
            <ac:graphicFrameMk id="7" creationId="{00000000-0000-0000-0000-000000000000}"/>
          </ac:graphicFrameMkLst>
        </pc:graphicFrameChg>
        <pc:graphicFrameChg chg="del modGraphic">
          <ac:chgData name="Kalvis Golde" userId="d12450372feb7484" providerId="LiveId" clId="{2B4EF15D-42C9-844D-8A07-BC881FB6F23C}" dt="2021-06-10T18:17:54.990" v="1000" actId="478"/>
          <ac:graphicFrameMkLst>
            <pc:docMk/>
            <pc:sldMk cId="0" sldId="298"/>
            <ac:graphicFrameMk id="8" creationId="{6B275725-D677-AE43-9CE5-096DF8400729}"/>
          </ac:graphicFrameMkLst>
        </pc:graphicFrameChg>
      </pc:sldChg>
      <pc:sldChg chg="addSp delSp modSp add del mod addCm delCm modCm">
        <pc:chgData name="Kalvis Golde" userId="d12450372feb7484" providerId="LiveId" clId="{2B4EF15D-42C9-844D-8A07-BC881FB6F23C}" dt="2021-06-22T21:21:28.146" v="15338"/>
        <pc:sldMkLst>
          <pc:docMk/>
          <pc:sldMk cId="0" sldId="299"/>
        </pc:sldMkLst>
        <pc:spChg chg="del">
          <ac:chgData name="Kalvis Golde" userId="d12450372feb7484" providerId="LiveId" clId="{2B4EF15D-42C9-844D-8A07-BC881FB6F23C}" dt="2021-06-22T16:15:15.372" v="11982" actId="478"/>
          <ac:spMkLst>
            <pc:docMk/>
            <pc:sldMk cId="0" sldId="299"/>
            <ac:spMk id="2" creationId="{00000000-0000-0000-0000-000000000000}"/>
          </ac:spMkLst>
        </pc:spChg>
        <pc:spChg chg="del">
          <ac:chgData name="Kalvis Golde" userId="d12450372feb7484" providerId="LiveId" clId="{2B4EF15D-42C9-844D-8A07-BC881FB6F23C}" dt="2021-06-10T19:44:10.673" v="6323" actId="478"/>
          <ac:spMkLst>
            <pc:docMk/>
            <pc:sldMk cId="0" sldId="299"/>
            <ac:spMk id="4" creationId="{00000000-0000-0000-0000-000000000000}"/>
          </ac:spMkLst>
        </pc:spChg>
        <pc:spChg chg="add del mod">
          <ac:chgData name="Kalvis Golde" userId="d12450372feb7484" providerId="LiveId" clId="{2B4EF15D-42C9-844D-8A07-BC881FB6F23C}" dt="2021-06-22T16:15:08.613" v="11980" actId="478"/>
          <ac:spMkLst>
            <pc:docMk/>
            <pc:sldMk cId="0" sldId="299"/>
            <ac:spMk id="5" creationId="{082B7746-FD95-0143-96B1-BFB512F69B9A}"/>
          </ac:spMkLst>
        </pc:spChg>
        <pc:spChg chg="add del mod">
          <ac:chgData name="Kalvis Golde" userId="d12450372feb7484" providerId="LiveId" clId="{2B4EF15D-42C9-844D-8A07-BC881FB6F23C}" dt="2021-06-22T16:15:16.864" v="11983" actId="478"/>
          <ac:spMkLst>
            <pc:docMk/>
            <pc:sldMk cId="0" sldId="299"/>
            <ac:spMk id="8" creationId="{C380418D-E24D-2143-9460-8687DBA7B618}"/>
          </ac:spMkLst>
        </pc:spChg>
        <pc:spChg chg="add mod">
          <ac:chgData name="Kalvis Golde" userId="d12450372feb7484" providerId="LiveId" clId="{2B4EF15D-42C9-844D-8A07-BC881FB6F23C}" dt="2021-06-22T19:08:37.600" v="13795" actId="13926"/>
          <ac:spMkLst>
            <pc:docMk/>
            <pc:sldMk cId="0" sldId="299"/>
            <ac:spMk id="10" creationId="{D366379E-E9D8-DB42-B1E2-38F621A2306F}"/>
          </ac:spMkLst>
        </pc:spChg>
        <pc:graphicFrameChg chg="add mod modGraphic">
          <ac:chgData name="Kalvis Golde" userId="d12450372feb7484" providerId="LiveId" clId="{2B4EF15D-42C9-844D-8A07-BC881FB6F23C}" dt="2021-06-22T19:32:07.263" v="14176"/>
          <ac:graphicFrameMkLst>
            <pc:docMk/>
            <pc:sldMk cId="0" sldId="299"/>
            <ac:graphicFrameMk id="7" creationId="{AFEE743B-3743-7B46-A02B-4C621618C449}"/>
          </ac:graphicFrameMkLst>
        </pc:graphicFrameChg>
        <pc:graphicFrameChg chg="del mod modGraphic">
          <ac:chgData name="Kalvis Golde" userId="d12450372feb7484" providerId="LiveId" clId="{2B4EF15D-42C9-844D-8A07-BC881FB6F23C}" dt="2021-06-22T16:15:06.621" v="11979" actId="478"/>
          <ac:graphicFrameMkLst>
            <pc:docMk/>
            <pc:sldMk cId="0" sldId="299"/>
            <ac:graphicFrameMk id="15" creationId="{00000000-0000-0000-0000-000000000000}"/>
          </ac:graphicFrameMkLst>
        </pc:graphicFrameChg>
      </pc:sldChg>
      <pc:sldChg chg="addSp modSp del mod">
        <pc:chgData name="Kalvis Golde" userId="d12450372feb7484" providerId="LiveId" clId="{2B4EF15D-42C9-844D-8A07-BC881FB6F23C}" dt="2021-06-10T20:14:05.850" v="8416" actId="2696"/>
        <pc:sldMkLst>
          <pc:docMk/>
          <pc:sldMk cId="3525443275" sldId="311"/>
        </pc:sldMkLst>
        <pc:spChg chg="add mod">
          <ac:chgData name="Kalvis Golde" userId="d12450372feb7484" providerId="LiveId" clId="{2B4EF15D-42C9-844D-8A07-BC881FB6F23C}" dt="2021-06-10T20:13:26.426" v="8415" actId="20577"/>
          <ac:spMkLst>
            <pc:docMk/>
            <pc:sldMk cId="3525443275" sldId="311"/>
            <ac:spMk id="5" creationId="{550F536A-B356-4645-A456-11B1879B464D}"/>
          </ac:spMkLst>
        </pc:spChg>
      </pc:sldChg>
      <pc:sldChg chg="addSp delSp modSp del mod">
        <pc:chgData name="Kalvis Golde" userId="d12450372feb7484" providerId="LiveId" clId="{2B4EF15D-42C9-844D-8A07-BC881FB6F23C}" dt="2021-06-10T20:41:36.773" v="8905" actId="2696"/>
        <pc:sldMkLst>
          <pc:docMk/>
          <pc:sldMk cId="4202496770" sldId="312"/>
        </pc:sldMkLst>
        <pc:spChg chg="add del mod">
          <ac:chgData name="Kalvis Golde" userId="d12450372feb7484" providerId="LiveId" clId="{2B4EF15D-42C9-844D-8A07-BC881FB6F23C}" dt="2021-06-10T20:36:33.989" v="8511" actId="478"/>
          <ac:spMkLst>
            <pc:docMk/>
            <pc:sldMk cId="4202496770" sldId="312"/>
            <ac:spMk id="3" creationId="{F7898CCD-F5AC-0642-B5FD-25A51C142840}"/>
          </ac:spMkLst>
        </pc:spChg>
        <pc:spChg chg="add mod">
          <ac:chgData name="Kalvis Golde" userId="d12450372feb7484" providerId="LiveId" clId="{2B4EF15D-42C9-844D-8A07-BC881FB6F23C}" dt="2021-06-10T20:39:27.653" v="8800" actId="20577"/>
          <ac:spMkLst>
            <pc:docMk/>
            <pc:sldMk cId="4202496770" sldId="312"/>
            <ac:spMk id="9" creationId="{46F2D4F4-13CF-7148-B38F-128E76F7F247}"/>
          </ac:spMkLst>
        </pc:spChg>
        <pc:graphicFrameChg chg="del">
          <ac:chgData name="Kalvis Golde" userId="d12450372feb7484" providerId="LiveId" clId="{2B4EF15D-42C9-844D-8A07-BC881FB6F23C}" dt="2021-06-10T20:36:32.271" v="8510" actId="478"/>
          <ac:graphicFrameMkLst>
            <pc:docMk/>
            <pc:sldMk cId="4202496770" sldId="312"/>
            <ac:graphicFrameMk id="8" creationId="{00000000-0000-0000-0000-000000000000}"/>
          </ac:graphicFrameMkLst>
        </pc:graphicFrameChg>
        <pc:picChg chg="add mod">
          <ac:chgData name="Kalvis Golde" userId="d12450372feb7484" providerId="LiveId" clId="{2B4EF15D-42C9-844D-8A07-BC881FB6F23C}" dt="2021-06-10T20:39:59.608" v="8813" actId="14100"/>
          <ac:picMkLst>
            <pc:docMk/>
            <pc:sldMk cId="4202496770" sldId="312"/>
            <ac:picMk id="7" creationId="{23F72518-6DC8-864C-8892-834A6AC85B3C}"/>
          </ac:picMkLst>
        </pc:picChg>
      </pc:sldChg>
      <pc:sldChg chg="addSp delSp modSp mod delCm">
        <pc:chgData name="Kalvis Golde" userId="d12450372feb7484" providerId="LiveId" clId="{2B4EF15D-42C9-844D-8A07-BC881FB6F23C}" dt="2021-06-22T19:12:47.350" v="13820" actId="13926"/>
        <pc:sldMkLst>
          <pc:docMk/>
          <pc:sldMk cId="25729686" sldId="324"/>
        </pc:sldMkLst>
        <pc:spChg chg="mod">
          <ac:chgData name="Kalvis Golde" userId="d12450372feb7484" providerId="LiveId" clId="{2B4EF15D-42C9-844D-8A07-BC881FB6F23C}" dt="2021-06-22T19:12:47.350" v="13820" actId="13926"/>
          <ac:spMkLst>
            <pc:docMk/>
            <pc:sldMk cId="25729686" sldId="324"/>
            <ac:spMk id="2" creationId="{00000000-0000-0000-0000-000000000000}"/>
          </ac:spMkLst>
        </pc:spChg>
        <pc:spChg chg="add del mod">
          <ac:chgData name="Kalvis Golde" userId="d12450372feb7484" providerId="LiveId" clId="{2B4EF15D-42C9-844D-8A07-BC881FB6F23C}" dt="2021-06-10T20:41:09.724" v="8901" actId="478"/>
          <ac:spMkLst>
            <pc:docMk/>
            <pc:sldMk cId="25729686" sldId="324"/>
            <ac:spMk id="5" creationId="{CCE820BC-FDA7-CB4B-8729-BCDB1EFEE735}"/>
          </ac:spMkLst>
        </pc:spChg>
        <pc:spChg chg="add mod">
          <ac:chgData name="Kalvis Golde" userId="d12450372feb7484" providerId="LiveId" clId="{2B4EF15D-42C9-844D-8A07-BC881FB6F23C}" dt="2021-06-17T18:20:14.554" v="11207" actId="207"/>
          <ac:spMkLst>
            <pc:docMk/>
            <pc:sldMk cId="25729686" sldId="324"/>
            <ac:spMk id="7" creationId="{CDBDE700-FBCA-6541-B954-86146E231962}"/>
          </ac:spMkLst>
        </pc:spChg>
        <pc:graphicFrameChg chg="mod modGraphic">
          <ac:chgData name="Kalvis Golde" userId="d12450372feb7484" providerId="LiveId" clId="{2B4EF15D-42C9-844D-8A07-BC881FB6F23C}" dt="2021-06-10T21:03:35.692" v="10259" actId="1076"/>
          <ac:graphicFrameMkLst>
            <pc:docMk/>
            <pc:sldMk cId="25729686" sldId="324"/>
            <ac:graphicFrameMk id="4" creationId="{00000000-0000-0000-0000-000000000000}"/>
          </ac:graphicFrameMkLst>
        </pc:graphicFrameChg>
        <pc:picChg chg="add mod">
          <ac:chgData name="Kalvis Golde" userId="d12450372feb7484" providerId="LiveId" clId="{2B4EF15D-42C9-844D-8A07-BC881FB6F23C}" dt="2021-06-10T20:40:38.608" v="8863"/>
          <ac:picMkLst>
            <pc:docMk/>
            <pc:sldMk cId="25729686" sldId="324"/>
            <ac:picMk id="6" creationId="{758F644C-B24F-2442-B084-057A22933CE9}"/>
          </ac:picMkLst>
        </pc:picChg>
      </pc:sldChg>
      <pc:sldChg chg="modSp mod delCm">
        <pc:chgData name="Kalvis Golde" userId="d12450372feb7484" providerId="LiveId" clId="{2B4EF15D-42C9-844D-8A07-BC881FB6F23C}" dt="2021-06-22T19:11:01.018" v="13808" actId="13926"/>
        <pc:sldMkLst>
          <pc:docMk/>
          <pc:sldMk cId="3618912480" sldId="328"/>
        </pc:sldMkLst>
        <pc:spChg chg="mod">
          <ac:chgData name="Kalvis Golde" userId="d12450372feb7484" providerId="LiveId" clId="{2B4EF15D-42C9-844D-8A07-BC881FB6F23C}" dt="2021-06-22T19:11:01.018" v="13808" actId="13926"/>
          <ac:spMkLst>
            <pc:docMk/>
            <pc:sldMk cId="3618912480" sldId="328"/>
            <ac:spMk id="2" creationId="{00000000-0000-0000-0000-000000000000}"/>
          </ac:spMkLst>
        </pc:spChg>
      </pc:sldChg>
      <pc:sldChg chg="addSp delSp modSp del mod delCm">
        <pc:chgData name="Kalvis Golde" userId="d12450372feb7484" providerId="LiveId" clId="{2B4EF15D-42C9-844D-8A07-BC881FB6F23C}" dt="2021-06-22T21:25:35.586" v="15344" actId="2696"/>
        <pc:sldMkLst>
          <pc:docMk/>
          <pc:sldMk cId="0" sldId="330"/>
        </pc:sldMkLst>
        <pc:spChg chg="add del mod">
          <ac:chgData name="Kalvis Golde" userId="d12450372feb7484" providerId="LiveId" clId="{2B4EF15D-42C9-844D-8A07-BC881FB6F23C}" dt="2021-06-22T19:25:56.114" v="14122" actId="478"/>
          <ac:spMkLst>
            <pc:docMk/>
            <pc:sldMk cId="0" sldId="330"/>
            <ac:spMk id="6" creationId="{D982773A-2492-7648-9BCB-EC44ADCD30F5}"/>
          </ac:spMkLst>
        </pc:spChg>
        <pc:spChg chg="add del mod">
          <ac:chgData name="Kalvis Golde" userId="d12450372feb7484" providerId="LiveId" clId="{2B4EF15D-42C9-844D-8A07-BC881FB6F23C}" dt="2021-06-22T19:25:34.772" v="14103" actId="478"/>
          <ac:spMkLst>
            <pc:docMk/>
            <pc:sldMk cId="0" sldId="330"/>
            <ac:spMk id="9" creationId="{0860544C-F92B-6A45-A080-951D06D6189E}"/>
          </ac:spMkLst>
        </pc:spChg>
        <pc:spChg chg="add mod">
          <ac:chgData name="Kalvis Golde" userId="d12450372feb7484" providerId="LiveId" clId="{2B4EF15D-42C9-844D-8A07-BC881FB6F23C}" dt="2021-06-22T19:25:44.245" v="14120" actId="20577"/>
          <ac:spMkLst>
            <pc:docMk/>
            <pc:sldMk cId="0" sldId="330"/>
            <ac:spMk id="31" creationId="{1700F6EB-E9DE-9C48-BA13-96401307D7F6}"/>
          </ac:spMkLst>
        </pc:spChg>
        <pc:spChg chg="del mod">
          <ac:chgData name="Kalvis Golde" userId="d12450372feb7484" providerId="LiveId" clId="{2B4EF15D-42C9-844D-8A07-BC881FB6F23C}" dt="2021-06-22T19:25:33.031" v="14102" actId="478"/>
          <ac:spMkLst>
            <pc:docMk/>
            <pc:sldMk cId="0" sldId="330"/>
            <ac:spMk id="1025" creationId="{00000000-0000-0000-0000-000000000000}"/>
          </ac:spMkLst>
        </pc:spChg>
        <pc:graphicFrameChg chg="modGraphic">
          <ac:chgData name="Kalvis Golde" userId="d12450372feb7484" providerId="LiveId" clId="{2B4EF15D-42C9-844D-8A07-BC881FB6F23C}" dt="2021-06-22T19:26:16.064" v="14123" actId="20577"/>
          <ac:graphicFrameMkLst>
            <pc:docMk/>
            <pc:sldMk cId="0" sldId="330"/>
            <ac:graphicFrameMk id="27" creationId="{00000000-0000-0000-0000-000000000000}"/>
          </ac:graphicFrameMkLst>
        </pc:graphicFrameChg>
      </pc:sldChg>
      <pc:sldChg chg="addSp delSp modSp mod addCm delCm modCm">
        <pc:chgData name="Kalvis Golde" userId="d12450372feb7484" providerId="LiveId" clId="{2B4EF15D-42C9-844D-8A07-BC881FB6F23C}" dt="2021-06-22T21:25:30.992" v="15343"/>
        <pc:sldMkLst>
          <pc:docMk/>
          <pc:sldMk cId="0" sldId="336"/>
        </pc:sldMkLst>
        <pc:spChg chg="del mod">
          <ac:chgData name="Kalvis Golde" userId="d12450372feb7484" providerId="LiveId" clId="{2B4EF15D-42C9-844D-8A07-BC881FB6F23C}" dt="2021-06-22T19:12:27.401" v="13816" actId="478"/>
          <ac:spMkLst>
            <pc:docMk/>
            <pc:sldMk cId="0" sldId="336"/>
            <ac:spMk id="2" creationId="{00000000-0000-0000-0000-000000000000}"/>
          </ac:spMkLst>
        </pc:spChg>
        <pc:spChg chg="add del mod">
          <ac:chgData name="Kalvis Golde" userId="d12450372feb7484" providerId="LiveId" clId="{2B4EF15D-42C9-844D-8A07-BC881FB6F23C}" dt="2021-06-22T19:13:16.556" v="13822" actId="478"/>
          <ac:spMkLst>
            <pc:docMk/>
            <pc:sldMk cId="0" sldId="336"/>
            <ac:spMk id="5" creationId="{6505EF0A-8AE4-1B48-A43C-9A2925D2ED14}"/>
          </ac:spMkLst>
        </pc:spChg>
        <pc:spChg chg="add mod">
          <ac:chgData name="Kalvis Golde" userId="d12450372feb7484" providerId="LiveId" clId="{2B4EF15D-42C9-844D-8A07-BC881FB6F23C}" dt="2021-06-22T19:14:00.652" v="13861" actId="13926"/>
          <ac:spMkLst>
            <pc:docMk/>
            <pc:sldMk cId="0" sldId="336"/>
            <ac:spMk id="8" creationId="{D4B9013C-C67A-AB48-AD8F-D43F29B11028}"/>
          </ac:spMkLst>
        </pc:spChg>
        <pc:graphicFrameChg chg="mod modGraphic">
          <ac:chgData name="Kalvis Golde" userId="d12450372feb7484" providerId="LiveId" clId="{2B4EF15D-42C9-844D-8A07-BC881FB6F23C}" dt="2021-06-22T19:24:56.463" v="14100" actId="20577"/>
          <ac:graphicFrameMkLst>
            <pc:docMk/>
            <pc:sldMk cId="0" sldId="336"/>
            <ac:graphicFrameMk id="7" creationId="{00000000-0000-0000-0000-000000000000}"/>
          </ac:graphicFrameMkLst>
        </pc:graphicFrameChg>
      </pc:sldChg>
      <pc:sldChg chg="addSp delSp modSp mod addCm delCm">
        <pc:chgData name="Kalvis Golde" userId="d12450372feb7484" providerId="LiveId" clId="{2B4EF15D-42C9-844D-8A07-BC881FB6F23C}" dt="2021-06-22T19:11:06.891" v="13809" actId="13926"/>
        <pc:sldMkLst>
          <pc:docMk/>
          <pc:sldMk cId="0" sldId="340"/>
        </pc:sldMkLst>
        <pc:spChg chg="mod">
          <ac:chgData name="Kalvis Golde" userId="d12450372feb7484" providerId="LiveId" clId="{2B4EF15D-42C9-844D-8A07-BC881FB6F23C}" dt="2021-06-22T19:11:06.891" v="13809" actId="13926"/>
          <ac:spMkLst>
            <pc:docMk/>
            <pc:sldMk cId="0" sldId="340"/>
            <ac:spMk id="2" creationId="{00000000-0000-0000-0000-000000000000}"/>
          </ac:spMkLst>
        </pc:spChg>
        <pc:spChg chg="del">
          <ac:chgData name="Kalvis Golde" userId="d12450372feb7484" providerId="LiveId" clId="{2B4EF15D-42C9-844D-8A07-BC881FB6F23C}" dt="2021-06-10T19:56:18.083" v="6758" actId="478"/>
          <ac:spMkLst>
            <pc:docMk/>
            <pc:sldMk cId="0" sldId="340"/>
            <ac:spMk id="3" creationId="{00000000-0000-0000-0000-000000000000}"/>
          </ac:spMkLst>
        </pc:spChg>
        <pc:spChg chg="add mod">
          <ac:chgData name="Kalvis Golde" userId="d12450372feb7484" providerId="LiveId" clId="{2B4EF15D-42C9-844D-8A07-BC881FB6F23C}" dt="2021-06-17T18:15:15.897" v="11075" actId="207"/>
          <ac:spMkLst>
            <pc:docMk/>
            <pc:sldMk cId="0" sldId="340"/>
            <ac:spMk id="9" creationId="{5998A571-73D0-D147-A688-45E2608B1237}"/>
          </ac:spMkLst>
        </pc:spChg>
        <pc:spChg chg="add mod">
          <ac:chgData name="Kalvis Golde" userId="d12450372feb7484" providerId="LiveId" clId="{2B4EF15D-42C9-844D-8A07-BC881FB6F23C}" dt="2021-06-17T18:15:15.897" v="11075" actId="207"/>
          <ac:spMkLst>
            <pc:docMk/>
            <pc:sldMk cId="0" sldId="340"/>
            <ac:spMk id="10" creationId="{5E15A7A7-B33C-AD49-86CC-AEC41D48DC42}"/>
          </ac:spMkLst>
        </pc:spChg>
        <pc:graphicFrameChg chg="mod">
          <ac:chgData name="Kalvis Golde" userId="d12450372feb7484" providerId="LiveId" clId="{2B4EF15D-42C9-844D-8A07-BC881FB6F23C}" dt="2021-06-10T19:56:09.482" v="6757" actId="1076"/>
          <ac:graphicFrameMkLst>
            <pc:docMk/>
            <pc:sldMk cId="0" sldId="340"/>
            <ac:graphicFrameMk id="5" creationId="{00000000-0000-0000-0000-000000000000}"/>
          </ac:graphicFrameMkLst>
        </pc:graphicFrameChg>
        <pc:graphicFrameChg chg="del">
          <ac:chgData name="Kalvis Golde" userId="d12450372feb7484" providerId="LiveId" clId="{2B4EF15D-42C9-844D-8A07-BC881FB6F23C}" dt="2021-06-10T19:55:26.777" v="6751" actId="478"/>
          <ac:graphicFrameMkLst>
            <pc:docMk/>
            <pc:sldMk cId="0" sldId="340"/>
            <ac:graphicFrameMk id="6" creationId="{00000000-0000-0000-0000-000000000000}"/>
          </ac:graphicFrameMkLst>
        </pc:graphicFrameChg>
        <pc:picChg chg="add mod">
          <ac:chgData name="Kalvis Golde" userId="d12450372feb7484" providerId="LiveId" clId="{2B4EF15D-42C9-844D-8A07-BC881FB6F23C}" dt="2021-06-10T19:55:53.383" v="6756" actId="1076"/>
          <ac:picMkLst>
            <pc:docMk/>
            <pc:sldMk cId="0" sldId="340"/>
            <ac:picMk id="8" creationId="{8B0D6A47-28ED-5E42-82EE-3858B691C735}"/>
          </ac:picMkLst>
        </pc:picChg>
      </pc:sldChg>
      <pc:sldChg chg="addSp delSp modSp mod delCm">
        <pc:chgData name="Kalvis Golde" userId="d12450372feb7484" providerId="LiveId" clId="{2B4EF15D-42C9-844D-8A07-BC881FB6F23C}" dt="2021-06-22T19:08:51.742" v="13796" actId="13926"/>
        <pc:sldMkLst>
          <pc:docMk/>
          <pc:sldMk cId="4162859104" sldId="343"/>
        </pc:sldMkLst>
        <pc:spChg chg="del">
          <ac:chgData name="Kalvis Golde" userId="d12450372feb7484" providerId="LiveId" clId="{2B4EF15D-42C9-844D-8A07-BC881FB6F23C}" dt="2021-06-10T18:58:13.943" v="3302" actId="478"/>
          <ac:spMkLst>
            <pc:docMk/>
            <pc:sldMk cId="4162859104" sldId="343"/>
            <ac:spMk id="2" creationId="{00000000-0000-0000-0000-000000000000}"/>
          </ac:spMkLst>
        </pc:spChg>
        <pc:spChg chg="del">
          <ac:chgData name="Kalvis Golde" userId="d12450372feb7484" providerId="LiveId" clId="{2B4EF15D-42C9-844D-8A07-BC881FB6F23C}" dt="2021-06-10T18:57:40.297" v="3298" actId="478"/>
          <ac:spMkLst>
            <pc:docMk/>
            <pc:sldMk cId="4162859104" sldId="343"/>
            <ac:spMk id="3" creationId="{00000000-0000-0000-0000-000000000000}"/>
          </ac:spMkLst>
        </pc:spChg>
        <pc:spChg chg="add del mod">
          <ac:chgData name="Kalvis Golde" userId="d12450372feb7484" providerId="LiveId" clId="{2B4EF15D-42C9-844D-8A07-BC881FB6F23C}" dt="2021-06-22T17:25:55.676" v="12303" actId="478"/>
          <ac:spMkLst>
            <pc:docMk/>
            <pc:sldMk cId="4162859104" sldId="343"/>
            <ac:spMk id="3" creationId="{EE8D0F3C-EAA3-9844-B0CC-DCF87CD1B496}"/>
          </ac:spMkLst>
        </pc:spChg>
        <pc:spChg chg="add del mod">
          <ac:chgData name="Kalvis Golde" userId="d12450372feb7484" providerId="LiveId" clId="{2B4EF15D-42C9-844D-8A07-BC881FB6F23C}" dt="2021-06-10T18:57:37.238" v="3296" actId="478"/>
          <ac:spMkLst>
            <pc:docMk/>
            <pc:sldMk cId="4162859104" sldId="343"/>
            <ac:spMk id="6" creationId="{744C2562-C29D-644D-BAE5-C71796875C99}"/>
          </ac:spMkLst>
        </pc:spChg>
        <pc:spChg chg="add mod">
          <ac:chgData name="Kalvis Golde" userId="d12450372feb7484" providerId="LiveId" clId="{2B4EF15D-42C9-844D-8A07-BC881FB6F23C}" dt="2021-06-22T19:08:51.742" v="13796" actId="13926"/>
          <ac:spMkLst>
            <pc:docMk/>
            <pc:sldMk cId="4162859104" sldId="343"/>
            <ac:spMk id="7" creationId="{86565480-92B6-5A4E-8946-30A6E964E5AD}"/>
          </ac:spMkLst>
        </pc:spChg>
        <pc:spChg chg="add del mod">
          <ac:chgData name="Kalvis Golde" userId="d12450372feb7484" providerId="LiveId" clId="{2B4EF15D-42C9-844D-8A07-BC881FB6F23C}" dt="2021-06-10T18:58:16.241" v="3303" actId="478"/>
          <ac:spMkLst>
            <pc:docMk/>
            <pc:sldMk cId="4162859104" sldId="343"/>
            <ac:spMk id="12" creationId="{68A9731A-2F8A-FB4C-B495-002DEB7BA672}"/>
          </ac:spMkLst>
        </pc:spChg>
        <pc:spChg chg="add del mod">
          <ac:chgData name="Kalvis Golde" userId="d12450372feb7484" providerId="LiveId" clId="{2B4EF15D-42C9-844D-8A07-BC881FB6F23C}" dt="2021-06-22T17:25:53.862" v="12302" actId="478"/>
          <ac:spMkLst>
            <pc:docMk/>
            <pc:sldMk cId="4162859104" sldId="343"/>
            <ac:spMk id="13" creationId="{48741A7A-2A35-9E46-9CC4-56FCD5405679}"/>
          </ac:spMkLst>
        </pc:spChg>
        <pc:graphicFrameChg chg="del">
          <ac:chgData name="Kalvis Golde" userId="d12450372feb7484" providerId="LiveId" clId="{2B4EF15D-42C9-844D-8A07-BC881FB6F23C}" dt="2021-06-10T18:57:38.115" v="3297" actId="478"/>
          <ac:graphicFrameMkLst>
            <pc:docMk/>
            <pc:sldMk cId="4162859104" sldId="343"/>
            <ac:graphicFrameMk id="7" creationId="{024D86C0-94F1-4D93-BC9A-BBEA3EAF4154}"/>
          </ac:graphicFrameMkLst>
        </pc:graphicFrameChg>
        <pc:graphicFrameChg chg="del">
          <ac:chgData name="Kalvis Golde" userId="d12450372feb7484" providerId="LiveId" clId="{2B4EF15D-42C9-844D-8A07-BC881FB6F23C}" dt="2021-06-10T18:57:29.648" v="3295" actId="478"/>
          <ac:graphicFrameMkLst>
            <pc:docMk/>
            <pc:sldMk cId="4162859104" sldId="343"/>
            <ac:graphicFrameMk id="8" creationId="{00000000-0000-0000-0000-000000000000}"/>
          </ac:graphicFrameMkLst>
        </pc:graphicFrameChg>
        <pc:picChg chg="add mod">
          <ac:chgData name="Kalvis Golde" userId="d12450372feb7484" providerId="LiveId" clId="{2B4EF15D-42C9-844D-8A07-BC881FB6F23C}" dt="2021-06-22T17:26:35.033" v="12313" actId="1076"/>
          <ac:picMkLst>
            <pc:docMk/>
            <pc:sldMk cId="4162859104" sldId="343"/>
            <ac:picMk id="6" creationId="{DA5A4708-E159-5046-B882-4EF2145E2C7F}"/>
          </ac:picMkLst>
        </pc:picChg>
        <pc:picChg chg="add del mod">
          <ac:chgData name="Kalvis Golde" userId="d12450372feb7484" providerId="LiveId" clId="{2B4EF15D-42C9-844D-8A07-BC881FB6F23C}" dt="2021-06-22T17:26:17.483" v="12307" actId="478"/>
          <ac:picMkLst>
            <pc:docMk/>
            <pc:sldMk cId="4162859104" sldId="343"/>
            <ac:picMk id="10" creationId="{48AC3804-9B8C-DF4D-94A1-E91D9895F978}"/>
          </ac:picMkLst>
        </pc:picChg>
      </pc:sldChg>
      <pc:sldChg chg="addSp delSp modSp mod delCm">
        <pc:chgData name="Kalvis Golde" userId="d12450372feb7484" providerId="LiveId" clId="{2B4EF15D-42C9-844D-8A07-BC881FB6F23C}" dt="2021-06-22T19:03:59.482" v="13689" actId="13926"/>
        <pc:sldMkLst>
          <pc:docMk/>
          <pc:sldMk cId="2584210198" sldId="345"/>
        </pc:sldMkLst>
        <pc:spChg chg="del">
          <ac:chgData name="Kalvis Golde" userId="d12450372feb7484" providerId="LiveId" clId="{2B4EF15D-42C9-844D-8A07-BC881FB6F23C}" dt="2021-06-22T14:53:50.066" v="11230" actId="478"/>
          <ac:spMkLst>
            <pc:docMk/>
            <pc:sldMk cId="2584210198" sldId="345"/>
            <ac:spMk id="2" creationId="{00000000-0000-0000-0000-000000000000}"/>
          </ac:spMkLst>
        </pc:spChg>
        <pc:spChg chg="del">
          <ac:chgData name="Kalvis Golde" userId="d12450372feb7484" providerId="LiveId" clId="{2B4EF15D-42C9-844D-8A07-BC881FB6F23C}" dt="2021-06-10T18:54:58.624" v="3115" actId="478"/>
          <ac:spMkLst>
            <pc:docMk/>
            <pc:sldMk cId="2584210198" sldId="345"/>
            <ac:spMk id="3" creationId="{00000000-0000-0000-0000-000000000000}"/>
          </ac:spMkLst>
        </pc:spChg>
        <pc:spChg chg="del">
          <ac:chgData name="Kalvis Golde" userId="d12450372feb7484" providerId="LiveId" clId="{2B4EF15D-42C9-844D-8A07-BC881FB6F23C}" dt="2021-06-10T18:55:04.378" v="3116" actId="478"/>
          <ac:spMkLst>
            <pc:docMk/>
            <pc:sldMk cId="2584210198" sldId="345"/>
            <ac:spMk id="4" creationId="{00000000-0000-0000-0000-000000000000}"/>
          </ac:spMkLst>
        </pc:spChg>
        <pc:spChg chg="add del mod">
          <ac:chgData name="Kalvis Golde" userId="d12450372feb7484" providerId="LiveId" clId="{2B4EF15D-42C9-844D-8A07-BC881FB6F23C}" dt="2021-06-22T14:53:51.865" v="11231" actId="478"/>
          <ac:spMkLst>
            <pc:docMk/>
            <pc:sldMk cId="2584210198" sldId="345"/>
            <ac:spMk id="4" creationId="{81BE7985-E363-8C47-BD95-3A5ABE7BB20E}"/>
          </ac:spMkLst>
        </pc:spChg>
        <pc:spChg chg="add del mod">
          <ac:chgData name="Kalvis Golde" userId="d12450372feb7484" providerId="LiveId" clId="{2B4EF15D-42C9-844D-8A07-BC881FB6F23C}" dt="2021-06-22T14:53:16.395" v="11228" actId="478"/>
          <ac:spMkLst>
            <pc:docMk/>
            <pc:sldMk cId="2584210198" sldId="345"/>
            <ac:spMk id="6" creationId="{42E3A18F-FDFD-D145-8536-80F8DDB0BB37}"/>
          </ac:spMkLst>
        </pc:spChg>
        <pc:spChg chg="add mod">
          <ac:chgData name="Kalvis Golde" userId="d12450372feb7484" providerId="LiveId" clId="{2B4EF15D-42C9-844D-8A07-BC881FB6F23C}" dt="2021-06-22T19:03:59.482" v="13689" actId="13926"/>
          <ac:spMkLst>
            <pc:docMk/>
            <pc:sldMk cId="2584210198" sldId="345"/>
            <ac:spMk id="8" creationId="{A5345AB6-7B44-E44F-983D-1098CCD088F2}"/>
          </ac:spMkLst>
        </pc:spChg>
        <pc:graphicFrameChg chg="del">
          <ac:chgData name="Kalvis Golde" userId="d12450372feb7484" providerId="LiveId" clId="{2B4EF15D-42C9-844D-8A07-BC881FB6F23C}" dt="2021-06-10T18:54:51.478" v="3111" actId="478"/>
          <ac:graphicFrameMkLst>
            <pc:docMk/>
            <pc:sldMk cId="2584210198" sldId="345"/>
            <ac:graphicFrameMk id="9" creationId="{00000000-0000-0000-0000-000000000000}"/>
          </ac:graphicFrameMkLst>
        </pc:graphicFrameChg>
        <pc:graphicFrameChg chg="del">
          <ac:chgData name="Kalvis Golde" userId="d12450372feb7484" providerId="LiveId" clId="{2B4EF15D-42C9-844D-8A07-BC881FB6F23C}" dt="2021-06-10T18:54:54.298" v="3113" actId="478"/>
          <ac:graphicFrameMkLst>
            <pc:docMk/>
            <pc:sldMk cId="2584210198" sldId="345"/>
            <ac:graphicFrameMk id="11" creationId="{00000000-0000-0000-0000-000000000000}"/>
          </ac:graphicFrameMkLst>
        </pc:graphicFrameChg>
        <pc:graphicFrameChg chg="del">
          <ac:chgData name="Kalvis Golde" userId="d12450372feb7484" providerId="LiveId" clId="{2B4EF15D-42C9-844D-8A07-BC881FB6F23C}" dt="2021-06-10T18:54:53.572" v="3112" actId="478"/>
          <ac:graphicFrameMkLst>
            <pc:docMk/>
            <pc:sldMk cId="2584210198" sldId="345"/>
            <ac:graphicFrameMk id="12" creationId="{00000000-0000-0000-0000-000000000000}"/>
          </ac:graphicFrameMkLst>
        </pc:graphicFrameChg>
        <pc:graphicFrameChg chg="del mod">
          <ac:chgData name="Kalvis Golde" userId="d12450372feb7484" providerId="LiveId" clId="{2B4EF15D-42C9-844D-8A07-BC881FB6F23C}" dt="2021-06-22T14:53:20.509" v="11229" actId="478"/>
          <ac:graphicFrameMkLst>
            <pc:docMk/>
            <pc:sldMk cId="2584210198" sldId="345"/>
            <ac:graphicFrameMk id="13" creationId="{00000000-0000-0000-0000-000000000000}"/>
          </ac:graphicFrameMkLst>
        </pc:graphicFrameChg>
      </pc:sldChg>
      <pc:sldChg chg="addSp delSp modSp mod delCm">
        <pc:chgData name="Kalvis Golde" userId="d12450372feb7484" providerId="LiveId" clId="{2B4EF15D-42C9-844D-8A07-BC881FB6F23C}" dt="2021-06-22T19:08:54.899" v="13797" actId="13926"/>
        <pc:sldMkLst>
          <pc:docMk/>
          <pc:sldMk cId="1171196212" sldId="346"/>
        </pc:sldMkLst>
        <pc:spChg chg="del mod">
          <ac:chgData name="Kalvis Golde" userId="d12450372feb7484" providerId="LiveId" clId="{2B4EF15D-42C9-844D-8A07-BC881FB6F23C}" dt="2021-06-10T18:59:06.678" v="3312" actId="478"/>
          <ac:spMkLst>
            <pc:docMk/>
            <pc:sldMk cId="1171196212" sldId="346"/>
            <ac:spMk id="2" creationId="{00000000-0000-0000-0000-000000000000}"/>
          </ac:spMkLst>
        </pc:spChg>
        <pc:spChg chg="del">
          <ac:chgData name="Kalvis Golde" userId="d12450372feb7484" providerId="LiveId" clId="{2B4EF15D-42C9-844D-8A07-BC881FB6F23C}" dt="2021-06-10T18:59:00.854" v="3309" actId="478"/>
          <ac:spMkLst>
            <pc:docMk/>
            <pc:sldMk cId="1171196212" sldId="346"/>
            <ac:spMk id="3" creationId="{00000000-0000-0000-0000-000000000000}"/>
          </ac:spMkLst>
        </pc:spChg>
        <pc:spChg chg="add del mod">
          <ac:chgData name="Kalvis Golde" userId="d12450372feb7484" providerId="LiveId" clId="{2B4EF15D-42C9-844D-8A07-BC881FB6F23C}" dt="2021-06-22T17:26:58.288" v="12317" actId="478"/>
          <ac:spMkLst>
            <pc:docMk/>
            <pc:sldMk cId="1171196212" sldId="346"/>
            <ac:spMk id="3" creationId="{7836D072-A336-4D48-8600-44871A061855}"/>
          </ac:spMkLst>
        </pc:spChg>
        <pc:spChg chg="add mod">
          <ac:chgData name="Kalvis Golde" userId="d12450372feb7484" providerId="LiveId" clId="{2B4EF15D-42C9-844D-8A07-BC881FB6F23C}" dt="2021-06-22T17:33:42.346" v="12624" actId="1037"/>
          <ac:spMkLst>
            <pc:docMk/>
            <pc:sldMk cId="1171196212" sldId="346"/>
            <ac:spMk id="5" creationId="{3B11E498-C84D-3542-AABE-CEE9AB4BD6EE}"/>
          </ac:spMkLst>
        </pc:spChg>
        <pc:spChg chg="add del mod">
          <ac:chgData name="Kalvis Golde" userId="d12450372feb7484" providerId="LiveId" clId="{2B4EF15D-42C9-844D-8A07-BC881FB6F23C}" dt="2021-06-10T18:59:08.909" v="3313" actId="478"/>
          <ac:spMkLst>
            <pc:docMk/>
            <pc:sldMk cId="1171196212" sldId="346"/>
            <ac:spMk id="6" creationId="{DCB32969-64FE-864B-967E-AD8213C3288F}"/>
          </ac:spMkLst>
        </pc:spChg>
        <pc:spChg chg="add mod">
          <ac:chgData name="Kalvis Golde" userId="d12450372feb7484" providerId="LiveId" clId="{2B4EF15D-42C9-844D-8A07-BC881FB6F23C}" dt="2021-06-22T19:08:54.899" v="13797" actId="13926"/>
          <ac:spMkLst>
            <pc:docMk/>
            <pc:sldMk cId="1171196212" sldId="346"/>
            <ac:spMk id="7" creationId="{20BA9BF7-B19D-8046-A716-301EFC5EBF4E}"/>
          </ac:spMkLst>
        </pc:spChg>
        <pc:spChg chg="add del mod">
          <ac:chgData name="Kalvis Golde" userId="d12450372feb7484" providerId="LiveId" clId="{2B4EF15D-42C9-844D-8A07-BC881FB6F23C}" dt="2021-06-10T18:59:11.514" v="3314" actId="478"/>
          <ac:spMkLst>
            <pc:docMk/>
            <pc:sldMk cId="1171196212" sldId="346"/>
            <ac:spMk id="9" creationId="{D95DBDBF-125A-C140-888B-FEDC877FE076}"/>
          </ac:spMkLst>
        </pc:spChg>
        <pc:spChg chg="add del mod">
          <ac:chgData name="Kalvis Golde" userId="d12450372feb7484" providerId="LiveId" clId="{2B4EF15D-42C9-844D-8A07-BC881FB6F23C}" dt="2021-06-22T17:26:53.603" v="12315" actId="478"/>
          <ac:spMkLst>
            <pc:docMk/>
            <pc:sldMk cId="1171196212" sldId="346"/>
            <ac:spMk id="12" creationId="{2A4741C6-071F-F343-9F40-92D5E5343558}"/>
          </ac:spMkLst>
        </pc:spChg>
        <pc:graphicFrameChg chg="del modGraphic">
          <ac:chgData name="Kalvis Golde" userId="d12450372feb7484" providerId="LiveId" clId="{2B4EF15D-42C9-844D-8A07-BC881FB6F23C}" dt="2021-06-10T18:59:03.958" v="3310" actId="478"/>
          <ac:graphicFrameMkLst>
            <pc:docMk/>
            <pc:sldMk cId="1171196212" sldId="346"/>
            <ac:graphicFrameMk id="7" creationId="{00000000-0000-0000-0000-000000000000}"/>
          </ac:graphicFrameMkLst>
        </pc:graphicFrameChg>
        <pc:picChg chg="add del mod">
          <ac:chgData name="Kalvis Golde" userId="d12450372feb7484" providerId="LiveId" clId="{2B4EF15D-42C9-844D-8A07-BC881FB6F23C}" dt="2021-06-10T20:56:19.705" v="9687" actId="478"/>
          <ac:picMkLst>
            <pc:docMk/>
            <pc:sldMk cId="1171196212" sldId="346"/>
            <ac:picMk id="11" creationId="{BFA1BDFF-033B-5D4A-8236-FC73573325AD}"/>
          </ac:picMkLst>
        </pc:picChg>
        <pc:picChg chg="add mod">
          <ac:chgData name="Kalvis Golde" userId="d12450372feb7484" providerId="LiveId" clId="{2B4EF15D-42C9-844D-8A07-BC881FB6F23C}" dt="2021-06-22T19:02:58.166" v="13684" actId="1076"/>
          <ac:picMkLst>
            <pc:docMk/>
            <pc:sldMk cId="1171196212" sldId="346"/>
            <ac:picMk id="14" creationId="{30DF6DD2-6D36-CF43-B40F-3BC5CF8D1A02}"/>
          </ac:picMkLst>
        </pc:picChg>
      </pc:sldChg>
      <pc:sldChg chg="addSp delSp modSp mod delCm">
        <pc:chgData name="Kalvis Golde" userId="d12450372feb7484" providerId="LiveId" clId="{2B4EF15D-42C9-844D-8A07-BC881FB6F23C}" dt="2021-06-22T19:12:35.094" v="13817" actId="13926"/>
        <pc:sldMkLst>
          <pc:docMk/>
          <pc:sldMk cId="2978318038" sldId="348"/>
        </pc:sldMkLst>
        <pc:spChg chg="mod">
          <ac:chgData name="Kalvis Golde" userId="d12450372feb7484" providerId="LiveId" clId="{2B4EF15D-42C9-844D-8A07-BC881FB6F23C}" dt="2021-06-22T19:12:35.094" v="13817" actId="13926"/>
          <ac:spMkLst>
            <pc:docMk/>
            <pc:sldMk cId="2978318038" sldId="348"/>
            <ac:spMk id="2" creationId="{00000000-0000-0000-0000-000000000000}"/>
          </ac:spMkLst>
        </pc:spChg>
        <pc:spChg chg="del">
          <ac:chgData name="Kalvis Golde" userId="d12450372feb7484" providerId="LiveId" clId="{2B4EF15D-42C9-844D-8A07-BC881FB6F23C}" dt="2021-06-10T20:08:17.043" v="7922" actId="478"/>
          <ac:spMkLst>
            <pc:docMk/>
            <pc:sldMk cId="2978318038" sldId="348"/>
            <ac:spMk id="3" creationId="{00000000-0000-0000-0000-000000000000}"/>
          </ac:spMkLst>
        </pc:spChg>
        <pc:spChg chg="add mod">
          <ac:chgData name="Kalvis Golde" userId="d12450372feb7484" providerId="LiveId" clId="{2B4EF15D-42C9-844D-8A07-BC881FB6F23C}" dt="2021-06-17T18:15:32.371" v="11076" actId="207"/>
          <ac:spMkLst>
            <pc:docMk/>
            <pc:sldMk cId="2978318038" sldId="348"/>
            <ac:spMk id="6" creationId="{604D38DC-2BAB-E347-BB0D-92A64F59EA09}"/>
          </ac:spMkLst>
        </pc:spChg>
      </pc:sldChg>
      <pc:sldChg chg="del">
        <pc:chgData name="Kalvis Golde" userId="d12450372feb7484" providerId="LiveId" clId="{2B4EF15D-42C9-844D-8A07-BC881FB6F23C}" dt="2021-06-10T20:58:25.743" v="9796" actId="2696"/>
        <pc:sldMkLst>
          <pc:docMk/>
          <pc:sldMk cId="870864457" sldId="349"/>
        </pc:sldMkLst>
      </pc:sldChg>
      <pc:sldChg chg="addSp modSp mod addCm delCm">
        <pc:chgData name="Kalvis Golde" userId="d12450372feb7484" providerId="LiveId" clId="{2B4EF15D-42C9-844D-8A07-BC881FB6F23C}" dt="2021-06-22T19:12:42.603" v="13819" actId="13926"/>
        <pc:sldMkLst>
          <pc:docMk/>
          <pc:sldMk cId="2490458516" sldId="350"/>
        </pc:sldMkLst>
        <pc:spChg chg="mod">
          <ac:chgData name="Kalvis Golde" userId="d12450372feb7484" providerId="LiveId" clId="{2B4EF15D-42C9-844D-8A07-BC881FB6F23C}" dt="2021-06-22T19:12:42.603" v="13819" actId="13926"/>
          <ac:spMkLst>
            <pc:docMk/>
            <pc:sldMk cId="2490458516" sldId="350"/>
            <ac:spMk id="2" creationId="{00000000-0000-0000-0000-000000000000}"/>
          </ac:spMkLst>
        </pc:spChg>
        <pc:spChg chg="add mod">
          <ac:chgData name="Kalvis Golde" userId="d12450372feb7484" providerId="LiveId" clId="{2B4EF15D-42C9-844D-8A07-BC881FB6F23C}" dt="2021-06-17T18:20:05.269" v="11205" actId="207"/>
          <ac:spMkLst>
            <pc:docMk/>
            <pc:sldMk cId="2490458516" sldId="350"/>
            <ac:spMk id="4" creationId="{EBB4B57C-D160-FF4E-A10F-420A073A4FF2}"/>
          </ac:spMkLst>
        </pc:spChg>
        <pc:picChg chg="add mod">
          <ac:chgData name="Kalvis Golde" userId="d12450372feb7484" providerId="LiveId" clId="{2B4EF15D-42C9-844D-8A07-BC881FB6F23C}" dt="2021-06-10T20:40:19.830" v="8818" actId="1076"/>
          <ac:picMkLst>
            <pc:docMk/>
            <pc:sldMk cId="2490458516" sldId="350"/>
            <ac:picMk id="6" creationId="{69EF4B9C-DA31-1043-88DB-484CDCD83CE3}"/>
          </ac:picMkLst>
        </pc:picChg>
        <pc:picChg chg="mod">
          <ac:chgData name="Kalvis Golde" userId="d12450372feb7484" providerId="LiveId" clId="{2B4EF15D-42C9-844D-8A07-BC881FB6F23C}" dt="2021-06-10T20:40:12.949" v="8816" actId="1076"/>
          <ac:picMkLst>
            <pc:docMk/>
            <pc:sldMk cId="2490458516" sldId="350"/>
            <ac:picMk id="12" creationId="{17AB583D-3F7D-F540-A125-62EEE7803317}"/>
          </ac:picMkLst>
        </pc:picChg>
      </pc:sldChg>
      <pc:sldChg chg="addSp delSp modSp mod delCm">
        <pc:chgData name="Kalvis Golde" userId="d12450372feb7484" providerId="LiveId" clId="{2B4EF15D-42C9-844D-8A07-BC881FB6F23C}" dt="2021-06-22T19:14:36.935" v="13866" actId="13926"/>
        <pc:sldMkLst>
          <pc:docMk/>
          <pc:sldMk cId="0" sldId="366"/>
        </pc:sldMkLst>
        <pc:spChg chg="del mod">
          <ac:chgData name="Kalvis Golde" userId="d12450372feb7484" providerId="LiveId" clId="{2B4EF15D-42C9-844D-8A07-BC881FB6F23C}" dt="2021-06-22T19:14:09.970" v="13862" actId="478"/>
          <ac:spMkLst>
            <pc:docMk/>
            <pc:sldMk cId="0" sldId="366"/>
            <ac:spMk id="2" creationId="{00000000-0000-0000-0000-000000000000}"/>
          </ac:spMkLst>
        </pc:spChg>
        <pc:spChg chg="add mod">
          <ac:chgData name="Kalvis Golde" userId="d12450372feb7484" providerId="LiveId" clId="{2B4EF15D-42C9-844D-8A07-BC881FB6F23C}" dt="2021-06-17T18:20:19.443" v="11208" actId="207"/>
          <ac:spMkLst>
            <pc:docMk/>
            <pc:sldMk cId="0" sldId="366"/>
            <ac:spMk id="5" creationId="{41E15243-F231-B943-B384-F39052C8FD56}"/>
          </ac:spMkLst>
        </pc:spChg>
        <pc:spChg chg="add del mod">
          <ac:chgData name="Kalvis Golde" userId="d12450372feb7484" providerId="LiveId" clId="{2B4EF15D-42C9-844D-8A07-BC881FB6F23C}" dt="2021-06-22T19:14:18.689" v="13863" actId="478"/>
          <ac:spMkLst>
            <pc:docMk/>
            <pc:sldMk cId="0" sldId="366"/>
            <ac:spMk id="7" creationId="{071FC67B-0F1A-F244-9348-2C609F6D3696}"/>
          </ac:spMkLst>
        </pc:spChg>
        <pc:spChg chg="add mod">
          <ac:chgData name="Kalvis Golde" userId="d12450372feb7484" providerId="LiveId" clId="{2B4EF15D-42C9-844D-8A07-BC881FB6F23C}" dt="2021-06-22T19:14:36.935" v="13866" actId="13926"/>
          <ac:spMkLst>
            <pc:docMk/>
            <pc:sldMk cId="0" sldId="366"/>
            <ac:spMk id="13" creationId="{21C79908-CC05-7E4A-9D1A-812B2A930E7D}"/>
          </ac:spMkLst>
        </pc:spChg>
        <pc:graphicFrameChg chg="mod">
          <ac:chgData name="Kalvis Golde" userId="d12450372feb7484" providerId="LiveId" clId="{2B4EF15D-42C9-844D-8A07-BC881FB6F23C}" dt="2021-06-22T19:14:31.398" v="13865" actId="1076"/>
          <ac:graphicFrameMkLst>
            <pc:docMk/>
            <pc:sldMk cId="0" sldId="366"/>
            <ac:graphicFrameMk id="8" creationId="{00000000-0000-0000-0000-000000000000}"/>
          </ac:graphicFrameMkLst>
        </pc:graphicFrameChg>
        <pc:graphicFrameChg chg="mod">
          <ac:chgData name="Kalvis Golde" userId="d12450372feb7484" providerId="LiveId" clId="{2B4EF15D-42C9-844D-8A07-BC881FB6F23C}" dt="2021-06-10T20:42:21.259" v="8912" actId="1076"/>
          <ac:graphicFrameMkLst>
            <pc:docMk/>
            <pc:sldMk cId="0" sldId="366"/>
            <ac:graphicFrameMk id="10" creationId="{00000000-0000-0000-0000-000000000000}"/>
          </ac:graphicFrameMkLst>
        </pc:graphicFrameChg>
        <pc:graphicFrameChg chg="mod">
          <ac:chgData name="Kalvis Golde" userId="d12450372feb7484" providerId="LiveId" clId="{2B4EF15D-42C9-844D-8A07-BC881FB6F23C}" dt="2021-06-10T20:42:12.728" v="8910" actId="1076"/>
          <ac:graphicFrameMkLst>
            <pc:docMk/>
            <pc:sldMk cId="0" sldId="366"/>
            <ac:graphicFrameMk id="11" creationId="{00000000-0000-0000-0000-000000000000}"/>
          </ac:graphicFrameMkLst>
        </pc:graphicFrameChg>
        <pc:graphicFrameChg chg="mod">
          <ac:chgData name="Kalvis Golde" userId="d12450372feb7484" providerId="LiveId" clId="{2B4EF15D-42C9-844D-8A07-BC881FB6F23C}" dt="2021-06-10T20:42:16.610" v="8911" actId="1076"/>
          <ac:graphicFrameMkLst>
            <pc:docMk/>
            <pc:sldMk cId="0" sldId="366"/>
            <ac:graphicFrameMk id="12" creationId="{00000000-0000-0000-0000-000000000000}"/>
          </ac:graphicFrameMkLst>
        </pc:graphicFrameChg>
      </pc:sldChg>
      <pc:sldChg chg="del">
        <pc:chgData name="Kalvis Golde" userId="d12450372feb7484" providerId="LiveId" clId="{2B4EF15D-42C9-844D-8A07-BC881FB6F23C}" dt="2021-06-10T21:00:09.336" v="9974" actId="2696"/>
        <pc:sldMkLst>
          <pc:docMk/>
          <pc:sldMk cId="0" sldId="367"/>
        </pc:sldMkLst>
      </pc:sldChg>
      <pc:sldChg chg="del">
        <pc:chgData name="Kalvis Golde" userId="d12450372feb7484" providerId="LiveId" clId="{2B4EF15D-42C9-844D-8A07-BC881FB6F23C}" dt="2021-06-10T21:00:10.196" v="9975" actId="2696"/>
        <pc:sldMkLst>
          <pc:docMk/>
          <pc:sldMk cId="0" sldId="368"/>
        </pc:sldMkLst>
      </pc:sldChg>
      <pc:sldChg chg="del">
        <pc:chgData name="Kalvis Golde" userId="d12450372feb7484" providerId="LiveId" clId="{2B4EF15D-42C9-844D-8A07-BC881FB6F23C}" dt="2021-06-10T21:00:11.055" v="9976" actId="2696"/>
        <pc:sldMkLst>
          <pc:docMk/>
          <pc:sldMk cId="0" sldId="369"/>
        </pc:sldMkLst>
      </pc:sldChg>
      <pc:sldChg chg="del">
        <pc:chgData name="Kalvis Golde" userId="d12450372feb7484" providerId="LiveId" clId="{2B4EF15D-42C9-844D-8A07-BC881FB6F23C}" dt="2021-06-10T21:00:11.752" v="9977" actId="2696"/>
        <pc:sldMkLst>
          <pc:docMk/>
          <pc:sldMk cId="0" sldId="370"/>
        </pc:sldMkLst>
      </pc:sldChg>
      <pc:sldChg chg="del">
        <pc:chgData name="Kalvis Golde" userId="d12450372feb7484" providerId="LiveId" clId="{2B4EF15D-42C9-844D-8A07-BC881FB6F23C}" dt="2021-06-10T21:00:12.651" v="9978" actId="2696"/>
        <pc:sldMkLst>
          <pc:docMk/>
          <pc:sldMk cId="0" sldId="371"/>
        </pc:sldMkLst>
      </pc:sldChg>
      <pc:sldChg chg="del">
        <pc:chgData name="Kalvis Golde" userId="d12450372feb7484" providerId="LiveId" clId="{2B4EF15D-42C9-844D-8A07-BC881FB6F23C}" dt="2021-06-10T21:00:13.524" v="9979" actId="2696"/>
        <pc:sldMkLst>
          <pc:docMk/>
          <pc:sldMk cId="0" sldId="372"/>
        </pc:sldMkLst>
      </pc:sldChg>
      <pc:sldChg chg="addSp delSp modSp mod delCm">
        <pc:chgData name="Kalvis Golde" userId="d12450372feb7484" providerId="LiveId" clId="{2B4EF15D-42C9-844D-8A07-BC881FB6F23C}" dt="2021-06-22T19:03:52.543" v="13688" actId="13926"/>
        <pc:sldMkLst>
          <pc:docMk/>
          <pc:sldMk cId="1033537365" sldId="381"/>
        </pc:sldMkLst>
        <pc:spChg chg="del">
          <ac:chgData name="Kalvis Golde" userId="d12450372feb7484" providerId="LiveId" clId="{2B4EF15D-42C9-844D-8A07-BC881FB6F23C}" dt="2021-06-10T18:33:23.220" v="1239" actId="478"/>
          <ac:spMkLst>
            <pc:docMk/>
            <pc:sldMk cId="1033537365" sldId="381"/>
            <ac:spMk id="2" creationId="{00000000-0000-0000-0000-000000000000}"/>
          </ac:spMkLst>
        </pc:spChg>
        <pc:spChg chg="add mod">
          <ac:chgData name="Kalvis Golde" userId="d12450372feb7484" providerId="LiveId" clId="{2B4EF15D-42C9-844D-8A07-BC881FB6F23C}" dt="2021-06-17T18:18:25.949" v="11203" actId="20577"/>
          <ac:spMkLst>
            <pc:docMk/>
            <pc:sldMk cId="1033537365" sldId="381"/>
            <ac:spMk id="2" creationId="{6B70F8D5-0CCD-8D43-B264-3D7D2506C878}"/>
          </ac:spMkLst>
        </pc:spChg>
        <pc:spChg chg="del mod">
          <ac:chgData name="Kalvis Golde" userId="d12450372feb7484" providerId="LiveId" clId="{2B4EF15D-42C9-844D-8A07-BC881FB6F23C}" dt="2021-06-10T18:45:24.814" v="2001" actId="478"/>
          <ac:spMkLst>
            <pc:docMk/>
            <pc:sldMk cId="1033537365" sldId="381"/>
            <ac:spMk id="3" creationId="{00000000-0000-0000-0000-000000000000}"/>
          </ac:spMkLst>
        </pc:spChg>
        <pc:spChg chg="mod">
          <ac:chgData name="Kalvis Golde" userId="d12450372feb7484" providerId="LiveId" clId="{2B4EF15D-42C9-844D-8A07-BC881FB6F23C}" dt="2021-06-10T18:41:01.231" v="1677" actId="1076"/>
          <ac:spMkLst>
            <pc:docMk/>
            <pc:sldMk cId="1033537365" sldId="381"/>
            <ac:spMk id="5" creationId="{00000000-0000-0000-0000-000000000000}"/>
          </ac:spMkLst>
        </pc:spChg>
        <pc:spChg chg="add del mod">
          <ac:chgData name="Kalvis Golde" userId="d12450372feb7484" providerId="LiveId" clId="{2B4EF15D-42C9-844D-8A07-BC881FB6F23C}" dt="2021-06-10T18:33:25.426" v="1240" actId="478"/>
          <ac:spMkLst>
            <pc:docMk/>
            <pc:sldMk cId="1033537365" sldId="381"/>
            <ac:spMk id="8" creationId="{7BAD2F67-4707-FE42-9C12-832C86EA8F93}"/>
          </ac:spMkLst>
        </pc:spChg>
        <pc:spChg chg="add mod">
          <ac:chgData name="Kalvis Golde" userId="d12450372feb7484" providerId="LiveId" clId="{2B4EF15D-42C9-844D-8A07-BC881FB6F23C}" dt="2021-06-22T19:03:52.543" v="13688" actId="13926"/>
          <ac:spMkLst>
            <pc:docMk/>
            <pc:sldMk cId="1033537365" sldId="381"/>
            <ac:spMk id="9" creationId="{FB458F45-4DA8-A94D-8CED-F9D64AF83BD0}"/>
          </ac:spMkLst>
        </pc:spChg>
        <pc:spChg chg="add del mod">
          <ac:chgData name="Kalvis Golde" userId="d12450372feb7484" providerId="LiveId" clId="{2B4EF15D-42C9-844D-8A07-BC881FB6F23C}" dt="2021-06-10T21:44:09.840" v="10583" actId="478"/>
          <ac:spMkLst>
            <pc:docMk/>
            <pc:sldMk cId="1033537365" sldId="381"/>
            <ac:spMk id="10" creationId="{2D0CEB1D-F982-BE40-988A-B55BBB026128}"/>
          </ac:spMkLst>
        </pc:spChg>
        <pc:graphicFrameChg chg="del">
          <ac:chgData name="Kalvis Golde" userId="d12450372feb7484" providerId="LiveId" clId="{2B4EF15D-42C9-844D-8A07-BC881FB6F23C}" dt="2021-06-10T18:33:54.831" v="1262" actId="478"/>
          <ac:graphicFrameMkLst>
            <pc:docMk/>
            <pc:sldMk cId="1033537365" sldId="381"/>
            <ac:graphicFrameMk id="4" creationId="{00000000-0000-0000-0000-000000000000}"/>
          </ac:graphicFrameMkLst>
        </pc:graphicFrameChg>
        <pc:graphicFrameChg chg="mod modGraphic">
          <ac:chgData name="Kalvis Golde" userId="d12450372feb7484" providerId="LiveId" clId="{2B4EF15D-42C9-844D-8A07-BC881FB6F23C}" dt="2021-06-17T18:16:21.211" v="11084" actId="1035"/>
          <ac:graphicFrameMkLst>
            <pc:docMk/>
            <pc:sldMk cId="1033537365" sldId="381"/>
            <ac:graphicFrameMk id="7" creationId="{00000000-0000-0000-0000-000000000000}"/>
          </ac:graphicFrameMkLst>
        </pc:graphicFrameChg>
      </pc:sldChg>
      <pc:sldChg chg="addSp delSp modSp mod ord addCm delCm modCm">
        <pc:chgData name="Kalvis Golde" userId="d12450372feb7484" providerId="LiveId" clId="{2B4EF15D-42C9-844D-8A07-BC881FB6F23C}" dt="2021-06-22T21:22:10.418" v="15340"/>
        <pc:sldMkLst>
          <pc:docMk/>
          <pc:sldMk cId="1104016091" sldId="383"/>
        </pc:sldMkLst>
        <pc:spChg chg="del mod">
          <ac:chgData name="Kalvis Golde" userId="d12450372feb7484" providerId="LiveId" clId="{2B4EF15D-42C9-844D-8A07-BC881FB6F23C}" dt="2021-06-22T17:34:33.099" v="12699" actId="478"/>
          <ac:spMkLst>
            <pc:docMk/>
            <pc:sldMk cId="1104016091" sldId="383"/>
            <ac:spMk id="2" creationId="{00000000-0000-0000-0000-000000000000}"/>
          </ac:spMkLst>
        </pc:spChg>
        <pc:spChg chg="add del mod">
          <ac:chgData name="Kalvis Golde" userId="d12450372feb7484" providerId="LiveId" clId="{2B4EF15D-42C9-844D-8A07-BC881FB6F23C}" dt="2021-06-22T18:30:04.339" v="13124" actId="478"/>
          <ac:spMkLst>
            <pc:docMk/>
            <pc:sldMk cId="1104016091" sldId="383"/>
            <ac:spMk id="3" creationId="{B5634BCE-99A1-644D-AC68-3A65F7B40DFE}"/>
          </ac:spMkLst>
        </pc:spChg>
        <pc:spChg chg="add del mod">
          <ac:chgData name="Kalvis Golde" userId="d12450372feb7484" providerId="LiveId" clId="{2B4EF15D-42C9-844D-8A07-BC881FB6F23C}" dt="2021-06-22T17:34:36.220" v="12701" actId="478"/>
          <ac:spMkLst>
            <pc:docMk/>
            <pc:sldMk cId="1104016091" sldId="383"/>
            <ac:spMk id="7" creationId="{260F01D1-D400-844B-832E-E94656415BF6}"/>
          </ac:spMkLst>
        </pc:spChg>
        <pc:spChg chg="add mod">
          <ac:chgData name="Kalvis Golde" userId="d12450372feb7484" providerId="LiveId" clId="{2B4EF15D-42C9-844D-8A07-BC881FB6F23C}" dt="2021-06-22T19:34:33.469" v="14239" actId="13926"/>
          <ac:spMkLst>
            <pc:docMk/>
            <pc:sldMk cId="1104016091" sldId="383"/>
            <ac:spMk id="11" creationId="{53B38A24-C2D1-2542-AF2D-D68A7476B6F0}"/>
          </ac:spMkLst>
        </pc:spChg>
        <pc:graphicFrameChg chg="mod modGraphic">
          <ac:chgData name="Kalvis Golde" userId="d12450372feb7484" providerId="LiveId" clId="{2B4EF15D-42C9-844D-8A07-BC881FB6F23C}" dt="2021-06-22T20:39:27.167" v="14721" actId="13926"/>
          <ac:graphicFrameMkLst>
            <pc:docMk/>
            <pc:sldMk cId="1104016091" sldId="383"/>
            <ac:graphicFrameMk id="5" creationId="{00000000-0000-0000-0000-000000000000}"/>
          </ac:graphicFrameMkLst>
        </pc:graphicFrameChg>
        <pc:graphicFrameChg chg="del">
          <ac:chgData name="Kalvis Golde" userId="d12450372feb7484" providerId="LiveId" clId="{2B4EF15D-42C9-844D-8A07-BC881FB6F23C}" dt="2021-06-10T17:51:40.747" v="276" actId="21"/>
          <ac:graphicFrameMkLst>
            <pc:docMk/>
            <pc:sldMk cId="1104016091" sldId="383"/>
            <ac:graphicFrameMk id="7" creationId="{00000000-0000-0000-0000-000000000000}"/>
          </ac:graphicFrameMkLst>
        </pc:graphicFrameChg>
        <pc:graphicFrameChg chg="del">
          <ac:chgData name="Kalvis Golde" userId="d12450372feb7484" providerId="LiveId" clId="{2B4EF15D-42C9-844D-8A07-BC881FB6F23C}" dt="2021-06-10T18:58:41" v="3305" actId="478"/>
          <ac:graphicFrameMkLst>
            <pc:docMk/>
            <pc:sldMk cId="1104016091" sldId="383"/>
            <ac:graphicFrameMk id="8" creationId="{00000000-0000-0000-0000-000000000000}"/>
          </ac:graphicFrameMkLst>
        </pc:graphicFrameChg>
        <pc:graphicFrameChg chg="mod modGraphic">
          <ac:chgData name="Kalvis Golde" userId="d12450372feb7484" providerId="LiveId" clId="{2B4EF15D-42C9-844D-8A07-BC881FB6F23C}" dt="2021-06-22T20:39:22.348" v="14720" actId="13926"/>
          <ac:graphicFrameMkLst>
            <pc:docMk/>
            <pc:sldMk cId="1104016091" sldId="383"/>
            <ac:graphicFrameMk id="9" creationId="{00000000-0000-0000-0000-000000000000}"/>
          </ac:graphicFrameMkLst>
        </pc:graphicFrameChg>
        <pc:graphicFrameChg chg="add del mod modGraphic">
          <ac:chgData name="Kalvis Golde" userId="d12450372feb7484" providerId="LiveId" clId="{2B4EF15D-42C9-844D-8A07-BC881FB6F23C}" dt="2021-06-22T19:01:21.805" v="13639" actId="478"/>
          <ac:graphicFrameMkLst>
            <pc:docMk/>
            <pc:sldMk cId="1104016091" sldId="383"/>
            <ac:graphicFrameMk id="10" creationId="{75C7D152-9D97-7546-B8CD-869ECA6A2A10}"/>
          </ac:graphicFrameMkLst>
        </pc:graphicFrameChg>
        <pc:graphicFrameChg chg="add mod modGraphic">
          <ac:chgData name="Kalvis Golde" userId="d12450372feb7484" providerId="LiveId" clId="{2B4EF15D-42C9-844D-8A07-BC881FB6F23C}" dt="2021-06-22T19:34:23.916" v="14238" actId="1035"/>
          <ac:graphicFrameMkLst>
            <pc:docMk/>
            <pc:sldMk cId="1104016091" sldId="383"/>
            <ac:graphicFrameMk id="12" creationId="{CC33FC22-44FB-C043-B5DB-9280A1B6ECB8}"/>
          </ac:graphicFrameMkLst>
        </pc:graphicFrameChg>
      </pc:sldChg>
      <pc:sldChg chg="addSp delSp modSp mod ord delCm">
        <pc:chgData name="Kalvis Golde" userId="d12450372feb7484" providerId="LiveId" clId="{2B4EF15D-42C9-844D-8A07-BC881FB6F23C}" dt="2021-06-22T19:12:01.723" v="13812" actId="13926"/>
        <pc:sldMkLst>
          <pc:docMk/>
          <pc:sldMk cId="1145471676" sldId="384"/>
        </pc:sldMkLst>
        <pc:spChg chg="mod">
          <ac:chgData name="Kalvis Golde" userId="d12450372feb7484" providerId="LiveId" clId="{2B4EF15D-42C9-844D-8A07-BC881FB6F23C}" dt="2021-06-22T19:12:01.723" v="13812" actId="13926"/>
          <ac:spMkLst>
            <pc:docMk/>
            <pc:sldMk cId="1145471676" sldId="384"/>
            <ac:spMk id="2" creationId="{00000000-0000-0000-0000-000000000000}"/>
          </ac:spMkLst>
        </pc:spChg>
        <pc:spChg chg="del">
          <ac:chgData name="Kalvis Golde" userId="d12450372feb7484" providerId="LiveId" clId="{2B4EF15D-42C9-844D-8A07-BC881FB6F23C}" dt="2021-06-10T19:01:35.567" v="3443" actId="478"/>
          <ac:spMkLst>
            <pc:docMk/>
            <pc:sldMk cId="1145471676" sldId="384"/>
            <ac:spMk id="3" creationId="{00000000-0000-0000-0000-000000000000}"/>
          </ac:spMkLst>
        </pc:spChg>
        <pc:spChg chg="add del mod">
          <ac:chgData name="Kalvis Golde" userId="d12450372feb7484" providerId="LiveId" clId="{2B4EF15D-42C9-844D-8A07-BC881FB6F23C}" dt="2021-06-10T17:52:41.849" v="293" actId="478"/>
          <ac:spMkLst>
            <pc:docMk/>
            <pc:sldMk cId="1145471676" sldId="384"/>
            <ac:spMk id="11" creationId="{51D78BFF-1C2D-6D4E-8D6A-20C793EA1E86}"/>
          </ac:spMkLst>
        </pc:spChg>
        <pc:spChg chg="add mod">
          <ac:chgData name="Kalvis Golde" userId="d12450372feb7484" providerId="LiveId" clId="{2B4EF15D-42C9-844D-8A07-BC881FB6F23C}" dt="2021-06-17T18:15:10.826" v="11074" actId="207"/>
          <ac:spMkLst>
            <pc:docMk/>
            <pc:sldMk cId="1145471676" sldId="384"/>
            <ac:spMk id="12" creationId="{3F010283-F523-E04C-BB15-5F240A81E675}"/>
          </ac:spMkLst>
        </pc:spChg>
        <pc:spChg chg="add del mod">
          <ac:chgData name="Kalvis Golde" userId="d12450372feb7484" providerId="LiveId" clId="{2B4EF15D-42C9-844D-8A07-BC881FB6F23C}" dt="2021-06-10T19:45:42.779" v="6408"/>
          <ac:spMkLst>
            <pc:docMk/>
            <pc:sldMk cId="1145471676" sldId="384"/>
            <ac:spMk id="13" creationId="{B2833B3D-0704-F348-A4C3-9014F005F623}"/>
          </ac:spMkLst>
        </pc:spChg>
        <pc:spChg chg="add del mod">
          <ac:chgData name="Kalvis Golde" userId="d12450372feb7484" providerId="LiveId" clId="{2B4EF15D-42C9-844D-8A07-BC881FB6F23C}" dt="2021-06-10T19:45:47.417" v="6410"/>
          <ac:spMkLst>
            <pc:docMk/>
            <pc:sldMk cId="1145471676" sldId="384"/>
            <ac:spMk id="14" creationId="{24D4B371-6B6D-BE4F-A7AC-8806B56D6FC1}"/>
          </ac:spMkLst>
        </pc:spChg>
        <pc:spChg chg="add del mod">
          <ac:chgData name="Kalvis Golde" userId="d12450372feb7484" providerId="LiveId" clId="{2B4EF15D-42C9-844D-8A07-BC881FB6F23C}" dt="2021-06-10T19:54:46.695" v="6726" actId="478"/>
          <ac:spMkLst>
            <pc:docMk/>
            <pc:sldMk cId="1145471676" sldId="384"/>
            <ac:spMk id="16" creationId="{1BED2A0A-A5B3-6A44-AFA8-DE467D07BB4E}"/>
          </ac:spMkLst>
        </pc:spChg>
        <pc:graphicFrameChg chg="del">
          <ac:chgData name="Kalvis Golde" userId="d12450372feb7484" providerId="LiveId" clId="{2B4EF15D-42C9-844D-8A07-BC881FB6F23C}" dt="2021-06-10T17:52:37.559" v="291" actId="478"/>
          <ac:graphicFrameMkLst>
            <pc:docMk/>
            <pc:sldMk cId="1145471676" sldId="384"/>
            <ac:graphicFrameMk id="5" creationId="{00000000-0000-0000-0000-000000000000}"/>
          </ac:graphicFrameMkLst>
        </pc:graphicFrameChg>
        <pc:graphicFrameChg chg="del">
          <ac:chgData name="Kalvis Golde" userId="d12450372feb7484" providerId="LiveId" clId="{2B4EF15D-42C9-844D-8A07-BC881FB6F23C}" dt="2021-06-10T17:52:38.712" v="292" actId="478"/>
          <ac:graphicFrameMkLst>
            <pc:docMk/>
            <pc:sldMk cId="1145471676" sldId="384"/>
            <ac:graphicFrameMk id="6" creationId="{00000000-0000-0000-0000-000000000000}"/>
          </ac:graphicFrameMkLst>
        </pc:graphicFrameChg>
        <pc:graphicFrameChg chg="mod">
          <ac:chgData name="Kalvis Golde" userId="d12450372feb7484" providerId="LiveId" clId="{2B4EF15D-42C9-844D-8A07-BC881FB6F23C}" dt="2021-06-10T18:59:41.238" v="3319" actId="1076"/>
          <ac:graphicFrameMkLst>
            <pc:docMk/>
            <pc:sldMk cId="1145471676" sldId="384"/>
            <ac:graphicFrameMk id="7" creationId="{00000000-0000-0000-0000-000000000000}"/>
          </ac:graphicFrameMkLst>
        </pc:graphicFrameChg>
        <pc:graphicFrameChg chg="del">
          <ac:chgData name="Kalvis Golde" userId="d12450372feb7484" providerId="LiveId" clId="{2B4EF15D-42C9-844D-8A07-BC881FB6F23C}" dt="2021-06-10T19:01:33.562" v="3442" actId="478"/>
          <ac:graphicFrameMkLst>
            <pc:docMk/>
            <pc:sldMk cId="1145471676" sldId="384"/>
            <ac:graphicFrameMk id="8" creationId="{00000000-0000-0000-0000-000000000000}"/>
          </ac:graphicFrameMkLst>
        </pc:graphicFrameChg>
        <pc:graphicFrameChg chg="del">
          <ac:chgData name="Kalvis Golde" userId="d12450372feb7484" providerId="LiveId" clId="{2B4EF15D-42C9-844D-8A07-BC881FB6F23C}" dt="2021-06-10T17:52:36.838" v="290" actId="478"/>
          <ac:graphicFrameMkLst>
            <pc:docMk/>
            <pc:sldMk cId="1145471676" sldId="384"/>
            <ac:graphicFrameMk id="9" creationId="{00000000-0000-0000-0000-000000000000}"/>
          </ac:graphicFrameMkLst>
        </pc:graphicFrameChg>
        <pc:graphicFrameChg chg="add del mod">
          <ac:chgData name="Kalvis Golde" userId="d12450372feb7484" providerId="LiveId" clId="{2B4EF15D-42C9-844D-8A07-BC881FB6F23C}" dt="2021-06-10T19:54:44.551" v="6725" actId="478"/>
          <ac:graphicFrameMkLst>
            <pc:docMk/>
            <pc:sldMk cId="1145471676" sldId="384"/>
            <ac:graphicFrameMk id="15" creationId="{03DEA91C-1C43-474D-A1F1-0C537074461B}"/>
          </ac:graphicFrameMkLst>
        </pc:graphicFrameChg>
      </pc:sldChg>
      <pc:sldChg chg="addSp delSp modSp mod addCm delCm">
        <pc:chgData name="Kalvis Golde" userId="d12450372feb7484" providerId="LiveId" clId="{2B4EF15D-42C9-844D-8A07-BC881FB6F23C}" dt="2021-06-22T19:25:21.550" v="14101" actId="13926"/>
        <pc:sldMkLst>
          <pc:docMk/>
          <pc:sldMk cId="1531195224" sldId="388"/>
        </pc:sldMkLst>
        <pc:spChg chg="del">
          <ac:chgData name="Kalvis Golde" userId="d12450372feb7484" providerId="LiveId" clId="{2B4EF15D-42C9-844D-8A07-BC881FB6F23C}" dt="2021-06-10T20:43:31.326" v="9020" actId="478"/>
          <ac:spMkLst>
            <pc:docMk/>
            <pc:sldMk cId="1531195224" sldId="388"/>
            <ac:spMk id="2" creationId="{00000000-0000-0000-0000-000000000000}"/>
          </ac:spMkLst>
        </pc:spChg>
        <pc:spChg chg="mod">
          <ac:chgData name="Kalvis Golde" userId="d12450372feb7484" providerId="LiveId" clId="{2B4EF15D-42C9-844D-8A07-BC881FB6F23C}" dt="2021-06-22T19:25:21.550" v="14101" actId="13926"/>
          <ac:spMkLst>
            <pc:docMk/>
            <pc:sldMk cId="1531195224" sldId="388"/>
            <ac:spMk id="5" creationId="{00000000-0000-0000-0000-000000000000}"/>
          </ac:spMkLst>
        </pc:spChg>
        <pc:spChg chg="add del mod">
          <ac:chgData name="Kalvis Golde" userId="d12450372feb7484" providerId="LiveId" clId="{2B4EF15D-42C9-844D-8A07-BC881FB6F23C}" dt="2021-06-10T20:43:26.765" v="9019" actId="478"/>
          <ac:spMkLst>
            <pc:docMk/>
            <pc:sldMk cId="1531195224" sldId="388"/>
            <ac:spMk id="7" creationId="{B68E1F4A-6BA5-514E-815E-7866602C5DF3}"/>
          </ac:spMkLst>
        </pc:spChg>
        <pc:spChg chg="add mod">
          <ac:chgData name="Kalvis Golde" userId="d12450372feb7484" providerId="LiveId" clId="{2B4EF15D-42C9-844D-8A07-BC881FB6F23C}" dt="2021-06-17T18:20:26.735" v="11209" actId="207"/>
          <ac:spMkLst>
            <pc:docMk/>
            <pc:sldMk cId="1531195224" sldId="388"/>
            <ac:spMk id="8" creationId="{8CEBAFC7-4882-B04E-B544-F5047A529DC3}"/>
          </ac:spMkLst>
        </pc:spChg>
        <pc:graphicFrameChg chg="del">
          <ac:chgData name="Kalvis Golde" userId="d12450372feb7484" providerId="LiveId" clId="{2B4EF15D-42C9-844D-8A07-BC881FB6F23C}" dt="2021-06-10T20:43:24.957" v="9018" actId="478"/>
          <ac:graphicFrameMkLst>
            <pc:docMk/>
            <pc:sldMk cId="1531195224" sldId="388"/>
            <ac:graphicFrameMk id="3" creationId="{00000000-0000-0000-0000-000000000000}"/>
          </ac:graphicFrameMkLst>
        </pc:graphicFrameChg>
        <pc:graphicFrameChg chg="mod">
          <ac:chgData name="Kalvis Golde" userId="d12450372feb7484" providerId="LiveId" clId="{2B4EF15D-42C9-844D-8A07-BC881FB6F23C}" dt="2021-06-10T20:43:52.612" v="9027" actId="1076"/>
          <ac:graphicFrameMkLst>
            <pc:docMk/>
            <pc:sldMk cId="1531195224" sldId="388"/>
            <ac:graphicFrameMk id="13" creationId="{00000000-0000-0000-0000-000000000000}"/>
          </ac:graphicFrameMkLst>
        </pc:graphicFrameChg>
      </pc:sldChg>
      <pc:sldChg chg="del">
        <pc:chgData name="Kalvis Golde" userId="d12450372feb7484" providerId="LiveId" clId="{2B4EF15D-42C9-844D-8A07-BC881FB6F23C}" dt="2021-06-10T21:00:17.983" v="9980" actId="2696"/>
        <pc:sldMkLst>
          <pc:docMk/>
          <pc:sldMk cId="3520280119" sldId="389"/>
        </pc:sldMkLst>
      </pc:sldChg>
      <pc:sldChg chg="addSp delSp modSp mod addCm delCm modCm">
        <pc:chgData name="Kalvis Golde" userId="d12450372feb7484" providerId="LiveId" clId="{2B4EF15D-42C9-844D-8A07-BC881FB6F23C}" dt="2021-06-22T21:16:50.898" v="14737"/>
        <pc:sldMkLst>
          <pc:docMk/>
          <pc:sldMk cId="605018774" sldId="390"/>
        </pc:sldMkLst>
        <pc:spChg chg="add del mod">
          <ac:chgData name="Kalvis Golde" userId="d12450372feb7484" providerId="LiveId" clId="{2B4EF15D-42C9-844D-8A07-BC881FB6F23C}" dt="2021-06-10T18:42:24.421" v="1701" actId="478"/>
          <ac:spMkLst>
            <pc:docMk/>
            <pc:sldMk cId="605018774" sldId="390"/>
            <ac:spMk id="3" creationId="{FAA4811B-2810-0743-815C-47E43BE91828}"/>
          </ac:spMkLst>
        </pc:spChg>
        <pc:spChg chg="del mod">
          <ac:chgData name="Kalvis Golde" userId="d12450372feb7484" providerId="LiveId" clId="{2B4EF15D-42C9-844D-8A07-BC881FB6F23C}" dt="2021-06-22T14:54:18.908" v="11278" actId="478"/>
          <ac:spMkLst>
            <pc:docMk/>
            <pc:sldMk cId="605018774" sldId="390"/>
            <ac:spMk id="5" creationId="{00000000-0000-0000-0000-000000000000}"/>
          </ac:spMkLst>
        </pc:spChg>
        <pc:spChg chg="add mod">
          <ac:chgData name="Kalvis Golde" userId="d12450372feb7484" providerId="LiveId" clId="{2B4EF15D-42C9-844D-8A07-BC881FB6F23C}" dt="2021-06-22T19:05:19.268" v="13697" actId="13926"/>
          <ac:spMkLst>
            <pc:docMk/>
            <pc:sldMk cId="605018774" sldId="390"/>
            <ac:spMk id="6" creationId="{9A4C9617-2FF2-3240-A229-AA4D72AB9586}"/>
          </ac:spMkLst>
        </pc:spChg>
        <pc:spChg chg="add mod">
          <ac:chgData name="Kalvis Golde" userId="d12450372feb7484" providerId="LiveId" clId="{2B4EF15D-42C9-844D-8A07-BC881FB6F23C}" dt="2021-06-22T19:34:41.892" v="14240" actId="13926"/>
          <ac:spMkLst>
            <pc:docMk/>
            <pc:sldMk cId="605018774" sldId="390"/>
            <ac:spMk id="8" creationId="{1158FEDE-D390-394F-8BD0-9BEC52197111}"/>
          </ac:spMkLst>
        </pc:spChg>
        <pc:spChg chg="add del mod">
          <ac:chgData name="Kalvis Golde" userId="d12450372feb7484" providerId="LiveId" clId="{2B4EF15D-42C9-844D-8A07-BC881FB6F23C}" dt="2021-06-22T15:11:49.074" v="11349" actId="478"/>
          <ac:spMkLst>
            <pc:docMk/>
            <pc:sldMk cId="605018774" sldId="390"/>
            <ac:spMk id="13" creationId="{30F82BB6-9B24-7B41-9C70-64A1833F0EEB}"/>
          </ac:spMkLst>
        </pc:spChg>
        <pc:graphicFrameChg chg="del">
          <ac:chgData name="Kalvis Golde" userId="d12450372feb7484" providerId="LiveId" clId="{2B4EF15D-42C9-844D-8A07-BC881FB6F23C}" dt="2021-06-10T18:42:22.400" v="1700" actId="478"/>
          <ac:graphicFrameMkLst>
            <pc:docMk/>
            <pc:sldMk cId="605018774" sldId="390"/>
            <ac:graphicFrameMk id="6" creationId="{00000000-0000-0000-0000-000000000000}"/>
          </ac:graphicFrameMkLst>
        </pc:graphicFrameChg>
        <pc:graphicFrameChg chg="del">
          <ac:chgData name="Kalvis Golde" userId="d12450372feb7484" providerId="LiveId" clId="{2B4EF15D-42C9-844D-8A07-BC881FB6F23C}" dt="2021-06-10T18:42:21.659" v="1699" actId="478"/>
          <ac:graphicFrameMkLst>
            <pc:docMk/>
            <pc:sldMk cId="605018774" sldId="390"/>
            <ac:graphicFrameMk id="7" creationId="{00000000-0000-0000-0000-000000000000}"/>
          </ac:graphicFrameMkLst>
        </pc:graphicFrameChg>
        <pc:graphicFrameChg chg="del">
          <ac:chgData name="Kalvis Golde" userId="d12450372feb7484" providerId="LiveId" clId="{2B4EF15D-42C9-844D-8A07-BC881FB6F23C}" dt="2021-06-10T18:42:25.676" v="1702" actId="478"/>
          <ac:graphicFrameMkLst>
            <pc:docMk/>
            <pc:sldMk cId="605018774" sldId="390"/>
            <ac:graphicFrameMk id="8" creationId="{00000000-0000-0000-0000-000000000000}"/>
          </ac:graphicFrameMkLst>
        </pc:graphicFrameChg>
        <pc:graphicFrameChg chg="del mod">
          <ac:chgData name="Kalvis Golde" userId="d12450372feb7484" providerId="LiveId" clId="{2B4EF15D-42C9-844D-8A07-BC881FB6F23C}" dt="2021-06-22T15:11:46.962" v="11348" actId="478"/>
          <ac:graphicFrameMkLst>
            <pc:docMk/>
            <pc:sldMk cId="605018774" sldId="390"/>
            <ac:graphicFrameMk id="9" creationId="{00000000-0000-0000-0000-000000000000}"/>
          </ac:graphicFrameMkLst>
        </pc:graphicFrameChg>
        <pc:graphicFrameChg chg="mod modGraphic">
          <ac:chgData name="Kalvis Golde" userId="d12450372feb7484" providerId="LiveId" clId="{2B4EF15D-42C9-844D-8A07-BC881FB6F23C}" dt="2021-06-22T20:30:21.876" v="14719" actId="13926"/>
          <ac:graphicFrameMkLst>
            <pc:docMk/>
            <pc:sldMk cId="605018774" sldId="390"/>
            <ac:graphicFrameMk id="10" creationId="{00000000-0000-0000-0000-000000000000}"/>
          </ac:graphicFrameMkLst>
        </pc:graphicFrameChg>
        <pc:graphicFrameChg chg="del">
          <ac:chgData name="Kalvis Golde" userId="d12450372feb7484" providerId="LiveId" clId="{2B4EF15D-42C9-844D-8A07-BC881FB6F23C}" dt="2021-06-10T18:42:20.076" v="1698" actId="478"/>
          <ac:graphicFrameMkLst>
            <pc:docMk/>
            <pc:sldMk cId="605018774" sldId="390"/>
            <ac:graphicFrameMk id="11" creationId="{00000000-0000-0000-0000-000000000000}"/>
          </ac:graphicFrameMkLst>
        </pc:graphicFrameChg>
        <pc:graphicFrameChg chg="add mod modGraphic">
          <ac:chgData name="Kalvis Golde" userId="d12450372feb7484" providerId="LiveId" clId="{2B4EF15D-42C9-844D-8A07-BC881FB6F23C}" dt="2021-06-22T20:30:03.480" v="14716" actId="13926"/>
          <ac:graphicFrameMkLst>
            <pc:docMk/>
            <pc:sldMk cId="605018774" sldId="390"/>
            <ac:graphicFrameMk id="12" creationId="{77B39914-3BE8-3842-B5A4-CA67D740F9D1}"/>
          </ac:graphicFrameMkLst>
        </pc:graphicFrameChg>
        <pc:picChg chg="add del mod">
          <ac:chgData name="Kalvis Golde" userId="d12450372feb7484" providerId="LiveId" clId="{2B4EF15D-42C9-844D-8A07-BC881FB6F23C}" dt="2021-06-22T15:22:19.467" v="11624" actId="478"/>
          <ac:picMkLst>
            <pc:docMk/>
            <pc:sldMk cId="605018774" sldId="390"/>
            <ac:picMk id="3" creationId="{8A3BADFF-7E5C-794F-883E-DBA8A3B8DDED}"/>
          </ac:picMkLst>
        </pc:picChg>
        <pc:picChg chg="add del mod">
          <ac:chgData name="Kalvis Golde" userId="d12450372feb7484" providerId="LiveId" clId="{2B4EF15D-42C9-844D-8A07-BC881FB6F23C}" dt="2021-06-22T15:22:51.479" v="11631" actId="478"/>
          <ac:picMkLst>
            <pc:docMk/>
            <pc:sldMk cId="605018774" sldId="390"/>
            <ac:picMk id="11" creationId="{00C066BC-47EA-6547-9016-D07AC80AFA31}"/>
          </ac:picMkLst>
        </pc:picChg>
        <pc:picChg chg="add del mod">
          <ac:chgData name="Kalvis Golde" userId="d12450372feb7484" providerId="LiveId" clId="{2B4EF15D-42C9-844D-8A07-BC881FB6F23C}" dt="2021-06-22T15:23:27.910" v="11635" actId="478"/>
          <ac:picMkLst>
            <pc:docMk/>
            <pc:sldMk cId="605018774" sldId="390"/>
            <ac:picMk id="15" creationId="{D10F22B7-D4DD-884B-AAFA-4D992F3C3554}"/>
          </ac:picMkLst>
        </pc:picChg>
        <pc:picChg chg="add del mod">
          <ac:chgData name="Kalvis Golde" userId="d12450372feb7484" providerId="LiveId" clId="{2B4EF15D-42C9-844D-8A07-BC881FB6F23C}" dt="2021-06-22T15:28:51.903" v="11692" actId="478"/>
          <ac:picMkLst>
            <pc:docMk/>
            <pc:sldMk cId="605018774" sldId="390"/>
            <ac:picMk id="17" creationId="{A4546E06-F14B-4F43-A587-BCA58D64C466}"/>
          </ac:picMkLst>
        </pc:picChg>
        <pc:picChg chg="add del mod">
          <ac:chgData name="Kalvis Golde" userId="d12450372feb7484" providerId="LiveId" clId="{2B4EF15D-42C9-844D-8A07-BC881FB6F23C}" dt="2021-06-22T15:33:13.795" v="11707" actId="478"/>
          <ac:picMkLst>
            <pc:docMk/>
            <pc:sldMk cId="605018774" sldId="390"/>
            <ac:picMk id="19" creationId="{43957D26-0BD3-9042-8B2E-689D9F464BA5}"/>
          </ac:picMkLst>
        </pc:picChg>
        <pc:picChg chg="add mod">
          <ac:chgData name="Kalvis Golde" userId="d12450372feb7484" providerId="LiveId" clId="{2B4EF15D-42C9-844D-8A07-BC881FB6F23C}" dt="2021-06-22T15:38:12.295" v="11801" actId="1076"/>
          <ac:picMkLst>
            <pc:docMk/>
            <pc:sldMk cId="605018774" sldId="390"/>
            <ac:picMk id="21" creationId="{ACFCF23C-3F78-F642-B6A1-1AF27AD94237}"/>
          </ac:picMkLst>
        </pc:picChg>
      </pc:sldChg>
      <pc:sldChg chg="addSp delSp modSp mod delCm">
        <pc:chgData name="Kalvis Golde" userId="d12450372feb7484" providerId="LiveId" clId="{2B4EF15D-42C9-844D-8A07-BC881FB6F23C}" dt="2021-06-22T19:06:12.050" v="13700" actId="13926"/>
        <pc:sldMkLst>
          <pc:docMk/>
          <pc:sldMk cId="2152055937" sldId="391"/>
        </pc:sldMkLst>
        <pc:spChg chg="add del mod">
          <ac:chgData name="Kalvis Golde" userId="d12450372feb7484" providerId="LiveId" clId="{2B4EF15D-42C9-844D-8A07-BC881FB6F23C}" dt="2021-06-22T15:52:10.338" v="11813" actId="478"/>
          <ac:spMkLst>
            <pc:docMk/>
            <pc:sldMk cId="2152055937" sldId="391"/>
            <ac:spMk id="3" creationId="{72ABA79E-75A5-F64A-84C8-9DBA4B218AA2}"/>
          </ac:spMkLst>
        </pc:spChg>
        <pc:spChg chg="del">
          <ac:chgData name="Kalvis Golde" userId="d12450372feb7484" providerId="LiveId" clId="{2B4EF15D-42C9-844D-8A07-BC881FB6F23C}" dt="2021-06-22T16:02:18.747" v="11919" actId="478"/>
          <ac:spMkLst>
            <pc:docMk/>
            <pc:sldMk cId="2152055937" sldId="391"/>
            <ac:spMk id="4" creationId="{00000000-0000-0000-0000-000000000000}"/>
          </ac:spMkLst>
        </pc:spChg>
        <pc:spChg chg="add mod">
          <ac:chgData name="Kalvis Golde" userId="d12450372feb7484" providerId="LiveId" clId="{2B4EF15D-42C9-844D-8A07-BC881FB6F23C}" dt="2021-06-22T19:06:12.050" v="13700" actId="13926"/>
          <ac:spMkLst>
            <pc:docMk/>
            <pc:sldMk cId="2152055937" sldId="391"/>
            <ac:spMk id="7" creationId="{FF46E068-D12F-7244-B43D-93F4C8891F00}"/>
          </ac:spMkLst>
        </pc:spChg>
        <pc:spChg chg="add mod">
          <ac:chgData name="Kalvis Golde" userId="d12450372feb7484" providerId="LiveId" clId="{2B4EF15D-42C9-844D-8A07-BC881FB6F23C}" dt="2021-06-22T17:37:53.756" v="12837" actId="20577"/>
          <ac:spMkLst>
            <pc:docMk/>
            <pc:sldMk cId="2152055937" sldId="391"/>
            <ac:spMk id="12" creationId="{BA47DF96-A0AE-8040-A329-EC7A6F459DE9}"/>
          </ac:spMkLst>
        </pc:spChg>
        <pc:graphicFrameChg chg="del modGraphic">
          <ac:chgData name="Kalvis Golde" userId="d12450372feb7484" providerId="LiveId" clId="{2B4EF15D-42C9-844D-8A07-BC881FB6F23C}" dt="2021-06-22T15:52:04.681" v="11811" actId="478"/>
          <ac:graphicFrameMkLst>
            <pc:docMk/>
            <pc:sldMk cId="2152055937" sldId="391"/>
            <ac:graphicFrameMk id="6" creationId="{00000000-0000-0000-0000-000000000000}"/>
          </ac:graphicFrameMkLst>
        </pc:graphicFrameChg>
        <pc:graphicFrameChg chg="del">
          <ac:chgData name="Kalvis Golde" userId="d12450372feb7484" providerId="LiveId" clId="{2B4EF15D-42C9-844D-8A07-BC881FB6F23C}" dt="2021-06-22T15:52:08.413" v="11812" actId="478"/>
          <ac:graphicFrameMkLst>
            <pc:docMk/>
            <pc:sldMk cId="2152055937" sldId="391"/>
            <ac:graphicFrameMk id="8" creationId="{7928BC67-CCB3-4657-BA9A-01E02FC4FA55}"/>
          </ac:graphicFrameMkLst>
        </pc:graphicFrameChg>
        <pc:picChg chg="add del mod">
          <ac:chgData name="Kalvis Golde" userId="d12450372feb7484" providerId="LiveId" clId="{2B4EF15D-42C9-844D-8A07-BC881FB6F23C}" dt="2021-06-22T17:00:51.596" v="11985" actId="478"/>
          <ac:picMkLst>
            <pc:docMk/>
            <pc:sldMk cId="2152055937" sldId="391"/>
            <ac:picMk id="9" creationId="{19FDD737-4FF5-E948-A17F-CF70CFCB83D5}"/>
          </ac:picMkLst>
        </pc:picChg>
        <pc:picChg chg="add mod">
          <ac:chgData name="Kalvis Golde" userId="d12450372feb7484" providerId="LiveId" clId="{2B4EF15D-42C9-844D-8A07-BC881FB6F23C}" dt="2021-06-22T17:37:48.190" v="12836" actId="1036"/>
          <ac:picMkLst>
            <pc:docMk/>
            <pc:sldMk cId="2152055937" sldId="391"/>
            <ac:picMk id="11" creationId="{7C763E95-3D18-0E4A-A856-B328C5924673}"/>
          </ac:picMkLst>
        </pc:picChg>
      </pc:sldChg>
      <pc:sldChg chg="addSp delSp modSp mod">
        <pc:chgData name="Kalvis Golde" userId="d12450372feb7484" providerId="LiveId" clId="{2B4EF15D-42C9-844D-8A07-BC881FB6F23C}" dt="2021-06-22T19:07:34.243" v="13793" actId="13926"/>
        <pc:sldMkLst>
          <pc:docMk/>
          <pc:sldMk cId="2956727627" sldId="392"/>
        </pc:sldMkLst>
        <pc:spChg chg="mod">
          <ac:chgData name="Kalvis Golde" userId="d12450372feb7484" providerId="LiveId" clId="{2B4EF15D-42C9-844D-8A07-BC881FB6F23C}" dt="2021-06-22T19:07:34.243" v="13793" actId="13926"/>
          <ac:spMkLst>
            <pc:docMk/>
            <pc:sldMk cId="2956727627" sldId="392"/>
            <ac:spMk id="6" creationId="{1700B16A-33BA-5646-9BCC-4491AD8D4FD4}"/>
          </ac:spMkLst>
        </pc:spChg>
        <pc:spChg chg="mod">
          <ac:chgData name="Kalvis Golde" userId="d12450372feb7484" providerId="LiveId" clId="{2B4EF15D-42C9-844D-8A07-BC881FB6F23C}" dt="2021-06-10T20:54:08.575" v="9650" actId="1037"/>
          <ac:spMkLst>
            <pc:docMk/>
            <pc:sldMk cId="2956727627" sldId="392"/>
            <ac:spMk id="7" creationId="{75488183-E097-304A-B953-194A9D986237}"/>
          </ac:spMkLst>
        </pc:spChg>
        <pc:spChg chg="mod">
          <ac:chgData name="Kalvis Golde" userId="d12450372feb7484" providerId="LiveId" clId="{2B4EF15D-42C9-844D-8A07-BC881FB6F23C}" dt="2021-06-10T20:54:01.086" v="9643" actId="1076"/>
          <ac:spMkLst>
            <pc:docMk/>
            <pc:sldMk cId="2956727627" sldId="392"/>
            <ac:spMk id="10" creationId="{C0E40825-6F35-DE44-8BCC-6208E8007D55}"/>
          </ac:spMkLst>
        </pc:spChg>
        <pc:picChg chg="add del mod">
          <ac:chgData name="Kalvis Golde" userId="d12450372feb7484" providerId="LiveId" clId="{2B4EF15D-42C9-844D-8A07-BC881FB6F23C}" dt="2021-06-10T20:52:13.560" v="9576" actId="478"/>
          <ac:picMkLst>
            <pc:docMk/>
            <pc:sldMk cId="2956727627" sldId="392"/>
            <ac:picMk id="3" creationId="{7CB9FAAB-B694-B849-8289-433F2AA3D418}"/>
          </ac:picMkLst>
        </pc:picChg>
        <pc:picChg chg="mod">
          <ac:chgData name="Kalvis Golde" userId="d12450372feb7484" providerId="LiveId" clId="{2B4EF15D-42C9-844D-8A07-BC881FB6F23C}" dt="2021-06-10T17:45:45.530" v="28" actId="1036"/>
          <ac:picMkLst>
            <pc:docMk/>
            <pc:sldMk cId="2956727627" sldId="392"/>
            <ac:picMk id="5" creationId="{E2A6483B-856F-1941-B717-FE03FA49C104}"/>
          </ac:picMkLst>
        </pc:picChg>
        <pc:picChg chg="mod">
          <ac:chgData name="Kalvis Golde" userId="d12450372feb7484" providerId="LiveId" clId="{2B4EF15D-42C9-844D-8A07-BC881FB6F23C}" dt="2021-06-22T14:52:35.832" v="11224" actId="1035"/>
          <ac:picMkLst>
            <pc:docMk/>
            <pc:sldMk cId="2956727627" sldId="392"/>
            <ac:picMk id="9" creationId="{CA56552D-6B5D-2140-856F-CB280A21060A}"/>
          </ac:picMkLst>
        </pc:picChg>
        <pc:picChg chg="add del mod">
          <ac:chgData name="Kalvis Golde" userId="d12450372feb7484" providerId="LiveId" clId="{2B4EF15D-42C9-844D-8A07-BC881FB6F23C}" dt="2021-06-10T20:52:51.962" v="9589" actId="478"/>
          <ac:picMkLst>
            <pc:docMk/>
            <pc:sldMk cId="2956727627" sldId="392"/>
            <ac:picMk id="11" creationId="{55D30BA5-2A4F-BE4E-BFC5-773D7A77B09A}"/>
          </ac:picMkLst>
        </pc:picChg>
        <pc:picChg chg="add del mod">
          <ac:chgData name="Kalvis Golde" userId="d12450372feb7484" providerId="LiveId" clId="{2B4EF15D-42C9-844D-8A07-BC881FB6F23C}" dt="2021-06-10T20:52:53.531" v="9590" actId="478"/>
          <ac:picMkLst>
            <pc:docMk/>
            <pc:sldMk cId="2956727627" sldId="392"/>
            <ac:picMk id="13" creationId="{07F479AC-2559-FA4E-B1F0-B84B2E331FC8}"/>
          </ac:picMkLst>
        </pc:picChg>
      </pc:sldChg>
      <pc:sldChg chg="addSp delSp modSp mod">
        <pc:chgData name="Kalvis Golde" userId="d12450372feb7484" providerId="LiveId" clId="{2B4EF15D-42C9-844D-8A07-BC881FB6F23C}" dt="2021-06-22T19:05:26.362" v="13698" actId="13926"/>
        <pc:sldMkLst>
          <pc:docMk/>
          <pc:sldMk cId="4151174089" sldId="393"/>
        </pc:sldMkLst>
        <pc:spChg chg="del mod">
          <ac:chgData name="Kalvis Golde" userId="d12450372feb7484" providerId="LiveId" clId="{2B4EF15D-42C9-844D-8A07-BC881FB6F23C}" dt="2021-06-10T17:47:16.274" v="34" actId="478"/>
          <ac:spMkLst>
            <pc:docMk/>
            <pc:sldMk cId="4151174089" sldId="393"/>
            <ac:spMk id="4" creationId="{EDAE49B8-B31C-5F4F-93D4-188B3D3BFF44}"/>
          </ac:spMkLst>
        </pc:spChg>
        <pc:spChg chg="del mod">
          <ac:chgData name="Kalvis Golde" userId="d12450372feb7484" providerId="LiveId" clId="{2B4EF15D-42C9-844D-8A07-BC881FB6F23C}" dt="2021-06-17T18:08:18.507" v="10847" actId="478"/>
          <ac:spMkLst>
            <pc:docMk/>
            <pc:sldMk cId="4151174089" sldId="393"/>
            <ac:spMk id="5" creationId="{6CD8426A-73E3-4646-B72E-A048A5994F9E}"/>
          </ac:spMkLst>
        </pc:spChg>
        <pc:spChg chg="mod">
          <ac:chgData name="Kalvis Golde" userId="d12450372feb7484" providerId="LiveId" clId="{2B4EF15D-42C9-844D-8A07-BC881FB6F23C}" dt="2021-06-22T19:05:26.362" v="13698" actId="13926"/>
          <ac:spMkLst>
            <pc:docMk/>
            <pc:sldMk cId="4151174089" sldId="393"/>
            <ac:spMk id="6" creationId="{4C22968F-54A5-2A45-A2FD-710584D7F4D0}"/>
          </ac:spMkLst>
        </pc:spChg>
        <pc:spChg chg="add mod">
          <ac:chgData name="Kalvis Golde" userId="d12450372feb7484" providerId="LiveId" clId="{2B4EF15D-42C9-844D-8A07-BC881FB6F23C}" dt="2021-06-10T17:47:25.489" v="35"/>
          <ac:spMkLst>
            <pc:docMk/>
            <pc:sldMk cId="4151174089" sldId="393"/>
            <ac:spMk id="7" creationId="{2A45BD41-D12E-F345-8BE8-A89CDA828240}"/>
          </ac:spMkLst>
        </pc:spChg>
        <pc:spChg chg="add del mod">
          <ac:chgData name="Kalvis Golde" userId="d12450372feb7484" providerId="LiveId" clId="{2B4EF15D-42C9-844D-8A07-BC881FB6F23C}" dt="2021-06-22T14:52:57.723" v="11227" actId="478"/>
          <ac:spMkLst>
            <pc:docMk/>
            <pc:sldMk cId="4151174089" sldId="393"/>
            <ac:spMk id="8" creationId="{7759AFD1-59A9-1B44-96C1-01DBA442D296}"/>
          </ac:spMkLst>
        </pc:spChg>
        <pc:spChg chg="add del mod">
          <ac:chgData name="Kalvis Golde" userId="d12450372feb7484" providerId="LiveId" clId="{2B4EF15D-42C9-844D-8A07-BC881FB6F23C}" dt="2021-06-22T14:52:51.066" v="11225" actId="478"/>
          <ac:spMkLst>
            <pc:docMk/>
            <pc:sldMk cId="4151174089" sldId="393"/>
            <ac:spMk id="9" creationId="{B2505207-8B77-BE42-981C-C1E5F088796F}"/>
          </ac:spMkLst>
        </pc:spChg>
      </pc:sldChg>
      <pc:sldChg chg="addSp delSp modSp add del mod">
        <pc:chgData name="Kalvis Golde" userId="d12450372feb7484" providerId="LiveId" clId="{2B4EF15D-42C9-844D-8A07-BC881FB6F23C}" dt="2021-06-10T19:48:19.587" v="6612" actId="2696"/>
        <pc:sldMkLst>
          <pc:docMk/>
          <pc:sldMk cId="633779602" sldId="394"/>
        </pc:sldMkLst>
        <pc:spChg chg="mod">
          <ac:chgData name="Kalvis Golde" userId="d12450372feb7484" providerId="LiveId" clId="{2B4EF15D-42C9-844D-8A07-BC881FB6F23C}" dt="2021-06-10T17:53:04.975" v="308" actId="20577"/>
          <ac:spMkLst>
            <pc:docMk/>
            <pc:sldMk cId="633779602" sldId="394"/>
            <ac:spMk id="2" creationId="{00000000-0000-0000-0000-000000000000}"/>
          </ac:spMkLst>
        </pc:spChg>
        <pc:spChg chg="del mod">
          <ac:chgData name="Kalvis Golde" userId="d12450372feb7484" providerId="LiveId" clId="{2B4EF15D-42C9-844D-8A07-BC881FB6F23C}" dt="2021-06-10T19:44:52.611" v="6325" actId="478"/>
          <ac:spMkLst>
            <pc:docMk/>
            <pc:sldMk cId="633779602" sldId="394"/>
            <ac:spMk id="3" creationId="{00000000-0000-0000-0000-000000000000}"/>
          </ac:spMkLst>
        </pc:spChg>
        <pc:spChg chg="add del mod">
          <ac:chgData name="Kalvis Golde" userId="d12450372feb7484" providerId="LiveId" clId="{2B4EF15D-42C9-844D-8A07-BC881FB6F23C}" dt="2021-06-10T19:45:05.060" v="6328"/>
          <ac:spMkLst>
            <pc:docMk/>
            <pc:sldMk cId="633779602" sldId="394"/>
            <ac:spMk id="5" creationId="{C8AABD9E-A56A-C04A-A927-8240FCEAA9BB}"/>
          </ac:spMkLst>
        </pc:spChg>
        <pc:spChg chg="add mod">
          <ac:chgData name="Kalvis Golde" userId="d12450372feb7484" providerId="LiveId" clId="{2B4EF15D-42C9-844D-8A07-BC881FB6F23C}" dt="2021-06-10T19:45:25.295" v="6392" actId="20577"/>
          <ac:spMkLst>
            <pc:docMk/>
            <pc:sldMk cId="633779602" sldId="394"/>
            <ac:spMk id="6" creationId="{AAB59CE2-3776-1E4C-9EBB-9839FB7AAA2C}"/>
          </ac:spMkLst>
        </pc:spChg>
        <pc:graphicFrameChg chg="del">
          <ac:chgData name="Kalvis Golde" userId="d12450372feb7484" providerId="LiveId" clId="{2B4EF15D-42C9-844D-8A07-BC881FB6F23C}" dt="2021-06-10T17:53:00.512" v="295" actId="478"/>
          <ac:graphicFrameMkLst>
            <pc:docMk/>
            <pc:sldMk cId="633779602" sldId="394"/>
            <ac:graphicFrameMk id="7" creationId="{00000000-0000-0000-0000-000000000000}"/>
          </ac:graphicFrameMkLst>
        </pc:graphicFrameChg>
        <pc:graphicFrameChg chg="mod">
          <ac:chgData name="Kalvis Golde" userId="d12450372feb7484" providerId="LiveId" clId="{2B4EF15D-42C9-844D-8A07-BC881FB6F23C}" dt="2021-06-10T19:01:51.631" v="3444" actId="1076"/>
          <ac:graphicFrameMkLst>
            <pc:docMk/>
            <pc:sldMk cId="633779602" sldId="394"/>
            <ac:graphicFrameMk id="8" creationId="{00000000-0000-0000-0000-000000000000}"/>
          </ac:graphicFrameMkLst>
        </pc:graphicFrameChg>
      </pc:sldChg>
      <pc:sldChg chg="addSp delSp modSp add mod">
        <pc:chgData name="Kalvis Golde" userId="d12450372feb7484" providerId="LiveId" clId="{2B4EF15D-42C9-844D-8A07-BC881FB6F23C}" dt="2021-06-22T19:12:38.334" v="13818" actId="13926"/>
        <pc:sldMkLst>
          <pc:docMk/>
          <pc:sldMk cId="4148355703" sldId="394"/>
        </pc:sldMkLst>
        <pc:spChg chg="mod">
          <ac:chgData name="Kalvis Golde" userId="d12450372feb7484" providerId="LiveId" clId="{2B4EF15D-42C9-844D-8A07-BC881FB6F23C}" dt="2021-06-22T19:12:38.334" v="13818" actId="13926"/>
          <ac:spMkLst>
            <pc:docMk/>
            <pc:sldMk cId="4148355703" sldId="394"/>
            <ac:spMk id="2" creationId="{00000000-0000-0000-0000-000000000000}"/>
          </ac:spMkLst>
        </pc:spChg>
        <pc:spChg chg="del mod">
          <ac:chgData name="Kalvis Golde" userId="d12450372feb7484" providerId="LiveId" clId="{2B4EF15D-42C9-844D-8A07-BC881FB6F23C}" dt="2021-06-10T21:02:21.324" v="10155" actId="478"/>
          <ac:spMkLst>
            <pc:docMk/>
            <pc:sldMk cId="4148355703" sldId="394"/>
            <ac:spMk id="6" creationId="{604D38DC-2BAB-E347-BB0D-92A64F59EA09}"/>
          </ac:spMkLst>
        </pc:spChg>
        <pc:spChg chg="add del mod">
          <ac:chgData name="Kalvis Golde" userId="d12450372feb7484" providerId="LiveId" clId="{2B4EF15D-42C9-844D-8A07-BC881FB6F23C}" dt="2021-06-10T21:02:29.373" v="10158" actId="478"/>
          <ac:spMkLst>
            <pc:docMk/>
            <pc:sldMk cId="4148355703" sldId="394"/>
            <ac:spMk id="8" creationId="{60DD8F58-9AFA-B142-9DA1-13C6168D8714}"/>
          </ac:spMkLst>
        </pc:spChg>
        <pc:spChg chg="add mod">
          <ac:chgData name="Kalvis Golde" userId="d12450372feb7484" providerId="LiveId" clId="{2B4EF15D-42C9-844D-8A07-BC881FB6F23C}" dt="2021-06-17T18:19:59.284" v="11204" actId="207"/>
          <ac:spMkLst>
            <pc:docMk/>
            <pc:sldMk cId="4148355703" sldId="394"/>
            <ac:spMk id="9" creationId="{F37129CA-1655-864C-827F-F9F60548B64F}"/>
          </ac:spMkLst>
        </pc:spChg>
        <pc:graphicFrameChg chg="del">
          <ac:chgData name="Kalvis Golde" userId="d12450372feb7484" providerId="LiveId" clId="{2B4EF15D-42C9-844D-8A07-BC881FB6F23C}" dt="2021-06-10T21:02:27.701" v="10157" actId="478"/>
          <ac:graphicFrameMkLst>
            <pc:docMk/>
            <pc:sldMk cId="4148355703" sldId="394"/>
            <ac:graphicFrameMk id="5" creationId="{00000000-0000-0000-0000-000000000000}"/>
          </ac:graphicFrameMkLst>
        </pc:graphicFrameChg>
        <pc:graphicFrameChg chg="del">
          <ac:chgData name="Kalvis Golde" userId="d12450372feb7484" providerId="LiveId" clId="{2B4EF15D-42C9-844D-8A07-BC881FB6F23C}" dt="2021-06-10T21:02:22.502" v="10156" actId="478"/>
          <ac:graphicFrameMkLst>
            <pc:docMk/>
            <pc:sldMk cId="4148355703" sldId="394"/>
            <ac:graphicFrameMk id="7" creationId="{00000000-0000-0000-0000-000000000000}"/>
          </ac:graphicFrameMkLst>
        </pc:graphicFrameChg>
      </pc:sldChg>
      <pc:sldChg chg="addSp delSp modSp new mod">
        <pc:chgData name="Kalvis Golde" userId="d12450372feb7484" providerId="LiveId" clId="{2B4EF15D-42C9-844D-8A07-BC881FB6F23C}" dt="2021-06-22T19:08:57.527" v="13798" actId="13926"/>
        <pc:sldMkLst>
          <pc:docMk/>
          <pc:sldMk cId="1407281575" sldId="395"/>
        </pc:sldMkLst>
        <pc:spChg chg="del">
          <ac:chgData name="Kalvis Golde" userId="d12450372feb7484" providerId="LiveId" clId="{2B4EF15D-42C9-844D-8A07-BC881FB6F23C}" dt="2021-06-22T17:28:22.792" v="12408" actId="478"/>
          <ac:spMkLst>
            <pc:docMk/>
            <pc:sldMk cId="1407281575" sldId="395"/>
            <ac:spMk id="2" creationId="{5AB9D273-416A-354C-AA28-F05D105AA98C}"/>
          </ac:spMkLst>
        </pc:spChg>
        <pc:spChg chg="del">
          <ac:chgData name="Kalvis Golde" userId="d12450372feb7484" providerId="LiveId" clId="{2B4EF15D-42C9-844D-8A07-BC881FB6F23C}" dt="2021-06-22T17:28:24.228" v="12409" actId="478"/>
          <ac:spMkLst>
            <pc:docMk/>
            <pc:sldMk cId="1407281575" sldId="395"/>
            <ac:spMk id="3" creationId="{A6ED7E95-00CB-AA46-AAAA-945BF9895F29}"/>
          </ac:spMkLst>
        </pc:spChg>
        <pc:spChg chg="add mod">
          <ac:chgData name="Kalvis Golde" userId="d12450372feb7484" providerId="LiveId" clId="{2B4EF15D-42C9-844D-8A07-BC881FB6F23C}" dt="2021-06-22T19:08:57.527" v="13798" actId="13926"/>
          <ac:spMkLst>
            <pc:docMk/>
            <pc:sldMk cId="1407281575" sldId="395"/>
            <ac:spMk id="5" creationId="{A42EFDFD-5356-C64A-8AC1-9F4719D73C82}"/>
          </ac:spMkLst>
        </pc:spChg>
        <pc:spChg chg="add mod">
          <ac:chgData name="Kalvis Golde" userId="d12450372feb7484" providerId="LiveId" clId="{2B4EF15D-42C9-844D-8A07-BC881FB6F23C}" dt="2021-06-22T17:33:53.185" v="12631" actId="1038"/>
          <ac:spMkLst>
            <pc:docMk/>
            <pc:sldMk cId="1407281575" sldId="395"/>
            <ac:spMk id="6" creationId="{EF5BF4B9-183A-BA4C-9CE9-17C8C647F3F3}"/>
          </ac:spMkLst>
        </pc:spChg>
        <pc:spChg chg="add del mod">
          <ac:chgData name="Kalvis Golde" userId="d12450372feb7484" providerId="LiveId" clId="{2B4EF15D-42C9-844D-8A07-BC881FB6F23C}" dt="2021-06-22T17:32:02.203" v="12504"/>
          <ac:spMkLst>
            <pc:docMk/>
            <pc:sldMk cId="1407281575" sldId="395"/>
            <ac:spMk id="7" creationId="{6F124A19-7957-344C-AE28-8AF8A0E70D0C}"/>
          </ac:spMkLst>
        </pc:spChg>
        <pc:spChg chg="add mod">
          <ac:chgData name="Kalvis Golde" userId="d12450372feb7484" providerId="LiveId" clId="{2B4EF15D-42C9-844D-8A07-BC881FB6F23C}" dt="2021-06-22T17:33:55.118" v="12634" actId="1037"/>
          <ac:spMkLst>
            <pc:docMk/>
            <pc:sldMk cId="1407281575" sldId="395"/>
            <ac:spMk id="8" creationId="{F60AB59C-618B-AB44-BAF7-44FAC64C8A41}"/>
          </ac:spMkLst>
        </pc:spChg>
      </pc:sldChg>
      <pc:sldChg chg="add del">
        <pc:chgData name="Kalvis Golde" userId="d12450372feb7484" providerId="LiveId" clId="{2B4EF15D-42C9-844D-8A07-BC881FB6F23C}" dt="2021-06-10T17:54:19.342" v="370"/>
        <pc:sldMkLst>
          <pc:docMk/>
          <pc:sldMk cId="2866900858" sldId="395"/>
        </pc:sldMkLst>
      </pc:sldChg>
      <pc:sldChg chg="modSp add del mod">
        <pc:chgData name="Kalvis Golde" userId="d12450372feb7484" providerId="LiveId" clId="{2B4EF15D-42C9-844D-8A07-BC881FB6F23C}" dt="2021-06-22T17:34:02.823" v="12636" actId="2696"/>
        <pc:sldMkLst>
          <pc:docMk/>
          <pc:sldMk cId="2185409598" sldId="396"/>
        </pc:sldMkLst>
        <pc:spChg chg="mod">
          <ac:chgData name="Kalvis Golde" userId="d12450372feb7484" providerId="LiveId" clId="{2B4EF15D-42C9-844D-8A07-BC881FB6F23C}" dt="2021-06-22T17:34:01.065" v="12635" actId="20577"/>
          <ac:spMkLst>
            <pc:docMk/>
            <pc:sldMk cId="2185409598" sldId="396"/>
            <ac:spMk id="6" creationId="{EF5BF4B9-183A-BA4C-9CE9-17C8C647F3F3}"/>
          </ac:spMkLst>
        </pc:spChg>
      </pc:sldChg>
      <pc:sldChg chg="modSp add mod">
        <pc:chgData name="Kalvis Golde" userId="d12450372feb7484" providerId="LiveId" clId="{2B4EF15D-42C9-844D-8A07-BC881FB6F23C}" dt="2021-06-22T19:09:21.002" v="13801" actId="13926"/>
        <pc:sldMkLst>
          <pc:docMk/>
          <pc:sldMk cId="4060666233" sldId="396"/>
        </pc:sldMkLst>
        <pc:spChg chg="mod">
          <ac:chgData name="Kalvis Golde" userId="d12450372feb7484" providerId="LiveId" clId="{2B4EF15D-42C9-844D-8A07-BC881FB6F23C}" dt="2021-06-22T19:09:21.002" v="13801" actId="13926"/>
          <ac:spMkLst>
            <pc:docMk/>
            <pc:sldMk cId="4060666233" sldId="396"/>
            <ac:spMk id="5" creationId="{A42EFDFD-5356-C64A-8AC1-9F4719D73C82}"/>
          </ac:spMkLst>
        </pc:spChg>
        <pc:spChg chg="mod">
          <ac:chgData name="Kalvis Golde" userId="d12450372feb7484" providerId="LiveId" clId="{2B4EF15D-42C9-844D-8A07-BC881FB6F23C}" dt="2021-06-22T17:34:11.591" v="12658" actId="20577"/>
          <ac:spMkLst>
            <pc:docMk/>
            <pc:sldMk cId="4060666233" sldId="396"/>
            <ac:spMk id="6" creationId="{EF5BF4B9-183A-BA4C-9CE9-17C8C647F3F3}"/>
          </ac:spMkLst>
        </pc:spChg>
        <pc:spChg chg="mod">
          <ac:chgData name="Kalvis Golde" userId="d12450372feb7484" providerId="LiveId" clId="{2B4EF15D-42C9-844D-8A07-BC881FB6F23C}" dt="2021-06-22T17:34:19.693" v="12698" actId="20577"/>
          <ac:spMkLst>
            <pc:docMk/>
            <pc:sldMk cId="4060666233" sldId="396"/>
            <ac:spMk id="8" creationId="{F60AB59C-618B-AB44-BAF7-44FAC64C8A41}"/>
          </ac:spMkLst>
        </pc:spChg>
      </pc:sldChg>
      <pc:sldChg chg="addSp delSp modSp new mod ord">
        <pc:chgData name="Kalvis Golde" userId="d12450372feb7484" providerId="LiveId" clId="{2B4EF15D-42C9-844D-8A07-BC881FB6F23C}" dt="2021-06-22T21:45:26.631" v="15652" actId="1076"/>
        <pc:sldMkLst>
          <pc:docMk/>
          <pc:sldMk cId="916534381" sldId="397"/>
        </pc:sldMkLst>
        <pc:spChg chg="del">
          <ac:chgData name="Kalvis Golde" userId="d12450372feb7484" providerId="LiveId" clId="{2B4EF15D-42C9-844D-8A07-BC881FB6F23C}" dt="2021-06-22T19:06:34.095" v="13703" actId="478"/>
          <ac:spMkLst>
            <pc:docMk/>
            <pc:sldMk cId="916534381" sldId="397"/>
            <ac:spMk id="2" creationId="{CCFA7651-D087-E843-A23B-C94914227594}"/>
          </ac:spMkLst>
        </pc:spChg>
        <pc:spChg chg="del">
          <ac:chgData name="Kalvis Golde" userId="d12450372feb7484" providerId="LiveId" clId="{2B4EF15D-42C9-844D-8A07-BC881FB6F23C}" dt="2021-06-22T19:06:35.592" v="13704" actId="478"/>
          <ac:spMkLst>
            <pc:docMk/>
            <pc:sldMk cId="916534381" sldId="397"/>
            <ac:spMk id="3" creationId="{65ED1A36-4D3D-B249-A2E7-D293BC307534}"/>
          </ac:spMkLst>
        </pc:spChg>
        <pc:spChg chg="add mod">
          <ac:chgData name="Kalvis Golde" userId="d12450372feb7484" providerId="LiveId" clId="{2B4EF15D-42C9-844D-8A07-BC881FB6F23C}" dt="2021-06-22T21:17:02.332" v="14739" actId="14100"/>
          <ac:spMkLst>
            <pc:docMk/>
            <pc:sldMk cId="916534381" sldId="397"/>
            <ac:spMk id="5" creationId="{AC24B3D7-BCD1-7942-BEAA-7549ACCB7487}"/>
          </ac:spMkLst>
        </pc:spChg>
        <pc:spChg chg="add mod">
          <ac:chgData name="Kalvis Golde" userId="d12450372feb7484" providerId="LiveId" clId="{2B4EF15D-42C9-844D-8A07-BC881FB6F23C}" dt="2021-06-22T21:45:26.631" v="15652" actId="1076"/>
          <ac:spMkLst>
            <pc:docMk/>
            <pc:sldMk cId="916534381" sldId="397"/>
            <ac:spMk id="6" creationId="{80B74A02-1D6A-F34B-AE1D-6ED137849539}"/>
          </ac:spMkLst>
        </pc:spChg>
      </pc:sldChg>
      <pc:sldChg chg="addSp delSp modSp new mod addCm modCm">
        <pc:chgData name="Kalvis Golde" userId="d12450372feb7484" providerId="LiveId" clId="{2B4EF15D-42C9-844D-8A07-BC881FB6F23C}" dt="2021-06-22T21:45:02.225" v="15620"/>
        <pc:sldMkLst>
          <pc:docMk/>
          <pc:sldMk cId="619884946" sldId="398"/>
        </pc:sldMkLst>
        <pc:spChg chg="del">
          <ac:chgData name="Kalvis Golde" userId="d12450372feb7484" providerId="LiveId" clId="{2B4EF15D-42C9-844D-8A07-BC881FB6F23C}" dt="2021-06-22T19:26:26.849" v="14125" actId="478"/>
          <ac:spMkLst>
            <pc:docMk/>
            <pc:sldMk cId="619884946" sldId="398"/>
            <ac:spMk id="2" creationId="{E00CFEC5-5173-9247-9A5B-FBAF170E8BF6}"/>
          </ac:spMkLst>
        </pc:spChg>
        <pc:spChg chg="del">
          <ac:chgData name="Kalvis Golde" userId="d12450372feb7484" providerId="LiveId" clId="{2B4EF15D-42C9-844D-8A07-BC881FB6F23C}" dt="2021-06-22T19:26:28.037" v="14126" actId="478"/>
          <ac:spMkLst>
            <pc:docMk/>
            <pc:sldMk cId="619884946" sldId="398"/>
            <ac:spMk id="3" creationId="{1914DAFD-BFF8-3E43-99E1-22E7255CA1F2}"/>
          </ac:spMkLst>
        </pc:spChg>
        <pc:spChg chg="add mod">
          <ac:chgData name="Kalvis Golde" userId="d12450372feb7484" providerId="LiveId" clId="{2B4EF15D-42C9-844D-8A07-BC881FB6F23C}" dt="2021-06-22T20:07:23.545" v="14711" actId="1038"/>
          <ac:spMkLst>
            <pc:docMk/>
            <pc:sldMk cId="619884946" sldId="398"/>
            <ac:spMk id="5" creationId="{4AEB5166-104F-F844-BFBC-60336AA803D3}"/>
          </ac:spMkLst>
        </pc:spChg>
        <pc:graphicFrameChg chg="add mod modGraphic">
          <ac:chgData name="Kalvis Golde" userId="d12450372feb7484" providerId="LiveId" clId="{2B4EF15D-42C9-844D-8A07-BC881FB6F23C}" dt="2021-06-22T21:44:49.826" v="15619" actId="207"/>
          <ac:graphicFrameMkLst>
            <pc:docMk/>
            <pc:sldMk cId="619884946" sldId="398"/>
            <ac:graphicFrameMk id="6" creationId="{5BF0DDD8-DCD3-F44C-A42D-CBB308CF5050}"/>
          </ac:graphicFrameMkLst>
        </pc:graphicFrameChg>
        <pc:graphicFrameChg chg="add del mod">
          <ac:chgData name="Kalvis Golde" userId="d12450372feb7484" providerId="LiveId" clId="{2B4EF15D-42C9-844D-8A07-BC881FB6F23C}" dt="2021-06-22T21:28:14.011" v="15366" actId="478"/>
          <ac:graphicFrameMkLst>
            <pc:docMk/>
            <pc:sldMk cId="619884946" sldId="398"/>
            <ac:graphicFrameMk id="25" creationId="{174D2BAB-1AF7-3E47-B2DD-8CED6DCD3161}"/>
          </ac:graphicFrameMkLst>
        </pc:graphicFrameChg>
        <pc:picChg chg="add mod">
          <ac:chgData name="Kalvis Golde" userId="d12450372feb7484" providerId="LiveId" clId="{2B4EF15D-42C9-844D-8A07-BC881FB6F23C}" dt="2021-06-22T21:34:33.453" v="15519" actId="1036"/>
          <ac:picMkLst>
            <pc:docMk/>
            <pc:sldMk cId="619884946" sldId="398"/>
            <ac:picMk id="8" creationId="{3729B541-7FD5-1E4B-B70B-5576A107D83E}"/>
          </ac:picMkLst>
        </pc:picChg>
        <pc:picChg chg="add mod">
          <ac:chgData name="Kalvis Golde" userId="d12450372feb7484" providerId="LiveId" clId="{2B4EF15D-42C9-844D-8A07-BC881FB6F23C}" dt="2021-06-22T21:34:33.453" v="15519" actId="1036"/>
          <ac:picMkLst>
            <pc:docMk/>
            <pc:sldMk cId="619884946" sldId="398"/>
            <ac:picMk id="10" creationId="{198360DB-F6AA-AF4D-9F57-D690DC68B6AA}"/>
          </ac:picMkLst>
        </pc:picChg>
        <pc:picChg chg="add mod">
          <ac:chgData name="Kalvis Golde" userId="d12450372feb7484" providerId="LiveId" clId="{2B4EF15D-42C9-844D-8A07-BC881FB6F23C}" dt="2021-06-22T21:34:33.453" v="15519" actId="1036"/>
          <ac:picMkLst>
            <pc:docMk/>
            <pc:sldMk cId="619884946" sldId="398"/>
            <ac:picMk id="12" creationId="{16ACDF34-C1E1-844D-A9E2-76296CF08BBB}"/>
          </ac:picMkLst>
        </pc:picChg>
        <pc:picChg chg="add mod">
          <ac:chgData name="Kalvis Golde" userId="d12450372feb7484" providerId="LiveId" clId="{2B4EF15D-42C9-844D-8A07-BC881FB6F23C}" dt="2021-06-22T21:34:33.453" v="15519" actId="1036"/>
          <ac:picMkLst>
            <pc:docMk/>
            <pc:sldMk cId="619884946" sldId="398"/>
            <ac:picMk id="14" creationId="{B22BDDB2-19EB-1248-A066-EA6A419F67A7}"/>
          </ac:picMkLst>
        </pc:picChg>
        <pc:picChg chg="add mod">
          <ac:chgData name="Kalvis Golde" userId="d12450372feb7484" providerId="LiveId" clId="{2B4EF15D-42C9-844D-8A07-BC881FB6F23C}" dt="2021-06-22T21:34:33.453" v="15519" actId="1036"/>
          <ac:picMkLst>
            <pc:docMk/>
            <pc:sldMk cId="619884946" sldId="398"/>
            <ac:picMk id="16" creationId="{0045E443-5EF8-7A4E-A335-DFC2160DB100}"/>
          </ac:picMkLst>
        </pc:picChg>
        <pc:picChg chg="add mod">
          <ac:chgData name="Kalvis Golde" userId="d12450372feb7484" providerId="LiveId" clId="{2B4EF15D-42C9-844D-8A07-BC881FB6F23C}" dt="2021-06-22T21:34:33.453" v="15519" actId="1036"/>
          <ac:picMkLst>
            <pc:docMk/>
            <pc:sldMk cId="619884946" sldId="398"/>
            <ac:picMk id="18" creationId="{B3BB87FD-05D8-5943-B8C7-D13B35F2D60B}"/>
          </ac:picMkLst>
        </pc:picChg>
        <pc:picChg chg="add mod">
          <ac:chgData name="Kalvis Golde" userId="d12450372feb7484" providerId="LiveId" clId="{2B4EF15D-42C9-844D-8A07-BC881FB6F23C}" dt="2021-06-22T21:34:33.453" v="15519" actId="1036"/>
          <ac:picMkLst>
            <pc:docMk/>
            <pc:sldMk cId="619884946" sldId="398"/>
            <ac:picMk id="20" creationId="{21498AC9-69A7-424D-B7E4-7B17E3BB7DF1}"/>
          </ac:picMkLst>
        </pc:picChg>
        <pc:picChg chg="add mod">
          <ac:chgData name="Kalvis Golde" userId="d12450372feb7484" providerId="LiveId" clId="{2B4EF15D-42C9-844D-8A07-BC881FB6F23C}" dt="2021-06-22T21:34:33.453" v="15519" actId="1036"/>
          <ac:picMkLst>
            <pc:docMk/>
            <pc:sldMk cId="619884946" sldId="398"/>
            <ac:picMk id="22" creationId="{E8320C50-E330-DB47-96AB-BED3E96F7BC9}"/>
          </ac:picMkLst>
        </pc:picChg>
        <pc:picChg chg="add mod">
          <ac:chgData name="Kalvis Golde" userId="d12450372feb7484" providerId="LiveId" clId="{2B4EF15D-42C9-844D-8A07-BC881FB6F23C}" dt="2021-06-22T21:34:33.453" v="15519" actId="1036"/>
          <ac:picMkLst>
            <pc:docMk/>
            <pc:sldMk cId="619884946" sldId="398"/>
            <ac:picMk id="24" creationId="{0402D156-9271-A242-9A94-3BAFC782CBF2}"/>
          </ac:picMkLst>
        </pc:picChg>
      </pc:sldChg>
      <pc:sldChg chg="modSp add del mod">
        <pc:chgData name="Kalvis Golde" userId="d12450372feb7484" providerId="LiveId" clId="{2B4EF15D-42C9-844D-8A07-BC881FB6F23C}" dt="2021-06-22T21:43:35.863" v="15611" actId="2696"/>
        <pc:sldMkLst>
          <pc:docMk/>
          <pc:sldMk cId="290846049" sldId="399"/>
        </pc:sldMkLst>
        <pc:graphicFrameChg chg="modGraphic">
          <ac:chgData name="Kalvis Golde" userId="d12450372feb7484" providerId="LiveId" clId="{2B4EF15D-42C9-844D-8A07-BC881FB6F23C}" dt="2021-06-22T21:35:09.202" v="15527" actId="255"/>
          <ac:graphicFrameMkLst>
            <pc:docMk/>
            <pc:sldMk cId="290846049" sldId="399"/>
            <ac:graphicFrameMk id="6" creationId="{5BF0DDD8-DCD3-F44C-A42D-CBB308CF5050}"/>
          </ac:graphicFrameMkLst>
        </pc:graphicFrameChg>
      </pc:sldChg>
      <pc:sldChg chg="add del">
        <pc:chgData name="Kalvis Golde" userId="d12450372feb7484" providerId="LiveId" clId="{2B4EF15D-42C9-844D-8A07-BC881FB6F23C}" dt="2021-06-22T21:33:18.606" v="15484" actId="2696"/>
        <pc:sldMkLst>
          <pc:docMk/>
          <pc:sldMk cId="2078947616" sldId="399"/>
        </pc:sldMkLst>
      </pc:sldChg>
      <pc:sldChg chg="add del">
        <pc:chgData name="Kalvis Golde" userId="d12450372feb7484" providerId="LiveId" clId="{2B4EF15D-42C9-844D-8A07-BC881FB6F23C}" dt="2021-06-22T21:34:43.687" v="15521" actId="2696"/>
        <pc:sldMkLst>
          <pc:docMk/>
          <pc:sldMk cId="3178402089" sldId="399"/>
        </pc:sldMkLst>
      </pc:sldChg>
      <pc:sldChg chg="add">
        <pc:chgData name="Kalvis Golde" userId="d12450372feb7484" providerId="LiveId" clId="{2B4EF15D-42C9-844D-8A07-BC881FB6F23C}" dt="2021-06-22T21:43:42.975" v="15614" actId="2890"/>
        <pc:sldMkLst>
          <pc:docMk/>
          <pc:sldMk cId="3374246032" sldId="399"/>
        </pc:sldMkLst>
      </pc:sldChg>
      <pc:sldChg chg="modSp add del mod">
        <pc:chgData name="Kalvis Golde" userId="d12450372feb7484" providerId="LiveId" clId="{2B4EF15D-42C9-844D-8A07-BC881FB6F23C}" dt="2021-06-22T21:43:38.117" v="15612" actId="2696"/>
        <pc:sldMkLst>
          <pc:docMk/>
          <pc:sldMk cId="515303802" sldId="400"/>
        </pc:sldMkLst>
        <pc:graphicFrameChg chg="modGraphic">
          <ac:chgData name="Kalvis Golde" userId="d12450372feb7484" providerId="LiveId" clId="{2B4EF15D-42C9-844D-8A07-BC881FB6F23C}" dt="2021-06-22T21:35:14.818" v="15528" actId="255"/>
          <ac:graphicFrameMkLst>
            <pc:docMk/>
            <pc:sldMk cId="515303802" sldId="400"/>
            <ac:graphicFrameMk id="6" creationId="{5BF0DDD8-DCD3-F44C-A42D-CBB308CF5050}"/>
          </ac:graphicFrameMkLst>
        </pc:graphicFrameChg>
      </pc:sldChg>
      <pc:sldChg chg="add">
        <pc:chgData name="Kalvis Golde" userId="d12450372feb7484" providerId="LiveId" clId="{2B4EF15D-42C9-844D-8A07-BC881FB6F23C}" dt="2021-06-22T21:43:45.582" v="15615" actId="2890"/>
        <pc:sldMkLst>
          <pc:docMk/>
          <pc:sldMk cId="1610198075" sldId="400"/>
        </pc:sldMkLst>
      </pc:sldChg>
      <pc:sldChg chg="add del">
        <pc:chgData name="Kalvis Golde" userId="d12450372feb7484" providerId="LiveId" clId="{2B4EF15D-42C9-844D-8A07-BC881FB6F23C}" dt="2021-06-22T21:34:42.692" v="15520" actId="2696"/>
        <pc:sldMkLst>
          <pc:docMk/>
          <pc:sldMk cId="2094742811" sldId="400"/>
        </pc:sldMkLst>
      </pc:sldChg>
      <pc:sldChg chg="add del">
        <pc:chgData name="Kalvis Golde" userId="d12450372feb7484" providerId="LiveId" clId="{2B4EF15D-42C9-844D-8A07-BC881FB6F23C}" dt="2021-06-22T21:34:45.595" v="15522" actId="2696"/>
        <pc:sldMkLst>
          <pc:docMk/>
          <pc:sldMk cId="1035249906" sldId="401"/>
        </pc:sldMkLst>
      </pc:sldChg>
      <pc:sldChg chg="add">
        <pc:chgData name="Kalvis Golde" userId="d12450372feb7484" providerId="LiveId" clId="{2B4EF15D-42C9-844D-8A07-BC881FB6F23C}" dt="2021-06-22T21:43:48.054" v="15616" actId="2890"/>
        <pc:sldMkLst>
          <pc:docMk/>
          <pc:sldMk cId="1855656958" sldId="401"/>
        </pc:sldMkLst>
      </pc:sldChg>
      <pc:sldChg chg="modSp add del mod">
        <pc:chgData name="Kalvis Golde" userId="d12450372feb7484" providerId="LiveId" clId="{2B4EF15D-42C9-844D-8A07-BC881FB6F23C}" dt="2021-06-22T21:43:39.968" v="15613" actId="2696"/>
        <pc:sldMkLst>
          <pc:docMk/>
          <pc:sldMk cId="2875960702" sldId="401"/>
        </pc:sldMkLst>
        <pc:graphicFrameChg chg="modGraphic">
          <ac:chgData name="Kalvis Golde" userId="d12450372feb7484" providerId="LiveId" clId="{2B4EF15D-42C9-844D-8A07-BC881FB6F23C}" dt="2021-06-22T21:35:20.247" v="15529" actId="255"/>
          <ac:graphicFrameMkLst>
            <pc:docMk/>
            <pc:sldMk cId="2875960702" sldId="401"/>
            <ac:graphicFrameMk id="6" creationId="{5BF0DDD8-DCD3-F44C-A42D-CBB308CF5050}"/>
          </ac:graphicFrameMkLst>
        </pc:graphicFrame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7840" cy="466434"/>
          </a:xfrm>
          <a:prstGeom prst="rect">
            <a:avLst/>
          </a:prstGeom>
        </p:spPr>
        <p:txBody>
          <a:bodyPr vert="horz" lIns="93173" tIns="46587" rIns="93173" bIns="46587" rtlCol="0"/>
          <a:lstStyle>
            <a:lvl1pPr algn="l">
              <a:defRPr sz="1200"/>
            </a:lvl1pPr>
          </a:lstStyle>
          <a:p>
            <a:endParaRPr lang="en-US"/>
          </a:p>
        </p:txBody>
      </p:sp>
      <p:sp>
        <p:nvSpPr>
          <p:cNvPr id="3" name="Date Placeholder 2"/>
          <p:cNvSpPr>
            <a:spLocks noGrp="1"/>
          </p:cNvSpPr>
          <p:nvPr>
            <p:ph type="dt" idx="1"/>
          </p:nvPr>
        </p:nvSpPr>
        <p:spPr>
          <a:xfrm>
            <a:off x="3970938" y="0"/>
            <a:ext cx="3037840" cy="466434"/>
          </a:xfrm>
          <a:prstGeom prst="rect">
            <a:avLst/>
          </a:prstGeom>
        </p:spPr>
        <p:txBody>
          <a:bodyPr vert="horz" lIns="93173" tIns="46587" rIns="93173" bIns="46587" rtlCol="0"/>
          <a:lstStyle>
            <a:lvl1pPr algn="r">
              <a:defRPr sz="1200"/>
            </a:lvl1pPr>
          </a:lstStyle>
          <a:p>
            <a:fld id="{D62E4C22-F13C-469B-88DE-BEC26370719F}" type="datetimeFigureOut">
              <a:rPr lang="en-US" smtClean="0"/>
              <a:t>6/5/2025</a:t>
            </a:fld>
            <a:endParaRPr lang="en-US"/>
          </a:p>
        </p:txBody>
      </p:sp>
      <p:sp>
        <p:nvSpPr>
          <p:cNvPr id="4" name="Slide Image Placeholder 3"/>
          <p:cNvSpPr>
            <a:spLocks noGrp="1" noRot="1" noChangeAspect="1"/>
          </p:cNvSpPr>
          <p:nvPr>
            <p:ph type="sldImg" idx="2"/>
          </p:nvPr>
        </p:nvSpPr>
        <p:spPr>
          <a:xfrm>
            <a:off x="717550" y="1162050"/>
            <a:ext cx="5575300" cy="3136900"/>
          </a:xfrm>
          <a:prstGeom prst="rect">
            <a:avLst/>
          </a:prstGeom>
          <a:noFill/>
          <a:ln w="12700">
            <a:solidFill>
              <a:prstClr val="black"/>
            </a:solidFill>
          </a:ln>
        </p:spPr>
        <p:txBody>
          <a:bodyPr vert="horz" lIns="93173" tIns="46587" rIns="93173" bIns="46587" rtlCol="0" anchor="ctr"/>
          <a:lstStyle/>
          <a:p>
            <a:endParaRPr lang="en-US"/>
          </a:p>
        </p:txBody>
      </p:sp>
      <p:sp>
        <p:nvSpPr>
          <p:cNvPr id="5" name="Notes Placeholder 4"/>
          <p:cNvSpPr>
            <a:spLocks noGrp="1"/>
          </p:cNvSpPr>
          <p:nvPr>
            <p:ph type="body" sz="quarter" idx="3"/>
          </p:nvPr>
        </p:nvSpPr>
        <p:spPr>
          <a:xfrm>
            <a:off x="701040" y="4473892"/>
            <a:ext cx="5608320" cy="3660458"/>
          </a:xfrm>
          <a:prstGeom prst="rect">
            <a:avLst/>
          </a:prstGeom>
        </p:spPr>
        <p:txBody>
          <a:bodyPr vert="horz" lIns="93173" tIns="46587" rIns="93173" bIns="46587"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829968"/>
            <a:ext cx="3037840" cy="466433"/>
          </a:xfrm>
          <a:prstGeom prst="rect">
            <a:avLst/>
          </a:prstGeom>
        </p:spPr>
        <p:txBody>
          <a:bodyPr vert="horz" lIns="93173" tIns="46587" rIns="93173" bIns="46587" rtlCol="0" anchor="b"/>
          <a:lstStyle>
            <a:lvl1pPr algn="l">
              <a:defRPr sz="1200"/>
            </a:lvl1pPr>
          </a:lstStyle>
          <a:p>
            <a:endParaRPr lang="en-US"/>
          </a:p>
        </p:txBody>
      </p:sp>
      <p:sp>
        <p:nvSpPr>
          <p:cNvPr id="7" name="Slide Number Placeholder 6"/>
          <p:cNvSpPr>
            <a:spLocks noGrp="1"/>
          </p:cNvSpPr>
          <p:nvPr>
            <p:ph type="sldNum" sz="quarter" idx="5"/>
          </p:nvPr>
        </p:nvSpPr>
        <p:spPr>
          <a:xfrm>
            <a:off x="3970938" y="8829968"/>
            <a:ext cx="3037840" cy="466433"/>
          </a:xfrm>
          <a:prstGeom prst="rect">
            <a:avLst/>
          </a:prstGeom>
        </p:spPr>
        <p:txBody>
          <a:bodyPr vert="horz" lIns="93173" tIns="46587" rIns="93173" bIns="46587" rtlCol="0" anchor="b"/>
          <a:lstStyle>
            <a:lvl1pPr algn="r">
              <a:defRPr sz="1200"/>
            </a:lvl1pPr>
          </a:lstStyle>
          <a:p>
            <a:fld id="{B834DF19-3E08-411A-A452-BC015BCC027A}" type="slidenum">
              <a:rPr lang="en-US" smtClean="0"/>
              <a:t>‹#›</a:t>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1</a:t>
            </a:fld>
            <a:endParaRPr lang="en-US"/>
          </a:p>
        </p:txBody>
      </p:sp>
    </p:spTree>
    <p:extLst>
      <p:ext uri="{BB962C8B-B14F-4D97-AF65-F5344CB8AC3E}">
        <p14:creationId xmlns:p14="http://schemas.microsoft.com/office/powerpoint/2010/main" val="68898191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2</a:t>
            </a:fld>
            <a:endParaRPr lang="en-US"/>
          </a:p>
        </p:txBody>
      </p:sp>
    </p:spTree>
    <p:extLst>
      <p:ext uri="{BB962C8B-B14F-4D97-AF65-F5344CB8AC3E}">
        <p14:creationId xmlns:p14="http://schemas.microsoft.com/office/powerpoint/2010/main" val="164140733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9</a:t>
            </a:fld>
            <a:endParaRPr lang="en-US"/>
          </a:p>
        </p:txBody>
      </p:sp>
    </p:spTree>
    <p:extLst>
      <p:ext uri="{BB962C8B-B14F-4D97-AF65-F5344CB8AC3E}">
        <p14:creationId xmlns:p14="http://schemas.microsoft.com/office/powerpoint/2010/main" val="152071829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10</a:t>
            </a:fld>
            <a:endParaRPr lang="en-US"/>
          </a:p>
        </p:txBody>
      </p:sp>
    </p:spTree>
    <p:extLst>
      <p:ext uri="{BB962C8B-B14F-4D97-AF65-F5344CB8AC3E}">
        <p14:creationId xmlns:p14="http://schemas.microsoft.com/office/powerpoint/2010/main" val="282886438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B834DF19-3E08-411A-A452-BC015BCC027A}" type="slidenum">
              <a:rPr lang="en-US" smtClean="0"/>
              <a:t>11</a:t>
            </a:fld>
            <a:endParaRPr lang="en-US"/>
          </a:p>
        </p:txBody>
      </p:sp>
    </p:spTree>
    <p:extLst>
      <p:ext uri="{BB962C8B-B14F-4D97-AF65-F5344CB8AC3E}">
        <p14:creationId xmlns:p14="http://schemas.microsoft.com/office/powerpoint/2010/main" val="265800247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13</a:t>
            </a:fld>
            <a:endParaRPr lang="en-US"/>
          </a:p>
        </p:txBody>
      </p:sp>
    </p:spTree>
    <p:extLst>
      <p:ext uri="{BB962C8B-B14F-4D97-AF65-F5344CB8AC3E}">
        <p14:creationId xmlns:p14="http://schemas.microsoft.com/office/powerpoint/2010/main" val="111749265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25E8D4-9AA5-C3A5-26B3-0C8530D912F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DF8517F-94F9-A77F-332E-C8343590363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C1962BD-5EF3-9C9D-1402-F8A38E49FFB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EEB8675-6AE5-638E-8622-9F1A9C74C8C9}"/>
              </a:ext>
            </a:extLst>
          </p:cNvPr>
          <p:cNvSpPr>
            <a:spLocks noGrp="1"/>
          </p:cNvSpPr>
          <p:nvPr>
            <p:ph type="sldNum" sz="quarter" idx="5"/>
          </p:nvPr>
        </p:nvSpPr>
        <p:spPr/>
        <p:txBody>
          <a:bodyPr/>
          <a:lstStyle/>
          <a:p>
            <a:fld id="{B834DF19-3E08-411A-A452-BC015BCC027A}" type="slidenum">
              <a:rPr lang="en-US" smtClean="0"/>
              <a:t>14</a:t>
            </a:fld>
            <a:endParaRPr lang="en-US"/>
          </a:p>
        </p:txBody>
      </p:sp>
    </p:spTree>
    <p:extLst>
      <p:ext uri="{BB962C8B-B14F-4D97-AF65-F5344CB8AC3E}">
        <p14:creationId xmlns:p14="http://schemas.microsoft.com/office/powerpoint/2010/main" val="98569044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15</a:t>
            </a:fld>
            <a:endParaRPr lang="en-US"/>
          </a:p>
        </p:txBody>
      </p:sp>
    </p:spTree>
    <p:extLst>
      <p:ext uri="{BB962C8B-B14F-4D97-AF65-F5344CB8AC3E}">
        <p14:creationId xmlns:p14="http://schemas.microsoft.com/office/powerpoint/2010/main" val="385438924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FD5E1B-EC2E-15F7-D0C5-521782784A9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74C9298-400C-EB0E-07F9-DFADCF20BC2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2BA2E9C-A622-8E88-EC27-F54978D489C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D83E0E0-2341-3B2A-A4EE-9AA9E493B6F0}"/>
              </a:ext>
            </a:extLst>
          </p:cNvPr>
          <p:cNvSpPr>
            <a:spLocks noGrp="1"/>
          </p:cNvSpPr>
          <p:nvPr>
            <p:ph type="sldNum" sz="quarter" idx="5"/>
          </p:nvPr>
        </p:nvSpPr>
        <p:spPr/>
        <p:txBody>
          <a:bodyPr/>
          <a:lstStyle/>
          <a:p>
            <a:fld id="{B834DF19-3E08-411A-A452-BC015BCC027A}" type="slidenum">
              <a:rPr lang="en-US" smtClean="0"/>
              <a:t>21</a:t>
            </a:fld>
            <a:endParaRPr lang="en-US"/>
          </a:p>
        </p:txBody>
      </p:sp>
    </p:spTree>
    <p:extLst>
      <p:ext uri="{BB962C8B-B14F-4D97-AF65-F5344CB8AC3E}">
        <p14:creationId xmlns:p14="http://schemas.microsoft.com/office/powerpoint/2010/main" val="193622979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25</a:t>
            </a:fld>
            <a:endParaRPr lang="en-US"/>
          </a:p>
        </p:txBody>
      </p:sp>
    </p:spTree>
    <p:extLst>
      <p:ext uri="{BB962C8B-B14F-4D97-AF65-F5344CB8AC3E}">
        <p14:creationId xmlns:p14="http://schemas.microsoft.com/office/powerpoint/2010/main" val="7699083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26</a:t>
            </a:fld>
            <a:endParaRPr lang="en-US"/>
          </a:p>
        </p:txBody>
      </p:sp>
    </p:spTree>
    <p:extLst>
      <p:ext uri="{BB962C8B-B14F-4D97-AF65-F5344CB8AC3E}">
        <p14:creationId xmlns:p14="http://schemas.microsoft.com/office/powerpoint/2010/main" val="211827999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27</a:t>
            </a:fld>
            <a:endParaRPr lang="en-US"/>
          </a:p>
        </p:txBody>
      </p:sp>
    </p:spTree>
    <p:extLst>
      <p:ext uri="{BB962C8B-B14F-4D97-AF65-F5344CB8AC3E}">
        <p14:creationId xmlns:p14="http://schemas.microsoft.com/office/powerpoint/2010/main" val="117232339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28</a:t>
            </a:fld>
            <a:endParaRPr lang="en-US"/>
          </a:p>
        </p:txBody>
      </p:sp>
    </p:spTree>
    <p:extLst>
      <p:ext uri="{BB962C8B-B14F-4D97-AF65-F5344CB8AC3E}">
        <p14:creationId xmlns:p14="http://schemas.microsoft.com/office/powerpoint/2010/main" val="227027428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fld id="{5404DE1D-F371-4D93-A051-8E4291309856}" type="datetime1">
              <a:rPr lang="en-US" smtClean="0"/>
              <a:t>6/5/2025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8FA28C88-2091-411C-8E6D-D707E5A32593}" type="datetime1">
              <a:rPr lang="en-US" smtClean="0"/>
              <a:t>6/5/2025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B7A5D965-537E-4674-9D26-E591095F6E01}" type="datetime1">
              <a:rPr lang="en-US" smtClean="0"/>
              <a:t>6/5/2025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8C467566-C371-408E-8F2D-3E574A0545A1}" type="datetime1">
              <a:rPr lang="en-US" smtClean="0"/>
              <a:t>6/5/2025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68776E93-5451-45E2-A790-01EC21311EF1}" type="datetime1">
              <a:rPr lang="en-US" smtClean="0"/>
              <a:t>6/5/2025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375DF2C9-1C8F-4DE1-840C-5402BB8470C8}" type="datetime1">
              <a:rPr lang="en-US" smtClean="0"/>
              <a:t>6/5/2025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64F80A29-A7D5-4AA0-8AFB-29039B5FC3F7}" type="datetime1">
              <a:rPr lang="en-US" smtClean="0"/>
              <a:t>6/5/2025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84DB8124-C576-407D-8F26-9D88A07D9C27}" type="datetime1">
              <a:rPr lang="en-US" smtClean="0"/>
              <a:t>6/5/2025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46A15BE4-95D6-4BC1-B7B6-793738243B8D}" type="datetime1">
              <a:rPr lang="en-US" smtClean="0"/>
              <a:t>6/5/2025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41DCD188-A32A-44D9-8497-916B4940CED7}" type="datetime1">
              <a:rPr lang="en-US" smtClean="0"/>
              <a:t>6/5/2025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242DAC5-BD41-4F85-B02E-3945FFF7E277}" type="datetime1">
              <a:rPr lang="en-US" smtClean="0"/>
              <a:t>6/5/2025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FA29DED-D69B-4EB7-BF85-2AE58F0DDAF2}" type="datetime1">
              <a:rPr lang="en-US" smtClean="0"/>
              <a:t>6/5/2025</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5E212BD6-99D2-4430-8307-3DFF6CB1AF68}"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2.jpe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hyperlink" Target="http://mqscores.wustl.edu/" TargetMode="Externa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hyperlink" Target="http://mqscores.wustl.edu/" TargetMode="External"/><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image" Target="../media/image17.png"/><Relationship Id="rId7" Type="http://schemas.openxmlformats.org/officeDocument/2006/relationships/image" Target="../media/image21.png"/><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image" Target="../media/image20.png"/><Relationship Id="rId11" Type="http://schemas.openxmlformats.org/officeDocument/2006/relationships/image" Target="../media/image25.png"/><Relationship Id="rId5" Type="http://schemas.openxmlformats.org/officeDocument/2006/relationships/image" Target="../media/image19.png"/><Relationship Id="rId10" Type="http://schemas.openxmlformats.org/officeDocument/2006/relationships/image" Target="../media/image24.png"/><Relationship Id="rId4" Type="http://schemas.openxmlformats.org/officeDocument/2006/relationships/image" Target="../media/image18.png"/><Relationship Id="rId9" Type="http://schemas.openxmlformats.org/officeDocument/2006/relationships/image" Target="../media/image23.png"/></Relationships>
</file>

<file path=ppt/slides/_rels/slide26.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image" Target="../media/image17.png"/><Relationship Id="rId7" Type="http://schemas.openxmlformats.org/officeDocument/2006/relationships/image" Target="../media/image21.png"/><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image" Target="../media/image20.png"/><Relationship Id="rId11" Type="http://schemas.openxmlformats.org/officeDocument/2006/relationships/image" Target="../media/image25.png"/><Relationship Id="rId5" Type="http://schemas.openxmlformats.org/officeDocument/2006/relationships/image" Target="../media/image19.png"/><Relationship Id="rId10" Type="http://schemas.openxmlformats.org/officeDocument/2006/relationships/image" Target="../media/image24.png"/><Relationship Id="rId4" Type="http://schemas.openxmlformats.org/officeDocument/2006/relationships/image" Target="../media/image18.png"/><Relationship Id="rId9" Type="http://schemas.openxmlformats.org/officeDocument/2006/relationships/image" Target="../media/image23.png"/></Relationships>
</file>

<file path=ppt/slides/_rels/slide27.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image" Target="../media/image17.png"/><Relationship Id="rId7" Type="http://schemas.openxmlformats.org/officeDocument/2006/relationships/image" Target="../media/image21.png"/><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image" Target="../media/image20.png"/><Relationship Id="rId11" Type="http://schemas.openxmlformats.org/officeDocument/2006/relationships/image" Target="../media/image25.png"/><Relationship Id="rId5" Type="http://schemas.openxmlformats.org/officeDocument/2006/relationships/image" Target="../media/image19.png"/><Relationship Id="rId10" Type="http://schemas.openxmlformats.org/officeDocument/2006/relationships/image" Target="../media/image24.png"/><Relationship Id="rId4" Type="http://schemas.openxmlformats.org/officeDocument/2006/relationships/image" Target="../media/image18.png"/><Relationship Id="rId9" Type="http://schemas.openxmlformats.org/officeDocument/2006/relationships/image" Target="../media/image23.png"/></Relationships>
</file>

<file path=ppt/slides/_rels/slide28.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image" Target="../media/image17.png"/><Relationship Id="rId7" Type="http://schemas.openxmlformats.org/officeDocument/2006/relationships/image" Target="../media/image21.png"/><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20.png"/><Relationship Id="rId11" Type="http://schemas.openxmlformats.org/officeDocument/2006/relationships/image" Target="../media/image25.png"/><Relationship Id="rId5" Type="http://schemas.openxmlformats.org/officeDocument/2006/relationships/image" Target="../media/image19.png"/><Relationship Id="rId10" Type="http://schemas.openxmlformats.org/officeDocument/2006/relationships/image" Target="../media/image24.png"/><Relationship Id="rId4" Type="http://schemas.openxmlformats.org/officeDocument/2006/relationships/image" Target="../media/image18.png"/><Relationship Id="rId9" Type="http://schemas.openxmlformats.org/officeDocument/2006/relationships/image" Target="../media/image2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5F03BE7F-97AF-5148-899D-4AD76C06E41F}"/>
              </a:ext>
            </a:extLst>
          </p:cNvPr>
          <p:cNvSpPr>
            <a:spLocks noGrp="1"/>
          </p:cNvSpPr>
          <p:nvPr>
            <p:ph type="sldNum" sz="quarter" idx="12"/>
          </p:nvPr>
        </p:nvSpPr>
        <p:spPr/>
        <p:txBody>
          <a:bodyPr/>
          <a:lstStyle/>
          <a:p>
            <a:fld id="{5E212BD6-99D2-4430-8307-3DFF6CB1AF68}" type="slidenum">
              <a:rPr lang="en-US" smtClean="0">
                <a:latin typeface="MULISH REGULAR ROMAN" pitchFamily="2" charset="77"/>
              </a:rPr>
              <a:t>1</a:t>
            </a:fld>
            <a:endParaRPr lang="en-US">
              <a:latin typeface="MULISH REGULAR ROMAN" pitchFamily="2" charset="77"/>
            </a:endParaRPr>
          </a:p>
        </p:txBody>
      </p:sp>
      <p:sp>
        <p:nvSpPr>
          <p:cNvPr id="6" name="Title 1">
            <a:extLst>
              <a:ext uri="{FF2B5EF4-FFF2-40B4-BE49-F238E27FC236}">
                <a16:creationId xmlns:a16="http://schemas.microsoft.com/office/drawing/2014/main" id="{1700B16A-33BA-5646-9BCC-4491AD8D4FD4}"/>
              </a:ext>
            </a:extLst>
          </p:cNvPr>
          <p:cNvSpPr>
            <a:spLocks noGrp="1"/>
          </p:cNvSpPr>
          <p:nvPr>
            <p:ph type="title"/>
          </p:nvPr>
        </p:nvSpPr>
        <p:spPr>
          <a:xfrm>
            <a:off x="110033" y="2774321"/>
            <a:ext cx="4971156" cy="2716320"/>
          </a:xfrm>
        </p:spPr>
        <p:txBody>
          <a:bodyPr>
            <a:noAutofit/>
          </a:bodyPr>
          <a:lstStyle/>
          <a:p>
            <a:pPr algn="ctr">
              <a:lnSpc>
                <a:spcPct val="100000"/>
              </a:lnSpc>
            </a:pPr>
            <a:r>
              <a:rPr lang="en-US" sz="3600" b="1" dirty="0">
                <a:latin typeface="MULISH BLACK ROMAN" pitchFamily="2" charset="77"/>
              </a:rPr>
              <a:t>Final Stat Pack for the 2024-25 term</a:t>
            </a:r>
            <a:br>
              <a:rPr lang="en-US" sz="2800" b="1" dirty="0">
                <a:latin typeface="MULISH BLACK ROMAN" pitchFamily="2" charset="77"/>
              </a:rPr>
            </a:br>
            <a:br>
              <a:rPr lang="en-US" sz="2800" b="1" dirty="0">
                <a:latin typeface="MULISH EXTRABOLD ROMAN" pitchFamily="2" charset="77"/>
              </a:rPr>
            </a:br>
            <a:r>
              <a:rPr lang="en-US" sz="2800" b="1" dirty="0">
                <a:highlight>
                  <a:srgbClr val="00FFFF"/>
                </a:highlight>
                <a:latin typeface="MULISH SEMIBOLD ROMAN" pitchFamily="2" charset="77"/>
              </a:rPr>
              <a:t>June .., 2025</a:t>
            </a:r>
            <a:br>
              <a:rPr lang="en-US" sz="2800" b="1" dirty="0">
                <a:latin typeface="MULISH EXTRABOLD ROMAN" pitchFamily="2" charset="77"/>
              </a:rPr>
            </a:br>
            <a:br>
              <a:rPr lang="en-US" sz="2800" b="1" dirty="0">
                <a:latin typeface="MULISH EXTRABOLD ROMAN" pitchFamily="2" charset="77"/>
              </a:rPr>
            </a:br>
            <a:r>
              <a:rPr lang="en-US" sz="2800" b="1" dirty="0">
                <a:highlight>
                  <a:srgbClr val="FF0000"/>
                </a:highlight>
                <a:latin typeface="MULISH EXTRABOLD ROMAN" pitchFamily="2" charset="77"/>
              </a:rPr>
              <a:t>UPDATED June 5, 2025</a:t>
            </a:r>
          </a:p>
        </p:txBody>
      </p:sp>
      <p:sp>
        <p:nvSpPr>
          <p:cNvPr id="7" name="Rectangle 6">
            <a:extLst>
              <a:ext uri="{FF2B5EF4-FFF2-40B4-BE49-F238E27FC236}">
                <a16:creationId xmlns:a16="http://schemas.microsoft.com/office/drawing/2014/main" id="{75488183-E097-304A-B953-194A9D986237}"/>
              </a:ext>
            </a:extLst>
          </p:cNvPr>
          <p:cNvSpPr/>
          <p:nvPr/>
        </p:nvSpPr>
        <p:spPr>
          <a:xfrm>
            <a:off x="-29113" y="6218491"/>
            <a:ext cx="12252960" cy="698190"/>
          </a:xfrm>
          <a:prstGeom prst="rect">
            <a:avLst/>
          </a:prstGeom>
          <a:solidFill>
            <a:srgbClr val="0469A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9" name="Picture 8" descr="A picture containing sky, outdoor, building, ruin&#10;&#10;Description automatically generated">
            <a:extLst>
              <a:ext uri="{FF2B5EF4-FFF2-40B4-BE49-F238E27FC236}">
                <a16:creationId xmlns:a16="http://schemas.microsoft.com/office/drawing/2014/main" id="{CA56552D-6B5D-2140-856F-CB280A21060A}"/>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206951" y="640086"/>
            <a:ext cx="6377889" cy="4783015"/>
          </a:xfrm>
          <a:prstGeom prst="rect">
            <a:avLst/>
          </a:prstGeom>
        </p:spPr>
      </p:pic>
      <p:sp>
        <p:nvSpPr>
          <p:cNvPr id="10" name="TextBox 9">
            <a:extLst>
              <a:ext uri="{FF2B5EF4-FFF2-40B4-BE49-F238E27FC236}">
                <a16:creationId xmlns:a16="http://schemas.microsoft.com/office/drawing/2014/main" id="{C0E40825-6F35-DE44-8BCC-6208E8007D55}"/>
              </a:ext>
            </a:extLst>
          </p:cNvPr>
          <p:cNvSpPr txBox="1"/>
          <p:nvPr/>
        </p:nvSpPr>
        <p:spPr>
          <a:xfrm>
            <a:off x="555057" y="6413698"/>
            <a:ext cx="11807936" cy="307777"/>
          </a:xfrm>
          <a:prstGeom prst="rect">
            <a:avLst/>
          </a:prstGeom>
          <a:noFill/>
        </p:spPr>
        <p:txBody>
          <a:bodyPr wrap="square" rtlCol="0">
            <a:spAutoFit/>
          </a:bodyPr>
          <a:lstStyle/>
          <a:p>
            <a:r>
              <a:rPr lang="en-US" sz="1400" b="1" dirty="0">
                <a:solidFill>
                  <a:schemeClr val="bg1"/>
                </a:solidFill>
                <a:latin typeface="MULISH REGULAR ROMAN" pitchFamily="2" charset="77"/>
              </a:rPr>
              <a:t>Visit</a:t>
            </a:r>
            <a:r>
              <a:rPr lang="en-US" sz="1400" dirty="0">
                <a:solidFill>
                  <a:schemeClr val="bg1"/>
                </a:solidFill>
                <a:latin typeface="MULISH REGULAR ROMAN" pitchFamily="2" charset="77"/>
              </a:rPr>
              <a:t>: www.scotusblog.com			</a:t>
            </a:r>
            <a:r>
              <a:rPr lang="en-US" sz="1400" b="1" dirty="0">
                <a:solidFill>
                  <a:schemeClr val="bg1"/>
                </a:solidFill>
                <a:latin typeface="MULISH REGULAR ROMAN" pitchFamily="2" charset="77"/>
              </a:rPr>
              <a:t>Follow</a:t>
            </a:r>
            <a:r>
              <a:rPr lang="en-US" sz="1400" dirty="0">
                <a:solidFill>
                  <a:schemeClr val="bg1"/>
                </a:solidFill>
                <a:latin typeface="MULISH REGULAR ROMAN" pitchFamily="2" charset="77"/>
              </a:rPr>
              <a:t>: @scotusblog			</a:t>
            </a:r>
            <a:r>
              <a:rPr lang="en-US" sz="1400" b="1" dirty="0">
                <a:solidFill>
                  <a:schemeClr val="bg1"/>
                </a:solidFill>
                <a:latin typeface="MULISH REGULAR ROMAN" pitchFamily="2" charset="77"/>
              </a:rPr>
              <a:t> Email</a:t>
            </a:r>
            <a:r>
              <a:rPr lang="en-US" sz="1400" dirty="0">
                <a:solidFill>
                  <a:schemeClr val="bg1"/>
                </a:solidFill>
                <a:latin typeface="MULISH REGULAR ROMAN" pitchFamily="2" charset="77"/>
              </a:rPr>
              <a:t>: feedback@scotusblog.com</a:t>
            </a:r>
          </a:p>
        </p:txBody>
      </p:sp>
      <p:pic>
        <p:nvPicPr>
          <p:cNvPr id="1028" name="Picture 4">
            <a:extLst>
              <a:ext uri="{FF2B5EF4-FFF2-40B4-BE49-F238E27FC236}">
                <a16:creationId xmlns:a16="http://schemas.microsoft.com/office/drawing/2014/main" id="{D56D62E1-3E09-41AD-146D-3D679190919C}"/>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85307" y="640086"/>
            <a:ext cx="4420607" cy="1550213"/>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97432506-8FCC-113B-AB0D-35D5D049F063}"/>
              </a:ext>
            </a:extLst>
          </p:cNvPr>
          <p:cNvSpPr txBox="1"/>
          <p:nvPr/>
        </p:nvSpPr>
        <p:spPr>
          <a:xfrm>
            <a:off x="637631" y="5797402"/>
            <a:ext cx="3915957" cy="261610"/>
          </a:xfrm>
          <a:prstGeom prst="rect">
            <a:avLst/>
          </a:prstGeom>
          <a:noFill/>
        </p:spPr>
        <p:txBody>
          <a:bodyPr wrap="square" rtlCol="0">
            <a:spAutoFit/>
          </a:bodyPr>
          <a:lstStyle/>
          <a:p>
            <a:r>
              <a:rPr lang="en-US" sz="1100" i="1" dirty="0">
                <a:latin typeface="MULISH REGULAR ROMAN"/>
              </a:rPr>
              <a:t>Compiled by Jake S. Truscott (Ph.D.) &amp; Adam Feldman (J.D., Ph.D.)</a:t>
            </a:r>
          </a:p>
        </p:txBody>
      </p:sp>
    </p:spTree>
    <p:extLst>
      <p:ext uri="{BB962C8B-B14F-4D97-AF65-F5344CB8AC3E}">
        <p14:creationId xmlns:p14="http://schemas.microsoft.com/office/powerpoint/2010/main" val="295672762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9448800" y="6492875"/>
            <a:ext cx="2743200" cy="365125"/>
          </a:xfrm>
        </p:spPr>
        <p:txBody>
          <a:bodyPr/>
          <a:lstStyle/>
          <a:p>
            <a:fld id="{5E212BD6-99D2-4430-8307-3DFF6CB1AF68}" type="slidenum">
              <a:rPr lang="en-US" sz="800" smtClean="0"/>
              <a:t>2</a:t>
            </a:fld>
            <a:endParaRPr lang="en-US" sz="800" dirty="0"/>
          </a:p>
        </p:txBody>
      </p:sp>
      <p:sp>
        <p:nvSpPr>
          <p:cNvPr id="10" name="Title 9">
            <a:extLst>
              <a:ext uri="{FF2B5EF4-FFF2-40B4-BE49-F238E27FC236}">
                <a16:creationId xmlns:a16="http://schemas.microsoft.com/office/drawing/2014/main" id="{41C3B68A-3143-8C40-9052-984CB81771DE}"/>
              </a:ext>
            </a:extLst>
          </p:cNvPr>
          <p:cNvSpPr>
            <a:spLocks noGrp="1"/>
          </p:cNvSpPr>
          <p:nvPr>
            <p:ph type="title"/>
          </p:nvPr>
        </p:nvSpPr>
        <p:spPr>
          <a:xfrm>
            <a:off x="304800" y="-71266"/>
            <a:ext cx="10515600" cy="1325563"/>
          </a:xfrm>
        </p:spPr>
        <p:txBody>
          <a:bodyPr>
            <a:normAutofit/>
          </a:bodyPr>
          <a:lstStyle/>
          <a:p>
            <a:r>
              <a:rPr lang="en-US" sz="3600" dirty="0">
                <a:solidFill>
                  <a:srgbClr val="A90404"/>
                </a:solidFill>
                <a:latin typeface="MULISH BOLD ROMAN" pitchFamily="2" charset="77"/>
              </a:rPr>
              <a:t>TABLE OF CONTENTS</a:t>
            </a:r>
          </a:p>
        </p:txBody>
      </p:sp>
      <p:graphicFrame>
        <p:nvGraphicFramePr>
          <p:cNvPr id="13" name="Table 13">
            <a:extLst>
              <a:ext uri="{FF2B5EF4-FFF2-40B4-BE49-F238E27FC236}">
                <a16:creationId xmlns:a16="http://schemas.microsoft.com/office/drawing/2014/main" id="{2816B8B4-2B75-4A4E-82B3-628AEF4C139E}"/>
              </a:ext>
            </a:extLst>
          </p:cNvPr>
          <p:cNvGraphicFramePr>
            <a:graphicFrameLocks noGrp="1"/>
          </p:cNvGraphicFramePr>
          <p:nvPr>
            <p:extLst>
              <p:ext uri="{D42A27DB-BD31-4B8C-83A1-F6EECF244321}">
                <p14:modId xmlns:p14="http://schemas.microsoft.com/office/powerpoint/2010/main" val="337705305"/>
              </p:ext>
            </p:extLst>
          </p:nvPr>
        </p:nvGraphicFramePr>
        <p:xfrm>
          <a:off x="347690" y="1106041"/>
          <a:ext cx="11431022" cy="5069556"/>
        </p:xfrm>
        <a:graphic>
          <a:graphicData uri="http://schemas.openxmlformats.org/drawingml/2006/table">
            <a:tbl>
              <a:tblPr firstRow="1" bandRow="1">
                <a:tableStyleId>{2D5ABB26-0587-4C30-8999-92F81FD0307C}</a:tableStyleId>
              </a:tblPr>
              <a:tblGrid>
                <a:gridCol w="10648075">
                  <a:extLst>
                    <a:ext uri="{9D8B030D-6E8A-4147-A177-3AD203B41FA5}">
                      <a16:colId xmlns:a16="http://schemas.microsoft.com/office/drawing/2014/main" val="1260107550"/>
                    </a:ext>
                  </a:extLst>
                </a:gridCol>
                <a:gridCol w="782947">
                  <a:extLst>
                    <a:ext uri="{9D8B030D-6E8A-4147-A177-3AD203B41FA5}">
                      <a16:colId xmlns:a16="http://schemas.microsoft.com/office/drawing/2014/main" val="2073143177"/>
                    </a:ext>
                  </a:extLst>
                </a:gridCol>
              </a:tblGrid>
              <a:tr h="338866">
                <a:tc>
                  <a:txBody>
                    <a:bodyPr/>
                    <a:lstStyle/>
                    <a:p>
                      <a:pPr>
                        <a:lnSpc>
                          <a:spcPts val="1940"/>
                        </a:lnSpc>
                      </a:pPr>
                      <a:r>
                        <a:rPr lang="en-US" sz="1400" dirty="0">
                          <a:latin typeface="MULISH REGULAR ROMAN" pitchFamily="2" charset="77"/>
                        </a:rPr>
                        <a:t>Introduction . . . . . . . . . . . . . . . . . . . . . . . . . . . . . . . . . . . . . . . . . . . . . . . . . . . . . . . . . . . . . . . . . . . . . . . . . . . . . . . . . . . . . . . . . . . . . . . . . . . . . . . . . . . . . . . . . </a:t>
                      </a:r>
                    </a:p>
                  </a:txBody>
                  <a:tcPr marT="0" marB="0"/>
                </a:tc>
                <a:tc>
                  <a:txBody>
                    <a:bodyPr/>
                    <a:lstStyle/>
                    <a:p>
                      <a:pPr algn="r"/>
                      <a:endParaRPr lang="en-US" sz="1400" dirty="0">
                        <a:latin typeface="MULISH REGULAR ROMAN" pitchFamily="2" charset="77"/>
                      </a:endParaRPr>
                    </a:p>
                  </a:txBody>
                  <a:tcPr marT="0" marB="0"/>
                </a:tc>
                <a:extLst>
                  <a:ext uri="{0D108BD9-81ED-4DB2-BD59-A6C34878D82A}">
                    <a16:rowId xmlns:a16="http://schemas.microsoft.com/office/drawing/2014/main" val="563563825"/>
                  </a:ext>
                </a:extLst>
              </a:tr>
              <a:tr h="338866">
                <a:tc>
                  <a:txBody>
                    <a:bodyPr/>
                    <a:lstStyle/>
                    <a:p>
                      <a:r>
                        <a:rPr lang="en-US" sz="1400" dirty="0">
                          <a:latin typeface="MULISH REGULAR ROMAN" pitchFamily="2" charset="77"/>
                        </a:rPr>
                        <a:t>Term Index  . . . . . . . . . . . . . . . . . . . . . . . . . . . . . . . . . . . . . . . . . . . . . . . . . . . . . . . . . . . . . . . . . . . . . . . . . . . . . . . . . . . . . . . . . . . . . . . . . . . . . . . . . . . . . . . . . .</a:t>
                      </a:r>
                    </a:p>
                  </a:txBody>
                  <a:tcPr marT="0" marB="0"/>
                </a:tc>
                <a:tc>
                  <a:txBody>
                    <a:bodyPr/>
                    <a:lstStyle/>
                    <a:p>
                      <a:pPr algn="r"/>
                      <a:endParaRPr lang="en-US" sz="1400" dirty="0">
                        <a:latin typeface="MULISH REGULAR ROMAN" pitchFamily="2" charset="77"/>
                      </a:endParaRPr>
                    </a:p>
                  </a:txBody>
                  <a:tcPr marT="0" marB="0"/>
                </a:tc>
                <a:extLst>
                  <a:ext uri="{0D108BD9-81ED-4DB2-BD59-A6C34878D82A}">
                    <a16:rowId xmlns:a16="http://schemas.microsoft.com/office/drawing/2014/main" val="174027382"/>
                  </a:ext>
                </a:extLst>
              </a:tr>
              <a:tr h="338866">
                <a:tc>
                  <a:txBody>
                    <a:bodyPr/>
                    <a:lstStyle/>
                    <a:p>
                      <a:r>
                        <a:rPr lang="en-US" sz="1400" dirty="0">
                          <a:latin typeface="MULISH REGULAR ROMAN" pitchFamily="2" charset="77"/>
                        </a:rPr>
                        <a:t>Circuit Scorecard  . . . . . . . . . . . . . . . . . . . . . . . . . . . . . . . . . . . . . . . . . . . . . . . . . . . . . . . . . . . . . . . . . . . . . . . . . . . . . . . . . . . . . . . . . . . . . . . . . . . . . . . . . . . . . </a:t>
                      </a:r>
                    </a:p>
                  </a:txBody>
                  <a:tcPr marT="0" marB="0"/>
                </a:tc>
                <a:tc>
                  <a:txBody>
                    <a:bodyPr/>
                    <a:lstStyle/>
                    <a:p>
                      <a:pPr algn="r"/>
                      <a:endParaRPr lang="en-US" sz="1400" dirty="0">
                        <a:latin typeface="MULISH REGULAR ROMAN" pitchFamily="2" charset="77"/>
                      </a:endParaRPr>
                    </a:p>
                  </a:txBody>
                  <a:tcPr marT="0" marB="0"/>
                </a:tc>
                <a:extLst>
                  <a:ext uri="{0D108BD9-81ED-4DB2-BD59-A6C34878D82A}">
                    <a16:rowId xmlns:a16="http://schemas.microsoft.com/office/drawing/2014/main" val="3645463055"/>
                  </a:ext>
                </a:extLst>
              </a:tr>
              <a:tr h="338866">
                <a:tc>
                  <a:txBody>
                    <a:bodyPr/>
                    <a:lstStyle/>
                    <a:p>
                      <a:r>
                        <a:rPr lang="en-US" sz="1400" dirty="0">
                          <a:latin typeface="MULISH REGULAR ROMAN" pitchFamily="2" charset="77"/>
                        </a:rPr>
                        <a:t>Makeup of the Merits Docket . . . . . . . . . . . . . . . . . . . . . . . . . . . . . . . . . . . . . . . . . . . . . . . . . . . . . . . . . . . . . . . . . . . . . . . . . . . . . . . . . . . . . . . . . . . . . . . . . . . </a:t>
                      </a:r>
                    </a:p>
                  </a:txBody>
                  <a:tcPr marT="0" marB="0"/>
                </a:tc>
                <a:tc>
                  <a:txBody>
                    <a:bodyPr/>
                    <a:lstStyle/>
                    <a:p>
                      <a:pPr algn="r"/>
                      <a:endParaRPr lang="en-US" sz="1400" dirty="0">
                        <a:latin typeface="MULISH REGULAR ROMAN" pitchFamily="2" charset="77"/>
                      </a:endParaRPr>
                    </a:p>
                  </a:txBody>
                  <a:tcPr marT="0" marB="0"/>
                </a:tc>
                <a:extLst>
                  <a:ext uri="{0D108BD9-81ED-4DB2-BD59-A6C34878D82A}">
                    <a16:rowId xmlns:a16="http://schemas.microsoft.com/office/drawing/2014/main" val="4075254628"/>
                  </a:ext>
                </a:extLst>
              </a:tr>
              <a:tr h="338866">
                <a:tc>
                  <a:txBody>
                    <a:bodyPr/>
                    <a:lstStyle/>
                    <a:p>
                      <a:r>
                        <a:rPr lang="en-US" sz="1400" dirty="0">
                          <a:latin typeface="MULISH REGULAR ROMAN" pitchFamily="2" charset="77"/>
                        </a:rPr>
                        <a:t>Days Between Argument and Opinion  . . . . . . . . . . . . . . . . . . . . . . . . . . . . . . . . . . . . . . . . . . . . . . . . . . . . . . . . . . . . . . . . . . . . . . . . . . . . . . . . . . . . . . . . . . . </a:t>
                      </a:r>
                    </a:p>
                  </a:txBody>
                  <a:tcPr marT="0" marB="0"/>
                </a:tc>
                <a:tc>
                  <a:txBody>
                    <a:bodyPr/>
                    <a:lstStyle/>
                    <a:p>
                      <a:pPr algn="r"/>
                      <a:endParaRPr lang="en-US" sz="1400" dirty="0">
                        <a:latin typeface="MULISH REGULAR ROMAN" pitchFamily="2" charset="77"/>
                      </a:endParaRPr>
                    </a:p>
                  </a:txBody>
                  <a:tcPr marT="0" marB="0"/>
                </a:tc>
                <a:extLst>
                  <a:ext uri="{0D108BD9-81ED-4DB2-BD59-A6C34878D82A}">
                    <a16:rowId xmlns:a16="http://schemas.microsoft.com/office/drawing/2014/main" val="2785059909"/>
                  </a:ext>
                </a:extLst>
              </a:tr>
              <a:tr h="33886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latin typeface="MULISH REGULAR ROMAN" pitchFamily="2" charset="77"/>
                        </a:rPr>
                        <a:t>Total Opinions Over Time . . . . . . . . . . . . . . . . . . . . . . . . . . . . . . . . . . . . . . . . . . . . . . . . . . . . . . . . . . . . . . . . . . . . . . . . . . . . . . . . . . . . . . . . . . . . . . . . . . . . . . </a:t>
                      </a:r>
                    </a:p>
                  </a:txBody>
                  <a:tcPr marT="0" marB="0"/>
                </a:tc>
                <a:tc>
                  <a:txBody>
                    <a:bodyPr/>
                    <a:lstStyle/>
                    <a:p>
                      <a:pPr algn="r"/>
                      <a:endParaRPr lang="en-US" sz="1400" dirty="0">
                        <a:latin typeface="MULISH REGULAR ROMAN" pitchFamily="2" charset="77"/>
                      </a:endParaRPr>
                    </a:p>
                  </a:txBody>
                  <a:tcPr marT="0" marB="0"/>
                </a:tc>
                <a:extLst>
                  <a:ext uri="{0D108BD9-81ED-4DB2-BD59-A6C34878D82A}">
                    <a16:rowId xmlns:a16="http://schemas.microsoft.com/office/drawing/2014/main" val="3171149815"/>
                  </a:ext>
                </a:extLst>
              </a:tr>
              <a:tr h="338866">
                <a:tc>
                  <a:txBody>
                    <a:bodyPr/>
                    <a:lstStyle/>
                    <a:p>
                      <a:r>
                        <a:rPr lang="en-US" sz="1400" dirty="0">
                          <a:latin typeface="MULISH REGULAR ROMAN" pitchFamily="2" charset="77"/>
                        </a:rPr>
                        <a:t>Opinions Authored by Each Justice  . . . . . . . . . . . . . . . . . . . . . . . . . . . . . . . . . . . . . . . . . . . . . . . . . . . . . . . . . . . . . . . . . . . . . . . . . . . . . . . . . . . . . . . . . . . . . . </a:t>
                      </a:r>
                    </a:p>
                  </a:txBody>
                  <a:tcPr marT="0" marB="0"/>
                </a:tc>
                <a:tc>
                  <a:txBody>
                    <a:bodyPr/>
                    <a:lstStyle/>
                    <a:p>
                      <a:pPr algn="r"/>
                      <a:endParaRPr lang="en-US" sz="1400" dirty="0">
                        <a:latin typeface="MULISH REGULAR ROMAN" pitchFamily="2" charset="77"/>
                      </a:endParaRPr>
                    </a:p>
                  </a:txBody>
                  <a:tcPr marT="0" marB="0"/>
                </a:tc>
                <a:extLst>
                  <a:ext uri="{0D108BD9-81ED-4DB2-BD59-A6C34878D82A}">
                    <a16:rowId xmlns:a16="http://schemas.microsoft.com/office/drawing/2014/main" val="1778411587"/>
                  </a:ext>
                </a:extLst>
              </a:tr>
              <a:tr h="338866">
                <a:tc>
                  <a:txBody>
                    <a:bodyPr/>
                    <a:lstStyle/>
                    <a:p>
                      <a:r>
                        <a:rPr lang="en-US" sz="1400" dirty="0">
                          <a:latin typeface="MULISH REGULAR ROMAN" pitchFamily="2" charset="77"/>
                        </a:rPr>
                        <a:t>Opinion Lengths . . . . . . . . . . . . . . . . . . . . . . . . . . . . . . . . . . . . . . . . . . . . . . . . . . . . . . . . . . . . . . . . . . . . . . . . . . . . . . . . . . . . . . . . . . . . . . . . . . . . . . . . . . . . . . </a:t>
                      </a:r>
                    </a:p>
                  </a:txBody>
                  <a:tcPr marT="0" marB="0"/>
                </a:tc>
                <a:tc>
                  <a:txBody>
                    <a:bodyPr/>
                    <a:lstStyle/>
                    <a:p>
                      <a:pPr algn="r"/>
                      <a:endParaRPr lang="en-US" sz="1400" dirty="0">
                        <a:latin typeface="MULISH REGULAR ROMAN" pitchFamily="2" charset="77"/>
                      </a:endParaRPr>
                    </a:p>
                  </a:txBody>
                  <a:tcPr marT="0" marB="0"/>
                </a:tc>
                <a:extLst>
                  <a:ext uri="{0D108BD9-81ED-4DB2-BD59-A6C34878D82A}">
                    <a16:rowId xmlns:a16="http://schemas.microsoft.com/office/drawing/2014/main" val="2976990729"/>
                  </a:ext>
                </a:extLst>
              </a:tr>
              <a:tr h="338866">
                <a:tc>
                  <a:txBody>
                    <a:bodyPr/>
                    <a:lstStyle/>
                    <a:p>
                      <a:r>
                        <a:rPr lang="en-US" sz="1400" dirty="0">
                          <a:latin typeface="MULISH REGULAR ROMAN" pitchFamily="2" charset="77"/>
                        </a:rPr>
                        <a:t>Frequency in the Majority  . . . . . . . . . . . . . . . . . . . . . . . . . . . . . . . . . . . . . . . . . . . . . . . . . . . . . . . . . . . . . . . . . . . . . . . . . . . . . . . . . . . . . . . . . . . . . . . . . . . . . </a:t>
                      </a:r>
                    </a:p>
                  </a:txBody>
                  <a:tcPr marT="0" marB="0"/>
                </a:tc>
                <a:tc>
                  <a:txBody>
                    <a:bodyPr/>
                    <a:lstStyle/>
                    <a:p>
                      <a:pPr algn="r"/>
                      <a:endParaRPr lang="en-US" sz="1400" dirty="0">
                        <a:latin typeface="MULISH REGULAR ROMAN" pitchFamily="2" charset="77"/>
                      </a:endParaRPr>
                    </a:p>
                  </a:txBody>
                  <a:tcPr marT="0" marB="0"/>
                </a:tc>
                <a:extLst>
                  <a:ext uri="{0D108BD9-81ED-4DB2-BD59-A6C34878D82A}">
                    <a16:rowId xmlns:a16="http://schemas.microsoft.com/office/drawing/2014/main" val="2363128489"/>
                  </a:ext>
                </a:extLst>
              </a:tr>
              <a:tr h="325432">
                <a:tc>
                  <a:txBody>
                    <a:bodyPr/>
                    <a:lstStyle/>
                    <a:p>
                      <a:r>
                        <a:rPr lang="en-US" sz="1400" dirty="0">
                          <a:latin typeface="MULISH REGULAR ROMAN" pitchFamily="2" charset="77"/>
                        </a:rPr>
                        <a:t>Strength of the Majority  . . . . . . . . . . . . . . . . . . . . . . . . . . . . . . . . . . . . . . . . . . . . . . . . . . . . . . . . . . . . . . . . . . . . . . . . . . . . . . . . . . . . . . . . . . . . . . . . . . . . . . . </a:t>
                      </a:r>
                    </a:p>
                  </a:txBody>
                  <a:tcPr marT="0" marB="0"/>
                </a:tc>
                <a:tc>
                  <a:txBody>
                    <a:bodyPr/>
                    <a:lstStyle/>
                    <a:p>
                      <a:pPr algn="r"/>
                      <a:endParaRPr lang="en-US" sz="1400" dirty="0">
                        <a:latin typeface="MULISH REGULAR ROMAN" pitchFamily="2" charset="77"/>
                      </a:endParaRPr>
                    </a:p>
                  </a:txBody>
                  <a:tcPr marT="0" marB="0"/>
                </a:tc>
                <a:extLst>
                  <a:ext uri="{0D108BD9-81ED-4DB2-BD59-A6C34878D82A}">
                    <a16:rowId xmlns:a16="http://schemas.microsoft.com/office/drawing/2014/main" val="3533005523"/>
                  </a:ext>
                </a:extLst>
              </a:tr>
              <a:tr h="338866">
                <a:tc>
                  <a:txBody>
                    <a:bodyPr/>
                    <a:lstStyle/>
                    <a:p>
                      <a:r>
                        <a:rPr lang="en-US" sz="1400" dirty="0">
                          <a:latin typeface="MULISH REGULAR ROMAN" pitchFamily="2" charset="77"/>
                        </a:rPr>
                        <a:t>Merits Cases by Vote Split . . . . . . . . . . . . . . . . . . . . . . . . . . . . . . . . . . . . . . . . . . . . . . . . . . . . . . . . . . . . . . . . . . . . . . . . . . . . . . . . . . . . . . . . . . . . . . . . . . . . . . </a:t>
                      </a:r>
                    </a:p>
                  </a:txBody>
                  <a:tcPr marT="0" marB="0"/>
                </a:tc>
                <a:tc>
                  <a:txBody>
                    <a:bodyPr/>
                    <a:lstStyle/>
                    <a:p>
                      <a:pPr algn="r"/>
                      <a:endParaRPr lang="en-US" sz="1400" dirty="0">
                        <a:latin typeface="MULISH REGULAR ROMAN" pitchFamily="2" charset="77"/>
                      </a:endParaRPr>
                    </a:p>
                  </a:txBody>
                  <a:tcPr marT="0" marB="0"/>
                </a:tc>
                <a:extLst>
                  <a:ext uri="{0D108BD9-81ED-4DB2-BD59-A6C34878D82A}">
                    <a16:rowId xmlns:a16="http://schemas.microsoft.com/office/drawing/2014/main" val="2304371767"/>
                  </a:ext>
                </a:extLst>
              </a:tr>
              <a:tr h="338866">
                <a:tc>
                  <a:txBody>
                    <a:bodyPr/>
                    <a:lstStyle/>
                    <a:p>
                      <a:r>
                        <a:rPr lang="en-US" sz="1400" dirty="0">
                          <a:latin typeface="MULISH REGULAR ROMAN" pitchFamily="2" charset="77"/>
                        </a:rPr>
                        <a:t>Unanimity  . . . . . . . . . . . . . . . . . . . . . . . . . . . . . . . . . . . . . . . . . . . . . . . . . . . . . . . . . . . . . . . . . . . . . . . . . . . . . . . . . . . . . . . . . . . . . . . . . . . . . . . . . . . . . . . . . . </a:t>
                      </a:r>
                    </a:p>
                  </a:txBody>
                  <a:tcPr marT="0" marB="0"/>
                </a:tc>
                <a:tc>
                  <a:txBody>
                    <a:bodyPr/>
                    <a:lstStyle/>
                    <a:p>
                      <a:pPr algn="r"/>
                      <a:endParaRPr lang="en-US" sz="1400" dirty="0">
                        <a:latin typeface="MULISH REGULAR ROMAN" pitchFamily="2" charset="77"/>
                      </a:endParaRPr>
                    </a:p>
                  </a:txBody>
                  <a:tcPr marT="0" marB="0"/>
                </a:tc>
                <a:extLst>
                  <a:ext uri="{0D108BD9-81ED-4DB2-BD59-A6C34878D82A}">
                    <a16:rowId xmlns:a16="http://schemas.microsoft.com/office/drawing/2014/main" val="213502349"/>
                  </a:ext>
                </a:extLst>
              </a:tr>
              <a:tr h="33886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latin typeface="MULISH REGULAR ROMAN" pitchFamily="2" charset="77"/>
                        </a:rPr>
                        <a:t>Judicial Review . . . . . . . . . . . . . . . . . . . . . . . . . . . . . . . . . . . . . . . . . . . . . . . . . . . . . . . . . . . . . . . . . . . . . . . . . . . . . . . . . . . . . . . . . . . . . . . . . . . . . . . . . . . . . . . </a:t>
                      </a:r>
                    </a:p>
                  </a:txBody>
                  <a:tcPr marT="0" marB="0"/>
                </a:tc>
                <a:tc>
                  <a:txBody>
                    <a:bodyPr/>
                    <a:lstStyle/>
                    <a:p>
                      <a:pPr algn="r"/>
                      <a:endParaRPr lang="en-US" sz="1400" dirty="0">
                        <a:latin typeface="MULISH REGULAR ROMAN" pitchFamily="2" charset="77"/>
                      </a:endParaRPr>
                    </a:p>
                  </a:txBody>
                  <a:tcPr marT="0" marB="0"/>
                </a:tc>
                <a:extLst>
                  <a:ext uri="{0D108BD9-81ED-4DB2-BD59-A6C34878D82A}">
                    <a16:rowId xmlns:a16="http://schemas.microsoft.com/office/drawing/2014/main" val="2340122278"/>
                  </a:ext>
                </a:extLst>
              </a:tr>
              <a:tr h="338866">
                <a:tc>
                  <a:txBody>
                    <a:bodyPr/>
                    <a:lstStyle/>
                    <a:p>
                      <a:r>
                        <a:rPr lang="en-US" sz="1400" dirty="0">
                          <a:latin typeface="MULISH REGULAR ROMAN" pitchFamily="2" charset="77"/>
                        </a:rPr>
                        <a:t>Justice Agreement &amp; Coalitions  . . . . . . . . . . . . . . . . . . . . . . . . . . . . . . . . . . . . . . . . . . . . . . . . . . . . . . . . . . . . . . . . . . . . . . . . . . . . . . . . . . . . . . . . . . . . . . . . . </a:t>
                      </a:r>
                    </a:p>
                  </a:txBody>
                  <a:tcPr marT="0" marB="0"/>
                </a:tc>
                <a:tc>
                  <a:txBody>
                    <a:bodyPr/>
                    <a:lstStyle/>
                    <a:p>
                      <a:pPr algn="r"/>
                      <a:endParaRPr lang="en-US" sz="1400" dirty="0">
                        <a:latin typeface="MULISH REGULAR ROMAN" pitchFamily="2" charset="77"/>
                      </a:endParaRPr>
                    </a:p>
                  </a:txBody>
                  <a:tcPr marT="0" marB="0"/>
                </a:tc>
                <a:extLst>
                  <a:ext uri="{0D108BD9-81ED-4DB2-BD59-A6C34878D82A}">
                    <a16:rowId xmlns:a16="http://schemas.microsoft.com/office/drawing/2014/main" val="4213982856"/>
                  </a:ext>
                </a:extLst>
              </a:tr>
              <a:tr h="338866">
                <a:tc>
                  <a:txBody>
                    <a:bodyPr/>
                    <a:lstStyle/>
                    <a:p>
                      <a:r>
                        <a:rPr lang="en-US" sz="1400" dirty="0">
                          <a:latin typeface="MULISH REGULAR ROMAN" pitchFamily="2" charset="77"/>
                        </a:rPr>
                        <a:t>Voting Alignments . . . . . . . . . . . . . . . . . . . . . . . . . . . . . . . . . . . . . . . . . . . . . . . . . . . . . . . . . . . . . . . . . . . . . . . . . . . . . . . . . . . . . . . . . . . . . . . . . . . . . . . . . . . . </a:t>
                      </a:r>
                    </a:p>
                  </a:txBody>
                  <a:tcPr marT="0" marB="0"/>
                </a:tc>
                <a:tc>
                  <a:txBody>
                    <a:bodyPr/>
                    <a:lstStyle/>
                    <a:p>
                      <a:pPr algn="r"/>
                      <a:endParaRPr lang="en-US" sz="1400" dirty="0">
                        <a:latin typeface="MULISH REGULAR ROMAN" pitchFamily="2" charset="77"/>
                      </a:endParaRPr>
                    </a:p>
                  </a:txBody>
                  <a:tcPr marT="0" marB="0"/>
                </a:tc>
                <a:extLst>
                  <a:ext uri="{0D108BD9-81ED-4DB2-BD59-A6C34878D82A}">
                    <a16:rowId xmlns:a16="http://schemas.microsoft.com/office/drawing/2014/main" val="3061411432"/>
                  </a:ext>
                </a:extLst>
              </a:tr>
            </a:tbl>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9">
            <a:extLst>
              <a:ext uri="{FF2B5EF4-FFF2-40B4-BE49-F238E27FC236}">
                <a16:creationId xmlns:a16="http://schemas.microsoft.com/office/drawing/2014/main" id="{4C22968F-54A5-2A45-A2FD-710584D7F4D0}"/>
              </a:ext>
            </a:extLst>
          </p:cNvPr>
          <p:cNvSpPr>
            <a:spLocks noGrp="1"/>
          </p:cNvSpPr>
          <p:nvPr>
            <p:ph type="title"/>
          </p:nvPr>
        </p:nvSpPr>
        <p:spPr>
          <a:xfrm>
            <a:off x="304800" y="195512"/>
            <a:ext cx="10515600" cy="833266"/>
          </a:xfrm>
        </p:spPr>
        <p:txBody>
          <a:bodyPr>
            <a:normAutofit/>
          </a:bodyPr>
          <a:lstStyle/>
          <a:p>
            <a:r>
              <a:rPr lang="en-US" sz="3600" dirty="0">
                <a:solidFill>
                  <a:srgbClr val="A90404"/>
                </a:solidFill>
                <a:latin typeface="MULISH BOLD ROMAN" pitchFamily="2" charset="77"/>
              </a:rPr>
              <a:t>INTRODUCTION</a:t>
            </a:r>
          </a:p>
        </p:txBody>
      </p:sp>
      <p:sp>
        <p:nvSpPr>
          <p:cNvPr id="7" name="Slide Number Placeholder 3">
            <a:extLst>
              <a:ext uri="{FF2B5EF4-FFF2-40B4-BE49-F238E27FC236}">
                <a16:creationId xmlns:a16="http://schemas.microsoft.com/office/drawing/2014/main" id="{2A45BD41-D12E-F345-8BE8-A89CDA828240}"/>
              </a:ext>
            </a:extLst>
          </p:cNvPr>
          <p:cNvSpPr>
            <a:spLocks noGrp="1"/>
          </p:cNvSpPr>
          <p:nvPr>
            <p:ph type="sldNum" sz="quarter" idx="12"/>
          </p:nvPr>
        </p:nvSpPr>
        <p:spPr>
          <a:xfrm>
            <a:off x="9448800" y="6492875"/>
            <a:ext cx="2743200" cy="365125"/>
          </a:xfrm>
        </p:spPr>
        <p:txBody>
          <a:bodyPr/>
          <a:lstStyle/>
          <a:p>
            <a:fld id="{5E212BD6-99D2-4430-8307-3DFF6CB1AF68}" type="slidenum">
              <a:rPr lang="en-US" sz="800" smtClean="0"/>
              <a:t>3</a:t>
            </a:fld>
            <a:endParaRPr lang="en-US" sz="800" dirty="0"/>
          </a:p>
        </p:txBody>
      </p:sp>
    </p:spTree>
    <p:extLst>
      <p:ext uri="{BB962C8B-B14F-4D97-AF65-F5344CB8AC3E}">
        <p14:creationId xmlns:p14="http://schemas.microsoft.com/office/powerpoint/2010/main" val="415117408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076AD0-779B-E5BE-32C8-AD20D52D4BC7}"/>
            </a:ext>
          </a:extLst>
        </p:cNvPr>
        <p:cNvGrpSpPr/>
        <p:nvPr/>
      </p:nvGrpSpPr>
      <p:grpSpPr>
        <a:xfrm>
          <a:off x="0" y="0"/>
          <a:ext cx="0" cy="0"/>
          <a:chOff x="0" y="0"/>
          <a:chExt cx="0" cy="0"/>
        </a:xfrm>
      </p:grpSpPr>
      <p:graphicFrame>
        <p:nvGraphicFramePr>
          <p:cNvPr id="7" name="Content Placeholder 6">
            <a:extLst>
              <a:ext uri="{FF2B5EF4-FFF2-40B4-BE49-F238E27FC236}">
                <a16:creationId xmlns:a16="http://schemas.microsoft.com/office/drawing/2014/main" id="{7DDC0EA6-ED3B-6001-0C9D-50404AC2E5B7}"/>
              </a:ext>
            </a:extLst>
          </p:cNvPr>
          <p:cNvGraphicFramePr>
            <a:graphicFrameLocks noGrp="1"/>
          </p:cNvGraphicFramePr>
          <p:nvPr>
            <p:ph idx="1"/>
            <p:extLst>
              <p:ext uri="{D42A27DB-BD31-4B8C-83A1-F6EECF244321}">
                <p14:modId xmlns:p14="http://schemas.microsoft.com/office/powerpoint/2010/main" val="3827890691"/>
              </p:ext>
            </p:extLst>
          </p:nvPr>
        </p:nvGraphicFramePr>
        <p:xfrm>
          <a:off x="304798" y="765227"/>
          <a:ext cx="11492145" cy="6056418"/>
        </p:xfrm>
        <a:graphic>
          <a:graphicData uri="http://schemas.openxmlformats.org/drawingml/2006/table">
            <a:tbl>
              <a:tblPr firstRow="1" bandRow="1">
                <a:tableStyleId>{C083E6E3-FA7D-4D7B-A595-EF9225AFEA82}</a:tableStyleId>
              </a:tblPr>
              <a:tblGrid>
                <a:gridCol w="992417">
                  <a:extLst>
                    <a:ext uri="{9D8B030D-6E8A-4147-A177-3AD203B41FA5}">
                      <a16:colId xmlns:a16="http://schemas.microsoft.com/office/drawing/2014/main" val="20000"/>
                    </a:ext>
                  </a:extLst>
                </a:gridCol>
                <a:gridCol w="650219">
                  <a:extLst>
                    <a:ext uri="{9D8B030D-6E8A-4147-A177-3AD203B41FA5}">
                      <a16:colId xmlns:a16="http://schemas.microsoft.com/office/drawing/2014/main" val="2854710428"/>
                    </a:ext>
                  </a:extLst>
                </a:gridCol>
                <a:gridCol w="349495">
                  <a:extLst>
                    <a:ext uri="{9D8B030D-6E8A-4147-A177-3AD203B41FA5}">
                      <a16:colId xmlns:a16="http://schemas.microsoft.com/office/drawing/2014/main" val="20002"/>
                    </a:ext>
                  </a:extLst>
                </a:gridCol>
                <a:gridCol w="562268">
                  <a:extLst>
                    <a:ext uri="{9D8B030D-6E8A-4147-A177-3AD203B41FA5}">
                      <a16:colId xmlns:a16="http://schemas.microsoft.com/office/drawing/2014/main" val="20003"/>
                    </a:ext>
                  </a:extLst>
                </a:gridCol>
                <a:gridCol w="241573">
                  <a:extLst>
                    <a:ext uri="{9D8B030D-6E8A-4147-A177-3AD203B41FA5}">
                      <a16:colId xmlns:a16="http://schemas.microsoft.com/office/drawing/2014/main" val="20004"/>
                    </a:ext>
                  </a:extLst>
                </a:gridCol>
                <a:gridCol w="611619">
                  <a:extLst>
                    <a:ext uri="{9D8B030D-6E8A-4147-A177-3AD203B41FA5}">
                      <a16:colId xmlns:a16="http://schemas.microsoft.com/office/drawing/2014/main" val="20005"/>
                    </a:ext>
                  </a:extLst>
                </a:gridCol>
                <a:gridCol w="1262068">
                  <a:extLst>
                    <a:ext uri="{9D8B030D-6E8A-4147-A177-3AD203B41FA5}">
                      <a16:colId xmlns:a16="http://schemas.microsoft.com/office/drawing/2014/main" val="20009"/>
                    </a:ext>
                  </a:extLst>
                </a:gridCol>
                <a:gridCol w="625213">
                  <a:extLst>
                    <a:ext uri="{9D8B030D-6E8A-4147-A177-3AD203B41FA5}">
                      <a16:colId xmlns:a16="http://schemas.microsoft.com/office/drawing/2014/main" val="2523461480"/>
                    </a:ext>
                  </a:extLst>
                </a:gridCol>
                <a:gridCol w="319914">
                  <a:extLst>
                    <a:ext uri="{9D8B030D-6E8A-4147-A177-3AD203B41FA5}">
                      <a16:colId xmlns:a16="http://schemas.microsoft.com/office/drawing/2014/main" val="20011"/>
                    </a:ext>
                  </a:extLst>
                </a:gridCol>
                <a:gridCol w="541721">
                  <a:extLst>
                    <a:ext uri="{9D8B030D-6E8A-4147-A177-3AD203B41FA5}">
                      <a16:colId xmlns:a16="http://schemas.microsoft.com/office/drawing/2014/main" val="20012"/>
                    </a:ext>
                  </a:extLst>
                </a:gridCol>
                <a:gridCol w="401918">
                  <a:extLst>
                    <a:ext uri="{9D8B030D-6E8A-4147-A177-3AD203B41FA5}">
                      <a16:colId xmlns:a16="http://schemas.microsoft.com/office/drawing/2014/main" val="20013"/>
                    </a:ext>
                  </a:extLst>
                </a:gridCol>
                <a:gridCol w="646567">
                  <a:extLst>
                    <a:ext uri="{9D8B030D-6E8A-4147-A177-3AD203B41FA5}">
                      <a16:colId xmlns:a16="http://schemas.microsoft.com/office/drawing/2014/main" val="20014"/>
                    </a:ext>
                  </a:extLst>
                </a:gridCol>
                <a:gridCol w="1411887">
                  <a:extLst>
                    <a:ext uri="{9D8B030D-6E8A-4147-A177-3AD203B41FA5}">
                      <a16:colId xmlns:a16="http://schemas.microsoft.com/office/drawing/2014/main" val="20018"/>
                    </a:ext>
                  </a:extLst>
                </a:gridCol>
                <a:gridCol w="772470">
                  <a:extLst>
                    <a:ext uri="{9D8B030D-6E8A-4147-A177-3AD203B41FA5}">
                      <a16:colId xmlns:a16="http://schemas.microsoft.com/office/drawing/2014/main" val="1361156796"/>
                    </a:ext>
                  </a:extLst>
                </a:gridCol>
                <a:gridCol w="276019">
                  <a:extLst>
                    <a:ext uri="{9D8B030D-6E8A-4147-A177-3AD203B41FA5}">
                      <a16:colId xmlns:a16="http://schemas.microsoft.com/office/drawing/2014/main" val="20021"/>
                    </a:ext>
                  </a:extLst>
                </a:gridCol>
                <a:gridCol w="368655">
                  <a:extLst>
                    <a:ext uri="{9D8B030D-6E8A-4147-A177-3AD203B41FA5}">
                      <a16:colId xmlns:a16="http://schemas.microsoft.com/office/drawing/2014/main" val="1036429855"/>
                    </a:ext>
                  </a:extLst>
                </a:gridCol>
                <a:gridCol w="567931">
                  <a:extLst>
                    <a:ext uri="{9D8B030D-6E8A-4147-A177-3AD203B41FA5}">
                      <a16:colId xmlns:a16="http://schemas.microsoft.com/office/drawing/2014/main" val="20022"/>
                    </a:ext>
                  </a:extLst>
                </a:gridCol>
                <a:gridCol w="375211">
                  <a:extLst>
                    <a:ext uri="{9D8B030D-6E8A-4147-A177-3AD203B41FA5}">
                      <a16:colId xmlns:a16="http://schemas.microsoft.com/office/drawing/2014/main" val="20023"/>
                    </a:ext>
                  </a:extLst>
                </a:gridCol>
                <a:gridCol w="514980">
                  <a:extLst>
                    <a:ext uri="{9D8B030D-6E8A-4147-A177-3AD203B41FA5}">
                      <a16:colId xmlns:a16="http://schemas.microsoft.com/office/drawing/2014/main" val="20024"/>
                    </a:ext>
                  </a:extLst>
                </a:gridCol>
              </a:tblGrid>
              <a:tr h="244314">
                <a:tc gridSpan="6">
                  <a:txBody>
                    <a:bodyPr/>
                    <a:lstStyle/>
                    <a:p>
                      <a:pPr marL="0" algn="l" rtl="0" eaLnBrk="1" fontAlgn="base" latinLnBrk="0" hangingPunct="1">
                        <a:spcBef>
                          <a:spcPts val="0"/>
                        </a:spcBef>
                        <a:spcAft>
                          <a:spcPts val="0"/>
                        </a:spcAft>
                      </a:pPr>
                      <a:r>
                        <a:rPr lang="en-US" sz="1200" b="1" kern="1200" dirty="0">
                          <a:effectLst/>
                          <a:latin typeface="MULISH REGULAR ROMAN" pitchFamily="2" charset="77"/>
                        </a:rPr>
                        <a:t>October​ Sitting</a:t>
                      </a:r>
                      <a:endParaRPr lang="en-US" sz="1200" b="1" dirty="0">
                        <a:solidFill>
                          <a:schemeClr val="tx1"/>
                        </a:solidFill>
                        <a:effectLst/>
                        <a:latin typeface="MULISH REGULAR ROMAN" pitchFamily="2" charset="77"/>
                      </a:endParaRPr>
                    </a:p>
                  </a:txBody>
                  <a:tcPr marL="45720" marR="0" marT="0" marB="0" anchor="ctr">
                    <a:lnL>
                      <a:noFill/>
                    </a:lnL>
                    <a:lnR>
                      <a:noFill/>
                    </a:lnR>
                    <a:lnT w="12700" cmpd="sng">
                      <a:noFill/>
                    </a:lnT>
                    <a:lnB w="12700" cmpd="sng">
                      <a:noFill/>
                    </a:lnB>
                    <a:lnTlToBr w="12700" cmpd="sng">
                      <a:noFill/>
                      <a:prstDash val="solid"/>
                    </a:lnTlToBr>
                    <a:lnBlToTr w="12700" cmpd="sng">
                      <a:noFill/>
                      <a:prstDash val="solid"/>
                    </a:lnBlToTr>
                  </a:tcPr>
                </a:tc>
                <a:tc hMerge="1">
                  <a:txBody>
                    <a:bodyPr/>
                    <a:lstStyle/>
                    <a:p>
                      <a:endParaRPr lang="en-US"/>
                    </a:p>
                  </a:txBody>
                  <a:tcPr/>
                </a:tc>
                <a:tc hMerge="1">
                  <a:txBody>
                    <a:bodyPr/>
                    <a:lstStyle/>
                    <a:p>
                      <a:endParaRPr lang="en-US"/>
                    </a:p>
                  </a:txBody>
                  <a:tcPr>
                    <a:lnL>
                      <a:noFill/>
                    </a:lnL>
                  </a:tcPr>
                </a:tc>
                <a:tc hMerge="1">
                  <a:txBody>
                    <a:bodyPr/>
                    <a:lstStyle/>
                    <a:p>
                      <a:endParaRPr lang="en-US"/>
                    </a:p>
                  </a:txBody>
                  <a:tcPr>
                    <a:lnL>
                      <a:noFill/>
                    </a:lnL>
                  </a:tcPr>
                </a:tc>
                <a:tc hMerge="1">
                  <a:txBody>
                    <a:bodyPr/>
                    <a:lstStyle/>
                    <a:p>
                      <a:endParaRPr lang="en-US"/>
                    </a:p>
                  </a:txBody>
                  <a:tcPr/>
                </a:tc>
                <a:tc hMerge="1">
                  <a:txBody>
                    <a:bodyPr/>
                    <a:lstStyle/>
                    <a:p>
                      <a:endParaRPr lang="en-US"/>
                    </a:p>
                  </a:txBody>
                  <a:tcPr/>
                </a:tc>
                <a:tc gridSpan="6">
                  <a:txBody>
                    <a:bodyPr/>
                    <a:lstStyle/>
                    <a:p>
                      <a:pPr marL="0" algn="l" rtl="0" eaLnBrk="1" fontAlgn="base" latinLnBrk="0" hangingPunct="1">
                        <a:spcBef>
                          <a:spcPts val="0"/>
                        </a:spcBef>
                        <a:spcAft>
                          <a:spcPts val="0"/>
                        </a:spcAft>
                      </a:pPr>
                      <a:r>
                        <a:rPr lang="en-US" sz="1200" kern="1200" dirty="0">
                          <a:effectLst/>
                          <a:latin typeface="MULISH REGULAR ROMAN" pitchFamily="2" charset="77"/>
                        </a:rPr>
                        <a:t>November​ Sitting</a:t>
                      </a:r>
                      <a:endParaRPr lang="en-US" sz="1200" dirty="0">
                        <a:solidFill>
                          <a:schemeClr val="tx1"/>
                        </a:solidFill>
                        <a:effectLst/>
                        <a:latin typeface="MULISH REGULAR ROMAN" pitchFamily="2" charset="77"/>
                      </a:endParaRPr>
                    </a:p>
                  </a:txBody>
                  <a:tcPr marL="45720" marR="0" marT="0" marB="0" anchor="ctr">
                    <a:lnL>
                      <a:noFill/>
                    </a:lnL>
                    <a:lnR>
                      <a:noFill/>
                    </a:lnR>
                    <a:lnT w="12700" cmpd="sng">
                      <a:noFill/>
                    </a:lnT>
                    <a:lnB w="12700" cmpd="sng">
                      <a:noFill/>
                    </a:lnB>
                    <a:lnTlToBr w="12700" cmpd="sng">
                      <a:noFill/>
                      <a:prstDash val="solid"/>
                    </a:lnTlToBr>
                    <a:lnBlToTr w="12700" cmpd="sng">
                      <a:noFill/>
                      <a:prstDash val="solid"/>
                    </a:lnBlToTr>
                  </a:tcPr>
                </a:tc>
                <a:tc hMerge="1">
                  <a:txBody>
                    <a:bodyPr/>
                    <a:lstStyle/>
                    <a:p>
                      <a:endParaRPr lang="en-US"/>
                    </a:p>
                  </a:txBody>
                  <a:tcPr/>
                </a:tc>
                <a:tc hMerge="1">
                  <a:txBody>
                    <a:bodyPr/>
                    <a:lstStyle/>
                    <a:p>
                      <a:endParaRPr lang="en-US"/>
                    </a:p>
                  </a:txBody>
                  <a:tcPr>
                    <a:lnL>
                      <a:noFill/>
                    </a:lnL>
                  </a:tcPr>
                </a:tc>
                <a:tc hMerge="1">
                  <a:txBody>
                    <a:bodyPr/>
                    <a:lstStyle/>
                    <a:p>
                      <a:endParaRPr lang="en-US"/>
                    </a:p>
                  </a:txBody>
                  <a:tcPr/>
                </a:tc>
                <a:tc hMerge="1">
                  <a:txBody>
                    <a:bodyPr/>
                    <a:lstStyle/>
                    <a:p>
                      <a:endParaRPr lang="en-US"/>
                    </a:p>
                  </a:txBody>
                  <a:tcPr/>
                </a:tc>
                <a:tc hMerge="1">
                  <a:txBody>
                    <a:bodyPr/>
                    <a:lstStyle/>
                    <a:p>
                      <a:endParaRPr lang="en-US"/>
                    </a:p>
                  </a:txBody>
                  <a:tcPr/>
                </a:tc>
                <a:tc gridSpan="7">
                  <a:txBody>
                    <a:bodyPr/>
                    <a:lstStyle/>
                    <a:p>
                      <a:pPr marL="0" algn="l" rtl="0" eaLnBrk="1" fontAlgn="base" latinLnBrk="0" hangingPunct="1">
                        <a:spcBef>
                          <a:spcPts val="0"/>
                        </a:spcBef>
                        <a:spcAft>
                          <a:spcPts val="0"/>
                        </a:spcAft>
                      </a:pPr>
                      <a:r>
                        <a:rPr lang="en-US" sz="1200" kern="1200" dirty="0">
                          <a:effectLst/>
                          <a:latin typeface="MULISH REGULAR ROMAN" pitchFamily="2" charset="77"/>
                        </a:rPr>
                        <a:t>December Sitting​</a:t>
                      </a:r>
                      <a:endParaRPr lang="en-US" sz="1200" dirty="0">
                        <a:solidFill>
                          <a:schemeClr val="tx1"/>
                        </a:solidFill>
                        <a:effectLst/>
                        <a:latin typeface="MULISH REGULAR ROMAN" pitchFamily="2" charset="77"/>
                      </a:endParaRPr>
                    </a:p>
                  </a:txBody>
                  <a:tcPr marL="45720" marR="0" marT="0" marB="0" anchor="ctr">
                    <a:lnL>
                      <a:noFill/>
                    </a:lnL>
                    <a:lnR>
                      <a:noFill/>
                    </a:lnR>
                    <a:lnT w="12700" cmpd="sng">
                      <a:noFill/>
                    </a:lnT>
                    <a:lnB w="12700" cmpd="sng">
                      <a:noFill/>
                    </a:lnB>
                    <a:lnTlToBr w="12700" cmpd="sng">
                      <a:noFill/>
                      <a:prstDash val="solid"/>
                    </a:lnTlToBr>
                    <a:lnBlToTr w="12700" cmpd="sng">
                      <a:noFill/>
                      <a:prstDash val="solid"/>
                    </a:lnBlToTr>
                  </a:tcPr>
                </a:tc>
                <a:tc hMerge="1">
                  <a:txBody>
                    <a:bodyPr/>
                    <a:lstStyle/>
                    <a:p>
                      <a:endParaRPr lang="en-US"/>
                    </a:p>
                  </a:txBody>
                  <a:tcPr/>
                </a:tc>
                <a:tc hMerge="1">
                  <a:txBody>
                    <a:bodyPr/>
                    <a:lstStyle/>
                    <a:p>
                      <a:endParaRPr lang="en-US"/>
                    </a:p>
                  </a:txBody>
                  <a:tcPr>
                    <a:lnL>
                      <a:noFill/>
                    </a:lnL>
                  </a:tcPr>
                </a:tc>
                <a:tc hMerge="1">
                  <a:txBody>
                    <a:bodyPr/>
                    <a:lstStyle/>
                    <a:p>
                      <a:endParaRPr lang="en-US"/>
                    </a:p>
                  </a:txBody>
                  <a:tcPr/>
                </a:tc>
                <a:tc hMerge="1">
                  <a:txBody>
                    <a:bodyPr/>
                    <a:lstStyle/>
                    <a:p>
                      <a:endParaRPr lang="en-US"/>
                    </a:p>
                  </a:txBody>
                  <a:tcPr/>
                </a:tc>
                <a:tc hMerge="1">
                  <a:txBody>
                    <a:bodyPr/>
                    <a:lstStyle/>
                    <a:p>
                      <a:endParaRPr lang="en-US"/>
                    </a:p>
                  </a:txBody>
                  <a:tcPr>
                    <a:lnL>
                      <a:noFill/>
                    </a:lnL>
                  </a:tcPr>
                </a:tc>
                <a:tc hMerge="1">
                  <a:txBody>
                    <a:bodyPr/>
                    <a:lstStyle/>
                    <a:p>
                      <a:endParaRPr lang="en-US"/>
                    </a:p>
                  </a:txBody>
                  <a:tcPr/>
                </a:tc>
                <a:extLst>
                  <a:ext uri="{0D108BD9-81ED-4DB2-BD59-A6C34878D82A}">
                    <a16:rowId xmlns:a16="http://schemas.microsoft.com/office/drawing/2014/main" val="10000"/>
                  </a:ext>
                </a:extLst>
              </a:tr>
              <a:tr h="162876">
                <a:tc>
                  <a:txBody>
                    <a:bodyPr/>
                    <a:lstStyle/>
                    <a:p>
                      <a:pPr algn="l" fontAlgn="b"/>
                      <a:r>
                        <a:rPr lang="en-US" sz="900" b="0" i="1" u="none" strike="noStrike" dirty="0">
                          <a:solidFill>
                            <a:srgbClr val="000000"/>
                          </a:solidFill>
                          <a:effectLst/>
                          <a:latin typeface="MULISH REGULAR ROMAN"/>
                        </a:rPr>
                        <a:t> Willaims</a:t>
                      </a:r>
                    </a:p>
                  </a:txBody>
                  <a:tcPr marL="9525" marR="9525" marT="9525" marB="0" anchor="b">
                    <a:lnL>
                      <a:noFill/>
                    </a:lnL>
                    <a:lnR>
                      <a:noFill/>
                    </a:lnR>
                    <a:lnT w="12700" cmpd="sng">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Kavanaugh</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5-4</a:t>
                      </a:r>
                    </a:p>
                  </a:txBody>
                  <a:tcPr marL="45720" marR="0" marT="0" marB="0" anchor="ctr">
                    <a:lnL>
                      <a:noFill/>
                    </a:lnL>
                    <a:lnR>
                      <a:noFill/>
                    </a:lnR>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138d</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R</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SCAL</a:t>
                      </a:r>
                    </a:p>
                  </a:txBody>
                  <a:tcPr marL="9525" marR="9525" marT="9525" marB="0" anchor="b">
                    <a:lnL>
                      <a:noFill/>
                    </a:lnL>
                    <a:lnR>
                      <a:noFill/>
                    </a:lnR>
                    <a:lnT w="12700" cmpd="sng">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i="1" dirty="0">
                          <a:effectLst/>
                          <a:latin typeface="MULISH REGULAR ROMAN"/>
                        </a:rPr>
                        <a:t>Wisconsin Bell</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i="0" dirty="0">
                          <a:effectLst/>
                          <a:latin typeface="MULISH REGULAR ROMAN"/>
                        </a:rPr>
                        <a:t>Kagan</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9-0</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110d</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A</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CA7</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Wages &amp; White Lion</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a:effectLst/>
                          <a:latin typeface="MULISH BLACK ROMAN"/>
                        </a:rPr>
                        <a:t>Alito</a:t>
                      </a:r>
                      <a:endParaRPr lang="en-US" sz="900" i="0" dirty="0">
                        <a:effectLst/>
                        <a:latin typeface="MULISH REGULAR ROMAN"/>
                      </a:endParaRP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gridSpan="2">
                  <a:txBody>
                    <a:bodyPr/>
                    <a:lstStyle/>
                    <a:p>
                      <a:pPr marL="0" lvl="0" algn="l" rtl="0">
                        <a:spcBef>
                          <a:spcPts val="0"/>
                        </a:spcBef>
                        <a:spcAft>
                          <a:spcPts val="0"/>
                        </a:spcAft>
                        <a:buNone/>
                      </a:pPr>
                      <a:r>
                        <a:rPr lang="en-US" sz="900" dirty="0">
                          <a:effectLst/>
                          <a:latin typeface="MULISH BLACK ROMAN"/>
                        </a:rPr>
                        <a:t>9-0</a:t>
                      </a:r>
                    </a:p>
                  </a:txBody>
                  <a:tcPr marL="45720" marR="0" marT="0" marB="0" anchor="ctr">
                    <a:lnL>
                      <a:noFill/>
                    </a:lnL>
                    <a:lnR>
                      <a:noFill/>
                    </a:lnR>
                    <a:lnB>
                      <a:noFill/>
                    </a:lnB>
                    <a:lnTlToBr w="12700" cmpd="sng">
                      <a:noFill/>
                      <a:prstDash val="solid"/>
                    </a:lnTlToBr>
                    <a:lnBlToTr w="12700" cmpd="sng">
                      <a:noFill/>
                      <a:prstDash val="solid"/>
                    </a:lnBlToTr>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lnT w="12700" cmpd="sng">
                      <a:noFill/>
                    </a:lnT>
                  </a:tcPr>
                </a:tc>
                <a:tc>
                  <a:txBody>
                    <a:bodyPr/>
                    <a:lstStyle/>
                    <a:p>
                      <a:pPr marL="0" lvl="0" algn="l" rtl="0">
                        <a:spcBef>
                          <a:spcPts val="0"/>
                        </a:spcBef>
                        <a:spcAft>
                          <a:spcPts val="0"/>
                        </a:spcAft>
                        <a:buNone/>
                      </a:pPr>
                      <a:r>
                        <a:rPr lang="en-US" sz="900" dirty="0">
                          <a:effectLst/>
                          <a:latin typeface="MULISH BLACK ROMAN"/>
                        </a:rPr>
                        <a:t>122d</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V</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CA5 </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162876">
                <a:tc>
                  <a:txBody>
                    <a:bodyPr/>
                    <a:lstStyle/>
                    <a:p>
                      <a:pPr algn="l" fontAlgn="b"/>
                      <a:r>
                        <a:rPr lang="en-US" sz="900" b="0" i="1" u="none" strike="noStrike" dirty="0">
                          <a:solidFill>
                            <a:srgbClr val="000000"/>
                          </a:solidFill>
                          <a:effectLst/>
                          <a:latin typeface="MULISH REGULAR ROMAN"/>
                        </a:rPr>
                        <a:t> Royal Canin</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Kagan</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9-0</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101d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A</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CA8</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Advocate Christ Medical</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REGULAR ROMAN"/>
                        </a:rPr>
                        <a:t>Barrett</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7-2</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176d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A</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CADC</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Miller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BLACK ROMAN"/>
                        </a:rPr>
                        <a:t>Jackson</a:t>
                      </a:r>
                      <a:endParaRPr lang="en-US" sz="900" i="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gridSpan="2">
                  <a:txBody>
                    <a:bodyPr/>
                    <a:lstStyle/>
                    <a:p>
                      <a:pPr marL="0" lvl="0" algn="l" rtl="0">
                        <a:spcBef>
                          <a:spcPts val="0"/>
                        </a:spcBef>
                        <a:spcAft>
                          <a:spcPts val="0"/>
                        </a:spcAft>
                        <a:buNone/>
                      </a:pPr>
                      <a:r>
                        <a:rPr lang="en-US" sz="900" dirty="0">
                          <a:effectLst/>
                          <a:latin typeface="MULISH BLACK ROMAN"/>
                        </a:rPr>
                        <a:t>8-1</a:t>
                      </a: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dirty="0">
                          <a:effectLst/>
                          <a:latin typeface="MULISH BLACK ROMAN"/>
                        </a:rPr>
                        <a:t>115d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CA10</a:t>
                      </a:r>
                    </a:p>
                  </a:txBody>
                  <a:tcPr marL="45720" marR="0" marT="0"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162876">
                <a:tc>
                  <a:txBody>
                    <a:bodyPr/>
                    <a:lstStyle/>
                    <a:p>
                      <a:pPr algn="l" fontAlgn="b"/>
                      <a:r>
                        <a:rPr lang="en-US" sz="900" b="0" i="1" u="none" strike="noStrike" dirty="0">
                          <a:solidFill>
                            <a:srgbClr val="000000"/>
                          </a:solidFill>
                          <a:effectLst/>
                          <a:latin typeface="MULISH REGULAR ROMAN"/>
                        </a:rPr>
                        <a:t> Vanderstok</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Gorsuch</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7-2</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170d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CA5</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E.M.D. Sales</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REGULAR ROMAN"/>
                        </a:rPr>
                        <a:t>Kavanaugh</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9-0</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72d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CA4</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Hungary</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BLACK ROMAN"/>
                        </a:rPr>
                        <a:t>Sotomayor</a:t>
                      </a:r>
                      <a:endParaRPr lang="en-US" sz="900" i="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gridSpan="2">
                  <a:txBody>
                    <a:bodyPr/>
                    <a:lstStyle/>
                    <a:p>
                      <a:pPr marL="0" lvl="0" algn="l" rtl="0">
                        <a:spcBef>
                          <a:spcPts val="0"/>
                        </a:spcBef>
                        <a:spcAft>
                          <a:spcPts val="0"/>
                        </a:spcAft>
                        <a:buNone/>
                      </a:pPr>
                      <a:r>
                        <a:rPr lang="en-US" sz="900" dirty="0">
                          <a:effectLst/>
                          <a:latin typeface="MULISH BLACK ROMAN"/>
                        </a:rPr>
                        <a:t>9-0</a:t>
                      </a: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dirty="0">
                          <a:effectLst/>
                          <a:latin typeface="MULISH BLACK ROMAN"/>
                        </a:rPr>
                        <a:t>81d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V</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CADC</a:t>
                      </a:r>
                    </a:p>
                  </a:txBody>
                  <a:tcPr marL="45720" marR="0" marT="0"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162876">
                <a:tc>
                  <a:txBody>
                    <a:bodyPr/>
                    <a:lstStyle/>
                    <a:p>
                      <a:pPr algn="l" fontAlgn="b"/>
                      <a:r>
                        <a:rPr lang="en-US" sz="900" b="0" i="1" u="none" strike="noStrike" dirty="0">
                          <a:solidFill>
                            <a:srgbClr val="000000"/>
                          </a:solidFill>
                          <a:effectLst/>
                          <a:latin typeface="MULISH REGULAR ROMAN"/>
                        </a:rPr>
                        <a:t> Lackey</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Roberts</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7-2</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141d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CA4</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Facebook</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REGULAR ROMAN"/>
                        </a:rPr>
                        <a:t>PC</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PC</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17d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DIG</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CA9</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err="1">
                          <a:effectLst/>
                          <a:latin typeface="MULISH REGULAR ROMAN"/>
                        </a:rPr>
                        <a:t>Skrmetti</a:t>
                      </a:r>
                      <a:endParaRPr lang="en-US" sz="900" i="1"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i="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gridSpan="2">
                  <a:txBody>
                    <a:bodyPr/>
                    <a:lstStyle/>
                    <a:p>
                      <a:pPr marL="0" lvl="0" algn="l" rtl="0">
                        <a:spcBef>
                          <a:spcPts val="0"/>
                        </a:spcBef>
                        <a:spcAft>
                          <a:spcPts val="0"/>
                        </a:spcAft>
                        <a:buNone/>
                      </a:pPr>
                      <a:endParaRPr lang="en-US" sz="900" dirty="0">
                        <a:effectLst/>
                        <a:latin typeface="MULISH BLACK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dirty="0">
                        <a:effectLst/>
                        <a:latin typeface="MULISH BLACK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endParaRPr lang="en-US" sz="900" dirty="0">
                        <a:effectLst/>
                        <a:latin typeface="MULISH BLACK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CA6</a:t>
                      </a:r>
                    </a:p>
                  </a:txBody>
                  <a:tcPr marL="45720" marR="0" marT="0"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162876">
                <a:tc>
                  <a:txBody>
                    <a:bodyPr/>
                    <a:lstStyle/>
                    <a:p>
                      <a:pPr algn="l" fontAlgn="b"/>
                      <a:r>
                        <a:rPr lang="en-US" sz="900" b="0" i="1" u="none" strike="noStrike" dirty="0">
                          <a:solidFill>
                            <a:srgbClr val="000000"/>
                          </a:solidFill>
                          <a:effectLst/>
                          <a:latin typeface="MULISH REGULAR ROMAN"/>
                        </a:rPr>
                        <a:t> Glossip</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Sotomayor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6-2</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140d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CCAOK</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Valazquez</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REGULAR ROMAN"/>
                        </a:rPr>
                        <a:t>Gorsuch</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6-3</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162d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CA2</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err="1">
                          <a:effectLst/>
                        </a:rPr>
                        <a:t>Kouisisis</a:t>
                      </a:r>
                      <a:endParaRPr lang="en-US" sz="900" i="1"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REGULAR ROMAN"/>
                        </a:rPr>
                        <a:t>Barrett</a:t>
                      </a:r>
                    </a:p>
                  </a:txBody>
                  <a:tcPr marL="45720" marR="0" marT="0" marB="0" anchor="ctr">
                    <a:lnL>
                      <a:noFill/>
                    </a:lnL>
                    <a:lnR>
                      <a:noFill/>
                    </a:lnR>
                    <a:lnT>
                      <a:noFill/>
                    </a:lnT>
                    <a:lnB>
                      <a:noFill/>
                    </a:lnB>
                    <a:lnTlToBr w="12700" cmpd="sng">
                      <a:noFill/>
                      <a:prstDash val="solid"/>
                    </a:lnTlToBr>
                    <a:lnBlToTr w="12700" cmpd="sng">
                      <a:noFill/>
                      <a:prstDash val="solid"/>
                    </a:lnBlToTr>
                  </a:tcPr>
                </a:tc>
                <a:tc gridSpan="2">
                  <a:txBody>
                    <a:bodyPr/>
                    <a:lstStyle/>
                    <a:p>
                      <a:pPr marL="0" lvl="0" algn="l" rtl="0">
                        <a:spcBef>
                          <a:spcPts val="0"/>
                        </a:spcBef>
                        <a:spcAft>
                          <a:spcPts val="0"/>
                        </a:spcAft>
                        <a:buNone/>
                      </a:pPr>
                      <a:r>
                        <a:rPr lang="en-US" sz="900" dirty="0">
                          <a:effectLst/>
                          <a:latin typeface="MULISH BLACK ROMAN"/>
                        </a:rPr>
                        <a:t>9-0</a:t>
                      </a: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dirty="0">
                          <a:effectLst/>
                          <a:latin typeface="MULISH BLACK ROMAN"/>
                        </a:rPr>
                        <a:t>164d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A</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CA3</a:t>
                      </a:r>
                    </a:p>
                  </a:txBody>
                  <a:tcPr marL="45720" marR="0" marT="0"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162876">
                <a:tc>
                  <a:txBody>
                    <a:bodyPr/>
                    <a:lstStyle/>
                    <a:p>
                      <a:pPr algn="l" fontAlgn="b"/>
                      <a:r>
                        <a:rPr lang="en-US" sz="900" b="0" i="1" u="none" strike="noStrike" dirty="0">
                          <a:solidFill>
                            <a:srgbClr val="000000"/>
                          </a:solidFill>
                          <a:effectLst/>
                          <a:latin typeface="MULISH REGULAR ROMAN"/>
                        </a:rPr>
                        <a:t> Medical Marijuana</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Barrett</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5-4</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170d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A</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CA2</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Delligatti</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REGULAR ROMAN"/>
                        </a:rPr>
                        <a:t>Thomas</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7-2</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130d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A</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CA2</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Feliciano</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REGULAR ROMAN"/>
                        </a:rPr>
                        <a:t>Gorsuch</a:t>
                      </a:r>
                    </a:p>
                  </a:txBody>
                  <a:tcPr marL="45720" marR="0" marT="0" marB="0" anchor="ctr">
                    <a:lnL>
                      <a:noFill/>
                    </a:lnL>
                    <a:lnR>
                      <a:noFill/>
                    </a:lnR>
                    <a:lnT>
                      <a:noFill/>
                    </a:lnT>
                    <a:lnB>
                      <a:noFill/>
                    </a:lnB>
                    <a:lnTlToBr w="12700" cmpd="sng">
                      <a:noFill/>
                      <a:prstDash val="solid"/>
                    </a:lnTlToBr>
                    <a:lnBlToTr w="12700" cmpd="sng">
                      <a:noFill/>
                      <a:prstDash val="solid"/>
                    </a:lnBlToTr>
                  </a:tcPr>
                </a:tc>
                <a:tc gridSpan="2">
                  <a:txBody>
                    <a:bodyPr/>
                    <a:lstStyle/>
                    <a:p>
                      <a:pPr marL="0" lvl="0" algn="l" rtl="0">
                        <a:spcBef>
                          <a:spcPts val="0"/>
                        </a:spcBef>
                        <a:spcAft>
                          <a:spcPts val="0"/>
                        </a:spcAft>
                        <a:buNone/>
                      </a:pPr>
                      <a:r>
                        <a:rPr lang="en-US" sz="900" dirty="0">
                          <a:effectLst/>
                          <a:latin typeface="MULISH BLACK ROMAN"/>
                        </a:rPr>
                        <a:t>(5-4)</a:t>
                      </a: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dirty="0">
                          <a:effectLst/>
                          <a:latin typeface="MULISH BLACK ROMAN"/>
                        </a:rPr>
                        <a:t>143d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CAFC</a:t>
                      </a:r>
                    </a:p>
                  </a:txBody>
                  <a:tcPr marL="45720" marR="0" marT="0"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6"/>
                  </a:ext>
                </a:extLst>
              </a:tr>
              <a:tr h="162876">
                <a:tc>
                  <a:txBody>
                    <a:bodyPr/>
                    <a:lstStyle/>
                    <a:p>
                      <a:pPr algn="l" fontAlgn="b"/>
                      <a:r>
                        <a:rPr lang="en-US" sz="900" b="0" i="1" u="none" strike="noStrike" dirty="0">
                          <a:solidFill>
                            <a:srgbClr val="000000"/>
                          </a:solidFill>
                          <a:effectLst/>
                          <a:latin typeface="MULISH REGULAR ROMAN"/>
                        </a:rPr>
                        <a:t> </a:t>
                      </a:r>
                      <a:r>
                        <a:rPr lang="en-US" sz="900" b="0" i="1" u="none" strike="noStrike" dirty="0" err="1">
                          <a:solidFill>
                            <a:srgbClr val="000000"/>
                          </a:solidFill>
                          <a:effectLst/>
                          <a:latin typeface="MULISH REGULAR ROMAN"/>
                        </a:rPr>
                        <a:t>Bouarafa</a:t>
                      </a:r>
                      <a:endParaRPr lang="en-US" sz="900" b="0" i="1" u="none" strike="noStrike" dirty="0">
                        <a:solidFill>
                          <a:srgbClr val="000000"/>
                        </a:solidFill>
                        <a:effectLst/>
                        <a:latin typeface="MULISH REGULAR ROMAN"/>
                      </a:endParaRP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Jackson</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9-0</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57d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A</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CA11</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NVIDIA</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REGULAR ROMAN"/>
                        </a:rPr>
                        <a:t>PC</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PC</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29d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DIG</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CA9</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Seven County</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REGULAR ROMAN"/>
                        </a:rPr>
                        <a:t>Kavanaugh</a:t>
                      </a:r>
                    </a:p>
                  </a:txBody>
                  <a:tcPr marL="45720" marR="0" marT="0" marB="0" anchor="ctr">
                    <a:lnL>
                      <a:noFill/>
                    </a:lnL>
                    <a:lnR>
                      <a:noFill/>
                    </a:lnR>
                    <a:lnT>
                      <a:noFill/>
                    </a:lnT>
                    <a:lnB>
                      <a:noFill/>
                    </a:lnB>
                    <a:lnTlToBr w="12700" cmpd="sng">
                      <a:noFill/>
                      <a:prstDash val="solid"/>
                    </a:lnTlToBr>
                    <a:lnBlToTr w="12700" cmpd="sng">
                      <a:noFill/>
                      <a:prstDash val="solid"/>
                    </a:lnBlToTr>
                  </a:tcPr>
                </a:tc>
                <a:tc gridSpan="2">
                  <a:txBody>
                    <a:bodyPr/>
                    <a:lstStyle/>
                    <a:p>
                      <a:pPr marL="0" lvl="0" algn="l" rtl="0">
                        <a:spcBef>
                          <a:spcPts val="0"/>
                        </a:spcBef>
                        <a:spcAft>
                          <a:spcPts val="0"/>
                        </a:spcAft>
                        <a:buNone/>
                      </a:pPr>
                      <a:r>
                        <a:rPr lang="en-US" sz="900" dirty="0">
                          <a:effectLst/>
                          <a:latin typeface="MULISH BLACK ROMAN"/>
                        </a:rPr>
                        <a:t>8-0</a:t>
                      </a: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dirty="0">
                          <a:effectLst/>
                          <a:latin typeface="MULISH BLACK ROMAN"/>
                        </a:rPr>
                        <a:t>171d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CADC</a:t>
                      </a:r>
                    </a:p>
                  </a:txBody>
                  <a:tcPr marL="45720" marR="0" marT="0"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7"/>
                  </a:ext>
                </a:extLst>
              </a:tr>
              <a:tr h="162876">
                <a:tc>
                  <a:txBody>
                    <a:bodyPr/>
                    <a:lstStyle/>
                    <a:p>
                      <a:pPr algn="l" fontAlgn="b"/>
                      <a:r>
                        <a:rPr lang="en-US" sz="900" b="0" i="1" u="none" strike="noStrike" dirty="0">
                          <a:solidFill>
                            <a:srgbClr val="000000"/>
                          </a:solidFill>
                          <a:effectLst/>
                          <a:latin typeface="MULISH REGULAR ROMAN"/>
                        </a:rPr>
                        <a:t> Bufkin</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Thomas</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7-2</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141d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A</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CAFC</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i="1"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i="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Dewberry</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REGULAR ROMAN"/>
                        </a:rPr>
                        <a:t>Kagan</a:t>
                      </a:r>
                    </a:p>
                  </a:txBody>
                  <a:tcPr marL="45720" marR="0" marT="0" marB="0" anchor="ctr">
                    <a:lnL>
                      <a:noFill/>
                    </a:lnL>
                    <a:lnR>
                      <a:noFill/>
                    </a:lnR>
                    <a:lnT>
                      <a:noFill/>
                    </a:lnT>
                    <a:lnB>
                      <a:noFill/>
                    </a:lnB>
                    <a:lnTlToBr w="12700" cmpd="sng">
                      <a:noFill/>
                      <a:prstDash val="solid"/>
                    </a:lnTlToBr>
                    <a:lnBlToTr w="12700" cmpd="sng">
                      <a:noFill/>
                      <a:prstDash val="solid"/>
                    </a:lnBlToTr>
                  </a:tcPr>
                </a:tc>
                <a:tc gridSpan="2">
                  <a:txBody>
                    <a:bodyPr/>
                    <a:lstStyle/>
                    <a:p>
                      <a:pPr marL="0" lvl="0" algn="l" rtl="0">
                        <a:spcBef>
                          <a:spcPts val="0"/>
                        </a:spcBef>
                        <a:spcAft>
                          <a:spcPts val="0"/>
                        </a:spcAft>
                        <a:buNone/>
                      </a:pPr>
                      <a:r>
                        <a:rPr lang="en-US" sz="900" dirty="0">
                          <a:effectLst/>
                          <a:latin typeface="MULISH BLACK ROMAN"/>
                        </a:rPr>
                        <a:t>9-0</a:t>
                      </a: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dirty="0">
                          <a:effectLst/>
                          <a:latin typeface="MULISH BLACK ROMAN"/>
                        </a:rPr>
                        <a:t>78d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V</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CA4</a:t>
                      </a:r>
                    </a:p>
                  </a:txBody>
                  <a:tcPr marL="45720" marR="0" marT="0"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8"/>
                  </a:ext>
                </a:extLst>
              </a:tr>
              <a:tr h="162876">
                <a:tc>
                  <a:txBody>
                    <a:bodyPr/>
                    <a:lstStyle/>
                    <a:p>
                      <a:pPr algn="l" fontAlgn="b"/>
                      <a:r>
                        <a:rPr lang="en-US" sz="900" b="0" i="1" u="none" strike="noStrike" dirty="0">
                          <a:solidFill>
                            <a:srgbClr val="000000"/>
                          </a:solidFill>
                          <a:effectLst/>
                          <a:latin typeface="MULISH REGULAR ROMAN"/>
                        </a:rPr>
                        <a:t> SF v. EPA</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Alito</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strike="noStrike" dirty="0">
                          <a:effectLst/>
                          <a:latin typeface="MULISH REGULAR ROMAN"/>
                        </a:rPr>
                        <a:t>9-0</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strike="noStrike" dirty="0">
                          <a:effectLst/>
                          <a:latin typeface="MULISH REGULAR ROMAN"/>
                        </a:rPr>
                        <a:t>140d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strike="noStrike" dirty="0">
                          <a:effectLst/>
                          <a:latin typeface="MULISH REGULAR ROMAN"/>
                        </a:rPr>
                        <a:t>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CA9</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i="1" strike="noStrike"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i="1" strike="noStrike"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i="1"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i="1"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gridSpan="2">
                  <a:txBody>
                    <a:bodyPr/>
                    <a:lstStyle/>
                    <a:p>
                      <a:pPr marL="0" lvl="0" algn="l" rtl="0">
                        <a:spcBef>
                          <a:spcPts val="0"/>
                        </a:spcBef>
                        <a:spcAft>
                          <a:spcPts val="0"/>
                        </a:spcAft>
                        <a:buNone/>
                      </a:pPr>
                      <a:endParaRPr lang="en-US" sz="900" dirty="0">
                        <a:effectLst/>
                        <a:latin typeface="MULISH BLACK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dirty="0">
                        <a:effectLst/>
                        <a:latin typeface="MULISH BLACK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endParaRPr lang="en-US" sz="900" dirty="0">
                        <a:effectLst/>
                        <a:latin typeface="MULISH BLACK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endParaRPr lang="en-US" sz="900" dirty="0">
                        <a:effectLst/>
                        <a:latin typeface="MULISH BLACK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9"/>
                  </a:ext>
                </a:extLst>
              </a:tr>
              <a:tr h="162876">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R>
                      <a:noFill/>
                    </a:lnR>
                    <a:lnT>
                      <a:noFill/>
                    </a:lnT>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i="1" dirty="0">
                        <a:effectLst/>
                        <a:latin typeface="MULISH REGULAR ROMAN"/>
                      </a:endParaRPr>
                    </a:p>
                  </a:txBody>
                  <a:tcPr marL="45720" marR="0" marT="0" marB="0" anchor="ctr">
                    <a:lnL>
                      <a:noFill/>
                    </a:lnL>
                    <a:lnT>
                      <a:noFill/>
                    </a:lnT>
                  </a:tcPr>
                </a:tc>
                <a:tc>
                  <a:txBody>
                    <a:bodyPr/>
                    <a:lstStyle/>
                    <a:p>
                      <a:pPr marL="0" algn="l" rtl="0" eaLnBrk="1" fontAlgn="base" latinLnBrk="0" hangingPunct="1">
                        <a:spcBef>
                          <a:spcPts val="0"/>
                        </a:spcBef>
                        <a:spcAft>
                          <a:spcPts val="0"/>
                        </a:spcAft>
                      </a:pPr>
                      <a:endParaRPr lang="en-US" sz="900" i="1" dirty="0">
                        <a:effectLst/>
                        <a:latin typeface="MULISH REGULAR ROMAN"/>
                      </a:endParaRPr>
                    </a:p>
                  </a:txBody>
                  <a:tcPr marL="45720" marR="0" marT="0" marB="0" anchor="ctr">
                    <a:lnT>
                      <a:noFill/>
                    </a:lnT>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T>
                      <a:noFill/>
                    </a:lnT>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T>
                      <a:noFill/>
                    </a:lnT>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T>
                      <a:noFill/>
                    </a:lnT>
                  </a:tcPr>
                </a:tc>
                <a:tc>
                  <a:txBody>
                    <a:bodyPr/>
                    <a:lstStyle/>
                    <a:p>
                      <a:pPr marL="0" algn="l" rtl="0" eaLnBrk="1" fontAlgn="base" latinLnBrk="0" hangingPunct="1">
                        <a:spcBef>
                          <a:spcPts val="0"/>
                        </a:spcBef>
                        <a:spcAft>
                          <a:spcPts val="0"/>
                        </a:spcAft>
                      </a:pPr>
                      <a:endParaRPr lang="en-US" sz="900" dirty="0">
                        <a:effectLst/>
                        <a:latin typeface="MULISH REGULAR ROMAN"/>
                      </a:endParaRPr>
                    </a:p>
                  </a:txBody>
                  <a:tcPr marL="45720" marR="0" marT="0" marB="0" anchor="ctr">
                    <a:lnT>
                      <a:noFill/>
                    </a:lnT>
                  </a:tcPr>
                </a:tc>
                <a:tc>
                  <a:txBody>
                    <a:bodyPr/>
                    <a:lstStyle/>
                    <a:p>
                      <a:pPr marL="0" algn="l" rtl="0" eaLnBrk="1" fontAlgn="base" latinLnBrk="0" hangingPunct="1">
                        <a:spcBef>
                          <a:spcPts val="0"/>
                        </a:spcBef>
                        <a:spcAft>
                          <a:spcPts val="0"/>
                        </a:spcAft>
                      </a:pPr>
                      <a:endParaRPr lang="en-US" sz="900" i="1" dirty="0">
                        <a:effectLst/>
                        <a:latin typeface="MULISH REGULAR ROMAN"/>
                      </a:endParaRPr>
                    </a:p>
                  </a:txBody>
                  <a:tcPr marL="45720" marR="0" marT="0" marB="0" anchor="ctr">
                    <a:lnT>
                      <a:noFill/>
                    </a:lnT>
                  </a:tcPr>
                </a:tc>
                <a:tc>
                  <a:txBody>
                    <a:bodyPr/>
                    <a:lstStyle/>
                    <a:p>
                      <a:pPr marL="0" algn="l" rtl="0" eaLnBrk="1" fontAlgn="base" latinLnBrk="0" hangingPunct="1">
                        <a:spcBef>
                          <a:spcPts val="0"/>
                        </a:spcBef>
                        <a:spcAft>
                          <a:spcPts val="0"/>
                        </a:spcAft>
                      </a:pPr>
                      <a:endParaRPr lang="en-US" sz="900" i="1" dirty="0">
                        <a:effectLst/>
                        <a:latin typeface="MULISH REGULAR ROMAN"/>
                      </a:endParaRPr>
                    </a:p>
                  </a:txBody>
                  <a:tcPr marL="45720" marR="0" marT="0" marB="0" anchor="ctr">
                    <a:lnT>
                      <a:noFill/>
                    </a:lnT>
                  </a:tcPr>
                </a:tc>
                <a:tc gridSpan="2">
                  <a:txBody>
                    <a:bodyPr/>
                    <a:lstStyle/>
                    <a:p>
                      <a:pPr marL="0" lvl="0" algn="l" rtl="0">
                        <a:spcBef>
                          <a:spcPts val="0"/>
                        </a:spcBef>
                        <a:spcAft>
                          <a:spcPts val="0"/>
                        </a:spcAft>
                        <a:buNone/>
                      </a:pPr>
                      <a:endParaRPr lang="en-US" sz="900" dirty="0">
                        <a:effectLst/>
                        <a:latin typeface="MULISH BLACK ROMAN"/>
                      </a:endParaRPr>
                    </a:p>
                  </a:txBody>
                  <a:tcPr marL="45720" marR="0" marT="0" marB="0" anchor="ctr">
                    <a:lnT>
                      <a:noFill/>
                    </a:lnT>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dirty="0">
                        <a:effectLst/>
                        <a:latin typeface="MULISH BLACK ROMAN"/>
                      </a:endParaRPr>
                    </a:p>
                  </a:txBody>
                  <a:tcPr marL="45720" marR="0" marT="0" marB="0" anchor="ctr">
                    <a:lnT>
                      <a:noFill/>
                    </a:lnT>
                  </a:tcPr>
                </a:tc>
                <a:tc>
                  <a:txBody>
                    <a:bodyPr/>
                    <a:lstStyle/>
                    <a:p>
                      <a:pPr marL="0" lvl="0" algn="l" rtl="0">
                        <a:spcBef>
                          <a:spcPts val="0"/>
                        </a:spcBef>
                        <a:spcAft>
                          <a:spcPts val="0"/>
                        </a:spcAft>
                        <a:buNone/>
                      </a:pPr>
                      <a:endParaRPr lang="en-US" sz="900" dirty="0">
                        <a:effectLst/>
                        <a:latin typeface="MULISH BLACK ROMAN"/>
                      </a:endParaRPr>
                    </a:p>
                  </a:txBody>
                  <a:tcPr marL="45720" marR="0" marT="0" marB="0" anchor="ctr">
                    <a:lnT>
                      <a:noFill/>
                    </a:lnT>
                  </a:tcPr>
                </a:tc>
                <a:tc>
                  <a:txBody>
                    <a:bodyPr/>
                    <a:lstStyle/>
                    <a:p>
                      <a:pPr marL="0" lvl="0" algn="l" rtl="0">
                        <a:spcBef>
                          <a:spcPts val="0"/>
                        </a:spcBef>
                        <a:spcAft>
                          <a:spcPts val="0"/>
                        </a:spcAft>
                        <a:buNone/>
                      </a:pPr>
                      <a:endParaRPr lang="en-US" sz="900" dirty="0">
                        <a:effectLst/>
                        <a:latin typeface="MULISH BLACK ROMAN"/>
                      </a:endParaRPr>
                    </a:p>
                  </a:txBody>
                  <a:tcPr marL="45720" marR="0" marT="0" marB="0" anchor="ctr">
                    <a:lnT>
                      <a:noFill/>
                    </a:lnT>
                  </a:tcPr>
                </a:tc>
                <a:extLst>
                  <a:ext uri="{0D108BD9-81ED-4DB2-BD59-A6C34878D82A}">
                    <a16:rowId xmlns:a16="http://schemas.microsoft.com/office/drawing/2014/main" val="10010"/>
                  </a:ext>
                </a:extLst>
              </a:tr>
              <a:tr h="244314">
                <a:tc gridSpan="6">
                  <a:txBody>
                    <a:bodyPr/>
                    <a:lstStyle/>
                    <a:p>
                      <a:pPr marL="0" algn="l" rtl="0" eaLnBrk="1" fontAlgn="base" latinLnBrk="0" hangingPunct="1">
                        <a:spcBef>
                          <a:spcPts val="0"/>
                        </a:spcBef>
                        <a:spcAft>
                          <a:spcPts val="0"/>
                        </a:spcAft>
                      </a:pPr>
                      <a:r>
                        <a:rPr lang="en-US" sz="1200" b="1" kern="1200" dirty="0">
                          <a:solidFill>
                            <a:schemeClr val="tx1"/>
                          </a:solidFill>
                          <a:effectLst/>
                          <a:latin typeface="MULISH REGULAR ROMAN" pitchFamily="2" charset="77"/>
                        </a:rPr>
                        <a:t>January​ Sitting</a:t>
                      </a:r>
                      <a:endParaRPr lang="en-US" sz="1200" b="1" kern="1200" dirty="0">
                        <a:solidFill>
                          <a:schemeClr val="tx1"/>
                        </a:solidFill>
                        <a:effectLst/>
                        <a:latin typeface="MULISH REGULAR ROMAN" pitchFamily="2" charset="77"/>
                        <a:ea typeface="+mn-ea"/>
                        <a:cs typeface="+mn-cs"/>
                      </a:endParaRPr>
                    </a:p>
                  </a:txBody>
                  <a:tcPr marL="45720" marR="0" marT="0" marB="0" anchor="ctr"/>
                </a:tc>
                <a:tc hMerge="1">
                  <a:txBody>
                    <a:bodyPr/>
                    <a:lstStyle/>
                    <a:p>
                      <a:endParaRPr lang="en-US"/>
                    </a:p>
                  </a:txBody>
                  <a:tcPr/>
                </a:tc>
                <a:tc hMerge="1">
                  <a:txBody>
                    <a:bodyPr/>
                    <a:lstStyle/>
                    <a:p>
                      <a:endParaRPr lang="en-US"/>
                    </a:p>
                  </a:txBody>
                  <a:tcPr>
                    <a:lnT>
                      <a:noFill/>
                    </a:lnT>
                  </a:tcPr>
                </a:tc>
                <a:tc hMerge="1">
                  <a:txBody>
                    <a:bodyPr/>
                    <a:lstStyle/>
                    <a:p>
                      <a:endParaRPr lang="en-US"/>
                    </a:p>
                  </a:txBody>
                  <a:tcPr/>
                </a:tc>
                <a:tc hMerge="1">
                  <a:txBody>
                    <a:bodyPr/>
                    <a:lstStyle/>
                    <a:p>
                      <a:endParaRPr lang="en-US"/>
                    </a:p>
                  </a:txBody>
                  <a:tcPr/>
                </a:tc>
                <a:tc hMerge="1">
                  <a:txBody>
                    <a:bodyPr/>
                    <a:lstStyle/>
                    <a:p>
                      <a:endParaRPr lang="en-US"/>
                    </a:p>
                  </a:txBody>
                  <a:tcPr/>
                </a:tc>
                <a:tc gridSpan="6">
                  <a:txBody>
                    <a:bodyPr/>
                    <a:lstStyle/>
                    <a:p>
                      <a:pPr marL="0" algn="l" rtl="0" eaLnBrk="1" fontAlgn="base" latinLnBrk="0" hangingPunct="1">
                        <a:spcBef>
                          <a:spcPts val="0"/>
                        </a:spcBef>
                        <a:spcAft>
                          <a:spcPts val="0"/>
                        </a:spcAft>
                      </a:pPr>
                      <a:r>
                        <a:rPr lang="en-US" sz="1200" b="1" kern="1200" dirty="0">
                          <a:solidFill>
                            <a:schemeClr val="tx1"/>
                          </a:solidFill>
                          <a:effectLst/>
                          <a:latin typeface="MULISH REGULAR ROMAN" pitchFamily="2" charset="77"/>
                        </a:rPr>
                        <a:t>February Sitting</a:t>
                      </a:r>
                      <a:endParaRPr lang="en-US" sz="1200" b="1" kern="1200" dirty="0">
                        <a:solidFill>
                          <a:schemeClr val="tx1"/>
                        </a:solidFill>
                        <a:effectLst/>
                        <a:latin typeface="MULISH REGULAR ROMAN" pitchFamily="2" charset="77"/>
                        <a:ea typeface="+mn-ea"/>
                        <a:cs typeface="+mn-cs"/>
                      </a:endParaRPr>
                    </a:p>
                  </a:txBody>
                  <a:tcPr marL="45720" marR="0" marT="0" marB="0" anchor="ct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gridSpan="7">
                  <a:txBody>
                    <a:bodyPr/>
                    <a:lstStyle/>
                    <a:p>
                      <a:pPr marL="0" algn="l" rtl="0" eaLnBrk="1" fontAlgn="base" latinLnBrk="0" hangingPunct="1">
                        <a:spcBef>
                          <a:spcPts val="0"/>
                        </a:spcBef>
                        <a:spcAft>
                          <a:spcPts val="0"/>
                        </a:spcAft>
                      </a:pPr>
                      <a:r>
                        <a:rPr lang="en-US" sz="1200" b="1" kern="1200" dirty="0">
                          <a:solidFill>
                            <a:schemeClr val="tx1"/>
                          </a:solidFill>
                          <a:effectLst/>
                          <a:latin typeface="MULISH REGULAR ROMAN" pitchFamily="2" charset="77"/>
                        </a:rPr>
                        <a:t>March Sitting</a:t>
                      </a:r>
                      <a:endParaRPr lang="en-US" sz="1200" b="1" kern="1200" dirty="0">
                        <a:solidFill>
                          <a:schemeClr val="tx1"/>
                        </a:solidFill>
                        <a:effectLst/>
                        <a:latin typeface="MULISH REGULAR ROMAN" pitchFamily="2" charset="77"/>
                        <a:ea typeface="+mn-ea"/>
                        <a:cs typeface="+mn-cs"/>
                      </a:endParaRPr>
                    </a:p>
                  </a:txBody>
                  <a:tcPr marL="45720" marR="0" marT="0" marB="0" anchor="ct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14"/>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Hewitt</a:t>
                      </a:r>
                    </a:p>
                  </a:txBody>
                  <a:tcPr marL="45720" marR="0" marT="0" marB="0" anchor="ctr"/>
                </a:tc>
                <a:tc>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CA5</a:t>
                      </a:r>
                    </a:p>
                  </a:txBody>
                  <a:tcPr marL="45720" marR="0" marT="0" marB="0" anchor="ctr"/>
                </a:tc>
                <a:tc>
                  <a:txBody>
                    <a:bodyPr/>
                    <a:lstStyle/>
                    <a:p>
                      <a:pPr lvl="0" algn="l">
                        <a:lnSpc>
                          <a:spcPct val="100000"/>
                        </a:lnSpc>
                        <a:spcBef>
                          <a:spcPts val="0"/>
                        </a:spcBef>
                        <a:spcAft>
                          <a:spcPts val="0"/>
                        </a:spcAft>
                        <a:buNone/>
                      </a:pPr>
                      <a:r>
                        <a:rPr lang="en-US" sz="900" b="0" i="1" u="none" strike="noStrike" noProof="0" dirty="0">
                          <a:effectLst/>
                          <a:latin typeface="MULISH REGULAR ROMAN" pitchFamily="2" charset="77"/>
                        </a:rPr>
                        <a:t>Guitierrez</a:t>
                      </a:r>
                    </a:p>
                  </a:txBody>
                  <a:tcPr marL="45720" marR="0" marT="0" marB="0" anchor="ctr"/>
                </a:tc>
                <a:tc>
                  <a:txBody>
                    <a:bodyPr/>
                    <a:lstStyle/>
                    <a:p>
                      <a:pPr lvl="0" algn="l">
                        <a:lnSpc>
                          <a:spcPct val="100000"/>
                        </a:lnSpc>
                        <a:spcBef>
                          <a:spcPts val="0"/>
                        </a:spcBef>
                        <a:spcAft>
                          <a:spcPts val="0"/>
                        </a:spcAft>
                        <a:buNone/>
                      </a:pPr>
                      <a:endParaRPr lang="en-US" sz="900" b="0" i="0" u="none" strike="noStrike" noProof="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CA5</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Louisiana</a:t>
                      </a:r>
                    </a:p>
                  </a:txBody>
                  <a:tcPr marL="45720" marR="0" marT="0" marB="0" anchor="ctr"/>
                </a:tc>
                <a:tc>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gridSpan="2">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i="0" dirty="0">
                          <a:effectLst/>
                          <a:latin typeface="MULISH REGULAR ROMAN" pitchFamily="2" charset="77"/>
                        </a:rPr>
                        <a:t>WDLA</a:t>
                      </a:r>
                    </a:p>
                  </a:txBody>
                  <a:tcPr marL="45720" marR="0" marT="0" marB="0" anchor="ctr"/>
                </a:tc>
                <a:extLst>
                  <a:ext uri="{0D108BD9-81ED-4DB2-BD59-A6C34878D82A}">
                    <a16:rowId xmlns:a16="http://schemas.microsoft.com/office/drawing/2014/main" val="10015"/>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Stanley</a:t>
                      </a:r>
                    </a:p>
                  </a:txBody>
                  <a:tcPr marL="45720" marR="0" marT="0" marB="0" anchor="ctr"/>
                </a:tc>
                <a:tc>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CA11</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Esteras</a:t>
                      </a:r>
                    </a:p>
                  </a:txBody>
                  <a:tcPr marL="45720" marR="0" marT="0" marB="0" anchor="ctr"/>
                </a:tc>
                <a:tc>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CA6</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Riley</a:t>
                      </a:r>
                    </a:p>
                  </a:txBody>
                  <a:tcPr marL="45720" marR="0" marT="0" marB="0" anchor="ctr"/>
                </a:tc>
                <a:tc>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gridSpan="2">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i="0" dirty="0">
                          <a:effectLst/>
                          <a:latin typeface="MULISH REGULAR ROMAN" pitchFamily="2" charset="77"/>
                        </a:rPr>
                        <a:t>CA4</a:t>
                      </a:r>
                    </a:p>
                  </a:txBody>
                  <a:tcPr marL="45720" marR="0" marT="0" marB="0" anchor="ctr"/>
                </a:tc>
                <a:extLst>
                  <a:ext uri="{0D108BD9-81ED-4DB2-BD59-A6C34878D82A}">
                    <a16:rowId xmlns:a16="http://schemas.microsoft.com/office/drawing/2014/main" val="10016"/>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Thompson</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Roberts</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9-0</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67d</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V</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CA7</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Perttu</a:t>
                      </a:r>
                    </a:p>
                  </a:txBody>
                  <a:tcPr marL="45720" marR="0" marT="0" marB="0" anchor="ctr"/>
                </a:tc>
                <a:tc>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CA6</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Calumet</a:t>
                      </a:r>
                    </a:p>
                  </a:txBody>
                  <a:tcPr marL="45720" marR="0" marT="0" marB="0" anchor="ctr"/>
                </a:tc>
                <a:tc>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gridSpan="2">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i="0" dirty="0">
                          <a:effectLst/>
                          <a:latin typeface="MULISH REGULAR ROMAN" pitchFamily="2" charset="77"/>
                        </a:rPr>
                        <a:t>CA5</a:t>
                      </a:r>
                    </a:p>
                  </a:txBody>
                  <a:tcPr marL="45720" marR="0" marT="0" marB="0" anchor="ctr"/>
                </a:tc>
                <a:extLst>
                  <a:ext uri="{0D108BD9-81ED-4DB2-BD59-A6C34878D82A}">
                    <a16:rowId xmlns:a16="http://schemas.microsoft.com/office/drawing/2014/main" val="10017"/>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Waetzig</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Alito</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9-0</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44d</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R</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CA10</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Ames</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Jackson</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9-0</a:t>
                      </a:r>
                    </a:p>
                  </a:txBody>
                  <a:tcPr marL="45720" marR="0" marT="0" marB="0" anchor="ctr"/>
                </a:tc>
                <a:tc>
                  <a:txBody>
                    <a:bodyPr/>
                    <a:lstStyle/>
                    <a:p>
                      <a:pPr algn="ctr" fontAlgn="b"/>
                      <a:r>
                        <a:rPr lang="en-US" sz="900" b="0" i="0" u="none" strike="noStrike" dirty="0">
                          <a:solidFill>
                            <a:srgbClr val="000000"/>
                          </a:solidFill>
                          <a:effectLst/>
                          <a:latin typeface="MULISH BLACK ROMAN"/>
                        </a:rPr>
                        <a:t>100d</a:t>
                      </a:r>
                    </a:p>
                  </a:txBody>
                  <a:tcPr marL="9525" marR="9525" marT="9525" marB="0" anchor="b"/>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V</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CA6</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Oklahoma</a:t>
                      </a:r>
                    </a:p>
                  </a:txBody>
                  <a:tcPr marL="45720" marR="0" marT="0" marB="0" anchor="ctr"/>
                </a:tc>
                <a:tc>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gridSpan="2">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i="0" dirty="0">
                          <a:effectLst/>
                          <a:latin typeface="MULISH REGULAR ROMAN" pitchFamily="2" charset="77"/>
                        </a:rPr>
                        <a:t>CA10</a:t>
                      </a:r>
                    </a:p>
                  </a:txBody>
                  <a:tcPr marL="45720" marR="0" marT="0" marB="0" anchor="ctr"/>
                </a:tc>
                <a:extLst>
                  <a:ext uri="{0D108BD9-81ED-4DB2-BD59-A6C34878D82A}">
                    <a16:rowId xmlns:a16="http://schemas.microsoft.com/office/drawing/2014/main" val="10018"/>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Free Speech</a:t>
                      </a:r>
                    </a:p>
                  </a:txBody>
                  <a:tcPr marL="45720" marR="0" marT="0" marB="0" anchor="ctr"/>
                </a:tc>
                <a:tc>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CA5</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CC/Devas</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Sotomayor</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9-0</a:t>
                      </a:r>
                    </a:p>
                  </a:txBody>
                  <a:tcPr marL="45720" marR="0" marT="0" marB="0" anchor="ctr"/>
                </a:tc>
                <a:tc>
                  <a:txBody>
                    <a:bodyPr/>
                    <a:lstStyle/>
                    <a:p>
                      <a:pPr algn="ctr" fontAlgn="b"/>
                      <a:r>
                        <a:rPr lang="en-US" sz="900" b="0" i="0" u="none" strike="noStrike" dirty="0">
                          <a:solidFill>
                            <a:srgbClr val="000000"/>
                          </a:solidFill>
                          <a:effectLst/>
                          <a:latin typeface="MULISH BLACK ROMAN"/>
                        </a:rPr>
                        <a:t>95d</a:t>
                      </a:r>
                    </a:p>
                  </a:txBody>
                  <a:tcPr marL="9525" marR="9525" marT="9525" marB="0" anchor="b"/>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R</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CA9</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Consumers’ Research</a:t>
                      </a:r>
                    </a:p>
                  </a:txBody>
                  <a:tcPr marL="45720" marR="0" marT="0" marB="0" anchor="ctr"/>
                </a:tc>
                <a:tc>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gridSpan="2">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i="0" dirty="0">
                          <a:effectLst/>
                          <a:latin typeface="MULISH REGULAR ROMAN" pitchFamily="2" charset="77"/>
                        </a:rPr>
                        <a:t>CA5</a:t>
                      </a:r>
                    </a:p>
                  </a:txBody>
                  <a:tcPr marL="45720" marR="0" marT="0" marB="0" anchor="ctr"/>
                </a:tc>
                <a:extLst>
                  <a:ext uri="{0D108BD9-81ED-4DB2-BD59-A6C34878D82A}">
                    <a16:rowId xmlns:a16="http://schemas.microsoft.com/office/drawing/2014/main" val="10019"/>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R.J. Reynolds</a:t>
                      </a:r>
                    </a:p>
                  </a:txBody>
                  <a:tcPr marL="45720" marR="0" marT="0" marB="0" anchor="ctr"/>
                </a:tc>
                <a:tc>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CA5</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BLOM Bank</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Thomas</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9-0</a:t>
                      </a:r>
                    </a:p>
                  </a:txBody>
                  <a:tcPr marL="45720" marR="0" marT="0" marB="0" anchor="ctr"/>
                </a:tc>
                <a:tc>
                  <a:txBody>
                    <a:bodyPr/>
                    <a:lstStyle/>
                    <a:p>
                      <a:pPr algn="ctr" fontAlgn="b"/>
                      <a:r>
                        <a:rPr lang="en-US" sz="900" b="0" i="0" u="none" strike="noStrike" dirty="0">
                          <a:solidFill>
                            <a:srgbClr val="000000"/>
                          </a:solidFill>
                          <a:effectLst/>
                          <a:latin typeface="MULISH BLACK ROMAN"/>
                        </a:rPr>
                        <a:t>95d</a:t>
                      </a:r>
                    </a:p>
                  </a:txBody>
                  <a:tcPr marL="9525" marR="9525" marT="9525" marB="0" anchor="b"/>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R</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CA2</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Catholic Charities</a:t>
                      </a:r>
                    </a:p>
                  </a:txBody>
                  <a:tcPr marL="45720" marR="0" marT="0" marB="0" anchor="ctr"/>
                </a:tc>
                <a:tc>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gridSpan="2">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i="0" dirty="0">
                          <a:effectLst/>
                          <a:latin typeface="MULISH REGULAR ROMAN" pitchFamily="2" charset="77"/>
                        </a:rPr>
                        <a:t>SCWI</a:t>
                      </a:r>
                    </a:p>
                  </a:txBody>
                  <a:tcPr marL="45720" marR="0" marT="0" marB="0" anchor="ctr"/>
                </a:tc>
                <a:extLst>
                  <a:ext uri="{0D108BD9-81ED-4DB2-BD59-A6C34878D82A}">
                    <a16:rowId xmlns:a16="http://schemas.microsoft.com/office/drawing/2014/main" val="10020"/>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McLaughlin</a:t>
                      </a:r>
                    </a:p>
                  </a:txBody>
                  <a:tcPr marL="45720" marR="0" marT="0" marB="0" anchor="ctr"/>
                </a:tc>
                <a:tc>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CA9</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Smith &amp; Wesson</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Kagan</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9-0</a:t>
                      </a:r>
                    </a:p>
                  </a:txBody>
                  <a:tcPr marL="45720" marR="0" marT="0" marB="0" anchor="ctr"/>
                </a:tc>
                <a:tc>
                  <a:txBody>
                    <a:bodyPr/>
                    <a:lstStyle/>
                    <a:p>
                      <a:pPr algn="ctr" fontAlgn="b"/>
                      <a:r>
                        <a:rPr lang="en-US" sz="900" b="0" i="0" u="none" strike="noStrike" dirty="0">
                          <a:solidFill>
                            <a:srgbClr val="000000"/>
                          </a:solidFill>
                          <a:effectLst/>
                          <a:latin typeface="MULISH BLACK ROMAN"/>
                        </a:rPr>
                        <a:t>94d</a:t>
                      </a:r>
                    </a:p>
                  </a:txBody>
                  <a:tcPr marL="9525" marR="9525" marT="9525" marB="0" anchor="b"/>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R</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CA1</a:t>
                      </a:r>
                    </a:p>
                  </a:txBody>
                  <a:tcPr marL="45720" marR="0" marT="0" marB="0" anchor="ctr"/>
                </a:tc>
                <a:tc>
                  <a:txBody>
                    <a:bodyPr/>
                    <a:lstStyle/>
                    <a:p>
                      <a:pPr marL="0" algn="l" rtl="0" eaLnBrk="1" fontAlgn="auto" latinLnBrk="0" hangingPunct="1">
                        <a:spcBef>
                          <a:spcPts val="0"/>
                        </a:spcBef>
                        <a:spcAft>
                          <a:spcPts val="0"/>
                        </a:spcAft>
                      </a:pPr>
                      <a:r>
                        <a:rPr lang="en-US" sz="900" i="1" strike="noStrike" dirty="0">
                          <a:effectLst/>
                          <a:latin typeface="MULISH REGULAR ROMAN" pitchFamily="2" charset="77"/>
                        </a:rPr>
                        <a:t>Rivers</a:t>
                      </a:r>
                    </a:p>
                  </a:txBody>
                  <a:tcPr marL="45720" marR="0" marT="0" marB="0" anchor="ctr"/>
                </a:tc>
                <a:tc>
                  <a:txBody>
                    <a:bodyPr/>
                    <a:lstStyle/>
                    <a:p>
                      <a:pPr marL="0" algn="l" rtl="0" eaLnBrk="1" fontAlgn="auto" latinLnBrk="0" hangingPunct="1">
                        <a:spcBef>
                          <a:spcPts val="0"/>
                        </a:spcBef>
                        <a:spcAft>
                          <a:spcPts val="0"/>
                        </a:spcAft>
                      </a:pPr>
                      <a:endParaRPr lang="en-US" sz="900" i="0" strike="noStrike" dirty="0">
                        <a:effectLst/>
                        <a:latin typeface="MULISH REGULAR ROMAN" pitchFamily="2" charset="77"/>
                      </a:endParaRPr>
                    </a:p>
                  </a:txBody>
                  <a:tcPr marL="45720" marR="0" marT="0" marB="0" anchor="ctr"/>
                </a:tc>
                <a:tc gridSpan="2">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tc hMerge="1">
                  <a:txBody>
                    <a:bodyPr/>
                    <a:lstStyle/>
                    <a:p>
                      <a:pPr marL="0" lvl="0" algn="l" rtl="0">
                        <a:spcBef>
                          <a:spcPts val="0"/>
                        </a:spcBef>
                        <a:spcAft>
                          <a:spcPts val="0"/>
                        </a:spcAft>
                        <a:buNone/>
                      </a:pPr>
                      <a:endParaRPr lang="en-US" sz="900" strike="sngStrike"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i="0" strike="noStrike" dirty="0">
                          <a:effectLst/>
                          <a:latin typeface="MULISH REGULAR ROMAN" pitchFamily="2" charset="77"/>
                        </a:rPr>
                        <a:t>CA5</a:t>
                      </a:r>
                    </a:p>
                  </a:txBody>
                  <a:tcPr marL="45720" marR="0" marT="0" marB="0" anchor="ctr"/>
                </a:tc>
                <a:extLst>
                  <a:ext uri="{0D108BD9-81ED-4DB2-BD59-A6C34878D82A}">
                    <a16:rowId xmlns:a16="http://schemas.microsoft.com/office/drawing/2014/main" val="3298440266"/>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Barnes</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Kagan</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9-0</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114d</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V</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CA5</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NRC</a:t>
                      </a: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CA5</a:t>
                      </a:r>
                    </a:p>
                  </a:txBody>
                  <a:tcPr marL="45720" marR="0" marT="0" marB="0" anchor="ctr"/>
                </a:tc>
                <a:tc>
                  <a:txBody>
                    <a:bodyPr/>
                    <a:lstStyle/>
                    <a:p>
                      <a:pPr marL="0" algn="l" rtl="0" eaLnBrk="1" fontAlgn="auto" latinLnBrk="0" hangingPunct="1">
                        <a:spcBef>
                          <a:spcPts val="0"/>
                        </a:spcBef>
                        <a:spcAft>
                          <a:spcPts val="0"/>
                        </a:spcAft>
                      </a:pPr>
                      <a:r>
                        <a:rPr lang="en-US" sz="900" i="1" strike="noStrike" dirty="0">
                          <a:effectLst/>
                          <a:latin typeface="MULISH REGULAR ROMAN" pitchFamily="2" charset="77"/>
                        </a:rPr>
                        <a:t>Fuld</a:t>
                      </a:r>
                    </a:p>
                  </a:txBody>
                  <a:tcPr marL="45720" marR="0" marT="0" marB="0" anchor="ctr"/>
                </a:tc>
                <a:tc>
                  <a:txBody>
                    <a:bodyPr/>
                    <a:lstStyle/>
                    <a:p>
                      <a:pPr marL="0" algn="l" rtl="0" eaLnBrk="1" fontAlgn="auto" latinLnBrk="0" hangingPunct="1">
                        <a:spcBef>
                          <a:spcPts val="0"/>
                        </a:spcBef>
                        <a:spcAft>
                          <a:spcPts val="0"/>
                        </a:spcAft>
                      </a:pPr>
                      <a:endParaRPr lang="en-US" sz="900" i="0" strike="noStrike" dirty="0">
                        <a:effectLst/>
                        <a:latin typeface="MULISH REGULAR ROMAN" pitchFamily="2" charset="77"/>
                      </a:endParaRPr>
                    </a:p>
                  </a:txBody>
                  <a:tcPr marL="45720" marR="0" marT="0" marB="0" anchor="ctr"/>
                </a:tc>
                <a:tc gridSpan="2">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tc hMerge="1">
                  <a:txBody>
                    <a:bodyPr/>
                    <a:lstStyle/>
                    <a:p>
                      <a:endParaRPr lang="en-US"/>
                    </a:p>
                  </a:txBody>
                  <a:tcPr/>
                </a:tc>
                <a:tc>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i="0" strike="noStrike" dirty="0">
                          <a:effectLst/>
                          <a:latin typeface="MULISH REGULAR ROMAN" pitchFamily="2" charset="77"/>
                        </a:rPr>
                        <a:t>CA2</a:t>
                      </a:r>
                    </a:p>
                  </a:txBody>
                  <a:tcPr marL="45720" marR="0" marT="0" marB="0" anchor="ctr"/>
                </a:tc>
                <a:extLst>
                  <a:ext uri="{0D108BD9-81ED-4DB2-BD59-A6C34878D82A}">
                    <a16:rowId xmlns:a16="http://schemas.microsoft.com/office/drawing/2014/main" val="1759733757"/>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Cunningham</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Sotomayor</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9-0</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86d</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R</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CA2</a:t>
                      </a: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r>
                        <a:rPr lang="en-US" sz="900" i="1" strike="noStrike" dirty="0">
                          <a:effectLst/>
                          <a:latin typeface="MULISH REGULAR ROMAN" pitchFamily="2" charset="77"/>
                        </a:rPr>
                        <a:t>Medina</a:t>
                      </a:r>
                    </a:p>
                  </a:txBody>
                  <a:tcPr marL="45720" marR="0" marT="0" marB="0" anchor="ctr"/>
                </a:tc>
                <a:tc>
                  <a:txBody>
                    <a:bodyPr/>
                    <a:lstStyle/>
                    <a:p>
                      <a:pPr marL="0" algn="l" rtl="0" eaLnBrk="1" fontAlgn="auto" latinLnBrk="0" hangingPunct="1">
                        <a:spcBef>
                          <a:spcPts val="0"/>
                        </a:spcBef>
                        <a:spcAft>
                          <a:spcPts val="0"/>
                        </a:spcAft>
                      </a:pPr>
                      <a:endParaRPr lang="en-US" sz="900" i="0" strike="noStrike" dirty="0">
                        <a:effectLst/>
                        <a:latin typeface="MULISH REGULAR ROMAN" pitchFamily="2" charset="77"/>
                      </a:endParaRPr>
                    </a:p>
                  </a:txBody>
                  <a:tcPr marL="45720" marR="0" marT="0" marB="0" anchor="ctr"/>
                </a:tc>
                <a:tc gridSpan="2">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tc hMerge="1">
                  <a:txBody>
                    <a:bodyPr/>
                    <a:lstStyle/>
                    <a:p>
                      <a:endParaRPr lang="en-US"/>
                    </a:p>
                  </a:txBody>
                  <a:tcPr/>
                </a:tc>
                <a:tc>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i="0" strike="noStrike" dirty="0">
                          <a:effectLst/>
                          <a:latin typeface="MULISH REGULAR ROMAN" pitchFamily="2" charset="77"/>
                        </a:rPr>
                        <a:t>CA4</a:t>
                      </a:r>
                    </a:p>
                  </a:txBody>
                  <a:tcPr marL="45720" marR="0" marT="0" marB="0" anchor="ctr"/>
                </a:tc>
                <a:extLst>
                  <a:ext uri="{0D108BD9-81ED-4DB2-BD59-A6C34878D82A}">
                    <a16:rowId xmlns:a16="http://schemas.microsoft.com/office/drawing/2014/main" val="780180043"/>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TikTok</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PC</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PC</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8d</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A</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CADC</a:t>
                      </a: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1" strike="noStrike"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strike="noStrike" dirty="0">
                        <a:effectLst/>
                        <a:latin typeface="MULISH REGULAR ROMAN" pitchFamily="2" charset="77"/>
                      </a:endParaRPr>
                    </a:p>
                  </a:txBody>
                  <a:tcPr marL="45720" marR="0" marT="0" marB="0" anchor="ctr"/>
                </a:tc>
                <a:tc gridSpan="2">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tc hMerge="1">
                  <a:txBody>
                    <a:bodyPr/>
                    <a:lstStyle/>
                    <a:p>
                      <a:endParaRPr lang="en-US"/>
                    </a:p>
                  </a:txBody>
                  <a:tcPr/>
                </a:tc>
                <a:tc>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extLst>
                  <a:ext uri="{0D108BD9-81ED-4DB2-BD59-A6C34878D82A}">
                    <a16:rowId xmlns:a16="http://schemas.microsoft.com/office/drawing/2014/main" val="901939924"/>
                  </a:ext>
                </a:extLst>
              </a:tr>
              <a:tr h="162876">
                <a:tc>
                  <a:txBody>
                    <a:bodyPr/>
                    <a:lstStyle/>
                    <a:p>
                      <a:pPr marL="0" algn="l" rtl="0" eaLnBrk="1" fontAlgn="base"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1" strike="sngStrike"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strike="sngStrike" dirty="0">
                        <a:effectLst/>
                        <a:latin typeface="MULISH REGULAR ROMAN" pitchFamily="2" charset="77"/>
                      </a:endParaRPr>
                    </a:p>
                  </a:txBody>
                  <a:tcPr marL="45720" marR="0" marT="0" marB="0" anchor="ctr"/>
                </a:tc>
                <a:tc gridSpan="2">
                  <a:txBody>
                    <a:bodyPr/>
                    <a:lstStyle/>
                    <a:p>
                      <a:pPr marL="0" lvl="0" algn="l" rtl="0">
                        <a:spcBef>
                          <a:spcPts val="0"/>
                        </a:spcBef>
                        <a:spcAft>
                          <a:spcPts val="0"/>
                        </a:spcAft>
                        <a:buNone/>
                      </a:pPr>
                      <a:endParaRPr lang="en-US" sz="900" i="0" strike="sngStrike" dirty="0">
                        <a:effectLst/>
                        <a:latin typeface="MULISH REGULAR ROMAN" pitchFamily="2" charset="77"/>
                      </a:endParaRPr>
                    </a:p>
                  </a:txBody>
                  <a:tcPr marL="45720" marR="0" marT="0" marB="0" anchor="ctr"/>
                </a:tc>
                <a:tc hMerge="1">
                  <a:txBody>
                    <a:bodyPr/>
                    <a:lstStyle/>
                    <a:p>
                      <a:endParaRPr lang="en-US"/>
                    </a:p>
                  </a:txBody>
                  <a:tcPr/>
                </a:tc>
                <a:tc>
                  <a:txBody>
                    <a:bodyPr/>
                    <a:lstStyle/>
                    <a:p>
                      <a:pPr marL="0" lvl="0" algn="l" rtl="0">
                        <a:spcBef>
                          <a:spcPts val="0"/>
                        </a:spcBef>
                        <a:spcAft>
                          <a:spcPts val="0"/>
                        </a:spcAft>
                        <a:buNone/>
                      </a:pPr>
                      <a:endParaRPr lang="en-US" sz="900" i="0" strike="sngStrike"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strike="sngStrike"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strike="sngStrike" dirty="0">
                        <a:effectLst/>
                        <a:latin typeface="MULISH REGULAR ROMAN" pitchFamily="2" charset="77"/>
                      </a:endParaRPr>
                    </a:p>
                  </a:txBody>
                  <a:tcPr marL="45720" marR="0" marT="0" marB="0" anchor="ctr"/>
                </a:tc>
                <a:extLst>
                  <a:ext uri="{0D108BD9-81ED-4DB2-BD59-A6C34878D82A}">
                    <a16:rowId xmlns:a16="http://schemas.microsoft.com/office/drawing/2014/main" val="4265705402"/>
                  </a:ext>
                </a:extLst>
              </a:tr>
              <a:tr h="244314">
                <a:tc gridSpan="6">
                  <a:txBody>
                    <a:bodyPr/>
                    <a:lstStyle/>
                    <a:p>
                      <a:pPr marL="0" algn="l" rtl="0" eaLnBrk="1" fontAlgn="base" latinLnBrk="0" hangingPunct="1">
                        <a:spcBef>
                          <a:spcPts val="0"/>
                        </a:spcBef>
                        <a:spcAft>
                          <a:spcPts val="0"/>
                        </a:spcAft>
                      </a:pPr>
                      <a:r>
                        <a:rPr lang="en-US" sz="1200" b="1" kern="1200" dirty="0">
                          <a:solidFill>
                            <a:schemeClr val="tx1"/>
                          </a:solidFill>
                          <a:effectLst/>
                          <a:latin typeface="MULISH REGULAR ROMAN" pitchFamily="2" charset="77"/>
                          <a:ea typeface="+mn-ea"/>
                          <a:cs typeface="+mn-cs"/>
                        </a:rPr>
                        <a:t>April-May Sittings</a:t>
                      </a:r>
                    </a:p>
                  </a:txBody>
                  <a:tcPr marL="45720" marR="0" marT="0" marB="0" anchor="ct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gridSpan="6">
                  <a:txBody>
                    <a:bodyPr/>
                    <a:lstStyle/>
                    <a:p>
                      <a:pPr marL="0" algn="l" defTabSz="914400" rtl="0" eaLnBrk="1" fontAlgn="base" latinLnBrk="0" hangingPunct="1">
                        <a:spcBef>
                          <a:spcPts val="0"/>
                        </a:spcBef>
                        <a:spcAft>
                          <a:spcPts val="0"/>
                        </a:spcAft>
                      </a:pPr>
                      <a:r>
                        <a:rPr lang="en-US" sz="1200" b="1" kern="1200" dirty="0">
                          <a:solidFill>
                            <a:schemeClr val="tx1"/>
                          </a:solidFill>
                          <a:effectLst/>
                          <a:latin typeface="MULISH REGULAR ROMAN" pitchFamily="2" charset="77"/>
                          <a:ea typeface="+mn-ea"/>
                          <a:cs typeface="+mn-cs"/>
                        </a:rPr>
                        <a:t>No Argument</a:t>
                      </a:r>
                    </a:p>
                  </a:txBody>
                  <a:tcPr marL="45720" marR="0" marT="0" marB="0" anchor="ct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gridSpan="7">
                  <a:txBody>
                    <a:bodyPr/>
                    <a:lstStyle/>
                    <a:p>
                      <a:pPr marL="0" algn="l" defTabSz="914400" rtl="0" eaLnBrk="1" fontAlgn="base" latinLnBrk="0" hangingPunct="1">
                        <a:spcBef>
                          <a:spcPts val="0"/>
                        </a:spcBef>
                        <a:spcAft>
                          <a:spcPts val="0"/>
                        </a:spcAft>
                      </a:pPr>
                      <a:r>
                        <a:rPr lang="en-US" sz="1200" b="1" kern="1200" dirty="0">
                          <a:solidFill>
                            <a:schemeClr val="tx1"/>
                          </a:solidFill>
                          <a:effectLst/>
                          <a:latin typeface="MULISH REGULAR ROMAN" pitchFamily="2" charset="77"/>
                          <a:ea typeface="+mn-ea"/>
                          <a:cs typeface="+mn-cs"/>
                        </a:rPr>
                        <a:t>Totals</a:t>
                      </a:r>
                    </a:p>
                  </a:txBody>
                  <a:tcPr marL="45720" marR="0" marT="0" marB="0" anchor="ct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27"/>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Kennedy</a:t>
                      </a:r>
                    </a:p>
                  </a:txBody>
                  <a:tcPr marL="45720" marR="0" marT="0" marB="0" anchor="ctr"/>
                </a:tc>
                <a:tc>
                  <a:txBody>
                    <a:bodyPr/>
                    <a:lstStyle/>
                    <a:p>
                      <a:pPr marL="0" algn="l" rtl="0" eaLnBrk="1" fontAlgn="base"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CA5</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Hamm</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PC</a:t>
                      </a: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PC</a:t>
                      </a:r>
                    </a:p>
                  </a:txBody>
                  <a:tcPr marL="45720" marR="0" marT="0" marB="0" anchor="ctr"/>
                </a:tc>
                <a:tc>
                  <a:txBody>
                    <a:bodyPr/>
                    <a:lstStyle/>
                    <a:p>
                      <a:pPr marL="0" algn="l" rtl="0" eaLnBrk="1" fontAlgn="base"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V</a:t>
                      </a: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CA11</a:t>
                      </a:r>
                    </a:p>
                  </a:txBody>
                  <a:tcPr marL="45720" marR="0" marT="0" marB="0" anchor="ctr"/>
                </a:tc>
                <a:tc gridSpan="3">
                  <a:txBody>
                    <a:bodyPr/>
                    <a:lstStyle/>
                    <a:p>
                      <a:pPr marL="0" lvl="0" algn="l" rtl="0">
                        <a:spcBef>
                          <a:spcPts val="0"/>
                        </a:spcBef>
                        <a:spcAft>
                          <a:spcPts val="0"/>
                        </a:spcAft>
                        <a:buNone/>
                      </a:pPr>
                      <a:r>
                        <a:rPr lang="en-US" sz="900" dirty="0">
                          <a:effectLst/>
                          <a:latin typeface="MULISH REGULAR ROMAN" pitchFamily="2" charset="77"/>
                        </a:rPr>
                        <a:t>Opinions on the Merits Docket – Signed</a:t>
                      </a:r>
                    </a:p>
                  </a:txBody>
                  <a:tcPr marL="45720" marR="0" marT="0" marB="0" anchor="ctr"/>
                </a:tc>
                <a:tc hMerge="1">
                  <a:txBody>
                    <a:bodyPr/>
                    <a:lstStyle/>
                    <a:p>
                      <a:endParaRPr lang="en-US"/>
                    </a:p>
                  </a:txBody>
                  <a:tcPr/>
                </a:tc>
                <a:tc hMerge="1">
                  <a:txBody>
                    <a:bodyPr/>
                    <a:lstStyle/>
                    <a:p>
                      <a:pPr marL="0" algn="l" rtl="0" eaLnBrk="1" fontAlgn="base" latinLnBrk="0" hangingPunct="1">
                        <a:spcBef>
                          <a:spcPts val="0"/>
                        </a:spcBef>
                        <a:spcAft>
                          <a:spcPts val="0"/>
                        </a:spcAft>
                      </a:pPr>
                      <a:r>
                        <a:rPr lang="en-US" sz="900" b="0" dirty="0">
                          <a:effectLst/>
                          <a:latin typeface="MULISH REGULAR ROMAN" pitchFamily="2" charset="77"/>
                        </a:rPr>
                        <a:t>+34</a:t>
                      </a:r>
                    </a:p>
                  </a:txBody>
                  <a:tcPr marL="45720" marR="0" marT="0" marB="0" anchor="ctr"/>
                </a:tc>
                <a:tc gridSpan="4">
                  <a:txBody>
                    <a:bodyPr/>
                    <a:lstStyle/>
                    <a:p>
                      <a:pPr algn="l"/>
                      <a:r>
                        <a:rPr lang="en-US" sz="900" b="0" dirty="0">
                          <a:effectLst/>
                          <a:latin typeface="MULISH REGULAR ROMAN" pitchFamily="2" charset="77"/>
                        </a:rPr>
                        <a:t>#</a:t>
                      </a:r>
                      <a:endParaRPr lang="en-US" dirty="0"/>
                    </a:p>
                  </a:txBody>
                  <a:tcPr marL="45720" marR="0" marT="0" marB="0" anchor="ctr"/>
                </a:tc>
                <a:tc hMerge="1">
                  <a:txBody>
                    <a:bodyPr/>
                    <a:lstStyle/>
                    <a:p>
                      <a:endParaRPr lang="en-US"/>
                    </a:p>
                  </a:txBody>
                  <a:tcPr/>
                </a:tc>
                <a:tc hMerge="1">
                  <a:txBody>
                    <a:bodyPr/>
                    <a:lstStyle/>
                    <a:p>
                      <a:endParaRPr lang="en-US"/>
                    </a:p>
                  </a:txBody>
                  <a:tcPr/>
                </a:tc>
                <a:tc hMerge="1">
                  <a:txBody>
                    <a:bodyPr/>
                    <a:lstStyle/>
                    <a:p>
                      <a:endParaRPr lang="en-US"/>
                    </a:p>
                  </a:txBody>
                  <a:tcPr marL="45720" marR="0" marT="0" marB="0" anchor="ctr"/>
                </a:tc>
                <a:extLst>
                  <a:ext uri="{0D108BD9-81ED-4DB2-BD59-A6C34878D82A}">
                    <a16:rowId xmlns:a16="http://schemas.microsoft.com/office/drawing/2014/main" val="10028"/>
                  </a:ext>
                </a:extLst>
              </a:tr>
              <a:tr h="162876">
                <a:tc>
                  <a:txBody>
                    <a:bodyPr/>
                    <a:lstStyle/>
                    <a:p>
                      <a:pPr marL="0" algn="l" rtl="0" eaLnBrk="1" fontAlgn="base" latinLnBrk="0" hangingPunct="1">
                        <a:spcBef>
                          <a:spcPts val="0"/>
                        </a:spcBef>
                        <a:spcAft>
                          <a:spcPts val="0"/>
                        </a:spcAft>
                      </a:pPr>
                      <a:r>
                        <a:rPr lang="en-US" sz="900" i="1" strike="noStrike" baseline="0" dirty="0">
                          <a:effectLst/>
                          <a:latin typeface="MULISH REGULAR ROMAN" pitchFamily="2" charset="77"/>
                        </a:rPr>
                        <a:t>Parrish</a:t>
                      </a:r>
                    </a:p>
                  </a:txBody>
                  <a:tcPr marL="45720" marR="0" marT="0" marB="0" anchor="ctr"/>
                </a:tc>
                <a:tc>
                  <a:txBody>
                    <a:bodyPr/>
                    <a:lstStyle/>
                    <a:p>
                      <a:pPr marL="0" algn="l" rtl="0" eaLnBrk="1" fontAlgn="base" latinLnBrk="0" hangingPunct="1">
                        <a:spcBef>
                          <a:spcPts val="0"/>
                        </a:spcBef>
                        <a:spcAft>
                          <a:spcPts val="0"/>
                        </a:spcAft>
                      </a:pPr>
                      <a:endParaRPr lang="en-US" sz="900" i="1" strike="noStrike" baseline="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CA4</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Andrew</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PC</a:t>
                      </a: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PC</a:t>
                      </a:r>
                    </a:p>
                  </a:txBody>
                  <a:tcPr marL="45720" marR="0" marT="0" marB="0" anchor="ctr"/>
                </a:tc>
                <a:tc>
                  <a:txBody>
                    <a:bodyPr/>
                    <a:lstStyle/>
                    <a:p>
                      <a:pPr marL="0" algn="l" rtl="0" eaLnBrk="1" fontAlgn="base"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V</a:t>
                      </a: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CA10</a:t>
                      </a:r>
                    </a:p>
                  </a:txBody>
                  <a:tcPr marL="45720" marR="0" marT="0" marB="0" anchor="ctr"/>
                </a:tc>
                <a:tc gridSpan="3">
                  <a:txBody>
                    <a:bodyPr/>
                    <a:lstStyle/>
                    <a:p>
                      <a:pPr marL="0" lvl="0" algn="l" rtl="0">
                        <a:spcBef>
                          <a:spcPts val="0"/>
                        </a:spcBef>
                        <a:spcAft>
                          <a:spcPts val="0"/>
                        </a:spcAft>
                        <a:buNone/>
                      </a:pPr>
                      <a:r>
                        <a:rPr lang="en-US" sz="900" dirty="0">
                          <a:effectLst/>
                          <a:latin typeface="MULISH REGULAR ROMAN" pitchFamily="2" charset="77"/>
                        </a:rPr>
                        <a:t>Opinions on the Merits Docket – Per Curiam</a:t>
                      </a:r>
                    </a:p>
                  </a:txBody>
                  <a:tcPr marL="45720" marR="0" marT="0" marB="0" anchor="ctr"/>
                </a:tc>
                <a:tc hMerge="1">
                  <a:txBody>
                    <a:bodyPr/>
                    <a:lstStyle/>
                    <a:p>
                      <a:endParaRPr lang="en-US"/>
                    </a:p>
                  </a:txBody>
                  <a:tcPr/>
                </a:tc>
                <a:tc hMerge="1">
                  <a:txBody>
                    <a:bodyPr/>
                    <a:lstStyle/>
                    <a:p>
                      <a:pPr marL="0" lvl="0" algn="l" rtl="0" eaLnBrk="1" fontAlgn="base" latinLnBrk="0" hangingPunct="1">
                        <a:spcBef>
                          <a:spcPts val="0"/>
                        </a:spcBef>
                        <a:spcAft>
                          <a:spcPts val="0"/>
                        </a:spcAft>
                        <a:buNone/>
                      </a:pPr>
                      <a:r>
                        <a:rPr lang="en-US" sz="900" i="0" dirty="0">
                          <a:effectLst/>
                          <a:latin typeface="MULISH REGULAR ROMAN" pitchFamily="2" charset="77"/>
                        </a:rPr>
                        <a:t>+2</a:t>
                      </a:r>
                    </a:p>
                  </a:txBody>
                  <a:tcPr marL="45720" marR="0" marT="0" marB="0" anchor="ctr"/>
                </a:tc>
                <a:tc gridSpan="4">
                  <a:txBody>
                    <a:bodyPr/>
                    <a:lstStyle/>
                    <a:p>
                      <a:pPr algn="l"/>
                      <a:r>
                        <a:rPr lang="en-US" sz="900" i="0" dirty="0">
                          <a:effectLst/>
                          <a:latin typeface="MULISH REGULAR ROMAN" pitchFamily="2" charset="77"/>
                        </a:rPr>
                        <a:t>#</a:t>
                      </a:r>
                      <a:endParaRPr lang="en-US" dirty="0"/>
                    </a:p>
                  </a:txBody>
                  <a:tcPr marL="45720" marR="0" marT="0" marB="0" anchor="ctr"/>
                </a:tc>
                <a:tc hMerge="1">
                  <a:txBody>
                    <a:bodyPr/>
                    <a:lstStyle/>
                    <a:p>
                      <a:endParaRPr lang="en-US"/>
                    </a:p>
                  </a:txBody>
                  <a:tcPr/>
                </a:tc>
                <a:tc hMerge="1">
                  <a:txBody>
                    <a:bodyPr/>
                    <a:lstStyle/>
                    <a:p>
                      <a:endParaRPr lang="en-US"/>
                    </a:p>
                  </a:txBody>
                  <a:tcPr marL="45720" marR="0" marT="0" marB="0" anchor="ctr"/>
                </a:tc>
                <a:tc hMerge="1">
                  <a:txBody>
                    <a:bodyPr/>
                    <a:lstStyle/>
                    <a:p>
                      <a:endParaRPr lang="en-US"/>
                    </a:p>
                  </a:txBody>
                  <a:tcPr marL="45720" marR="0" marT="0" marB="0" anchor="ctr"/>
                </a:tc>
                <a:extLst>
                  <a:ext uri="{0D108BD9-81ED-4DB2-BD59-A6C34878D82A}">
                    <a16:rowId xmlns:a16="http://schemas.microsoft.com/office/drawing/2014/main" val="10029"/>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Mahmoud</a:t>
                      </a:r>
                    </a:p>
                  </a:txBody>
                  <a:tcPr marL="45720" marR="0" marT="0" marB="0" anchor="ctr"/>
                </a:tc>
                <a:tc>
                  <a:txBody>
                    <a:bodyPr/>
                    <a:lstStyle/>
                    <a:p>
                      <a:pPr marL="0" algn="l" rtl="0" eaLnBrk="1" fontAlgn="base"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CA4</a:t>
                      </a:r>
                    </a:p>
                  </a:txBody>
                  <a:tcPr marL="45720" marR="0" marT="0" marB="0" anchor="ctr"/>
                </a:tc>
                <a:tc>
                  <a:txBody>
                    <a:bodyPr/>
                    <a:lstStyle/>
                    <a:p>
                      <a:pPr marL="0" algn="l" rtl="0" eaLnBrk="1" fontAlgn="auto" latinLnBrk="0" hangingPunct="1">
                        <a:spcBef>
                          <a:spcPts val="0"/>
                        </a:spcBef>
                        <a:spcAft>
                          <a:spcPts val="0"/>
                        </a:spcAft>
                      </a:pPr>
                      <a:r>
                        <a:rPr lang="en-US" sz="900" i="1" dirty="0">
                          <a:effectLst/>
                          <a:latin typeface="MULISH REGULAR ROMAN" pitchFamily="2" charset="77"/>
                        </a:rPr>
                        <a:t>DOE v. CA</a:t>
                      </a:r>
                    </a:p>
                  </a:txBody>
                  <a:tcPr marL="45720" marR="0" marT="0" marB="0" anchor="ctr"/>
                </a:tc>
                <a:tc>
                  <a:txBody>
                    <a:bodyPr/>
                    <a:lstStyle/>
                    <a:p>
                      <a:pPr marL="0" algn="l" rtl="0" eaLnBrk="1" fontAlgn="auto" latinLnBrk="0" hangingPunct="1">
                        <a:spcBef>
                          <a:spcPts val="0"/>
                        </a:spcBef>
                        <a:spcAft>
                          <a:spcPts val="0"/>
                        </a:spcAft>
                      </a:pPr>
                      <a:r>
                        <a:rPr lang="en-US" sz="900" i="1" dirty="0">
                          <a:effectLst/>
                          <a:latin typeface="MULISH REGULAR ROMAN" pitchFamily="2" charset="77"/>
                        </a:rPr>
                        <a:t>PC</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5-4</a:t>
                      </a: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G</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DCMA</a:t>
                      </a:r>
                    </a:p>
                  </a:txBody>
                  <a:tcPr marL="45720" marR="0" marT="0" marB="0" anchor="ctr"/>
                </a:tc>
                <a:tc gridSpan="3">
                  <a:txBody>
                    <a:bodyPr/>
                    <a:lstStyle/>
                    <a:p>
                      <a:pPr marL="0" lvl="0" algn="l" rtl="0">
                        <a:spcBef>
                          <a:spcPts val="0"/>
                        </a:spcBef>
                        <a:spcAft>
                          <a:spcPts val="0"/>
                        </a:spcAft>
                        <a:buNone/>
                      </a:pPr>
                      <a:r>
                        <a:rPr lang="en-US" sz="900" dirty="0">
                          <a:effectLst/>
                          <a:latin typeface="MULISH REGULAR ROMAN" pitchFamily="2" charset="77"/>
                        </a:rPr>
                        <a:t>Opinions on the Shadow Docket</a:t>
                      </a:r>
                    </a:p>
                  </a:txBody>
                  <a:tcPr marL="45720" marR="0" marT="0" marB="0" anchor="ctr"/>
                </a:tc>
                <a:tc hMerge="1">
                  <a:txBody>
                    <a:bodyPr/>
                    <a:lstStyle/>
                    <a:p>
                      <a:endParaRPr lang="en-US"/>
                    </a:p>
                  </a:txBody>
                  <a:tcPr/>
                </a:tc>
                <a:tc hMerge="1">
                  <a:txBody>
                    <a:bodyPr/>
                    <a:lstStyle/>
                    <a:p>
                      <a:pPr marL="0" algn="l" rtl="0" eaLnBrk="1" fontAlgn="base" latinLnBrk="0" hangingPunct="1">
                        <a:spcBef>
                          <a:spcPts val="0"/>
                        </a:spcBef>
                        <a:spcAft>
                          <a:spcPts val="0"/>
                        </a:spcAft>
                      </a:pPr>
                      <a:r>
                        <a:rPr lang="en-US" sz="900" kern="1200" dirty="0">
                          <a:effectLst/>
                          <a:latin typeface="MULISH REGULAR ROMAN" pitchFamily="2" charset="77"/>
                        </a:rPr>
                        <a:t>+7</a:t>
                      </a:r>
                    </a:p>
                  </a:txBody>
                  <a:tcPr marL="45720" marR="0" marT="0" marB="0" anchor="ctr">
                    <a:lnR>
                      <a:noFill/>
                    </a:lnR>
                    <a:lnB w="12700" cap="flat" cmpd="sng" algn="ctr">
                      <a:solidFill>
                        <a:schemeClr val="tx1"/>
                      </a:solidFill>
                      <a:prstDash val="solid"/>
                      <a:round/>
                      <a:headEnd type="none" w="med" len="med"/>
                      <a:tailEnd type="none" w="med" len="med"/>
                    </a:lnB>
                  </a:tcPr>
                </a:tc>
                <a:tc>
                  <a:txBody>
                    <a:bodyPr/>
                    <a:lstStyle/>
                    <a:p>
                      <a:pPr marL="0" algn="l" rtl="0" eaLnBrk="1" fontAlgn="base" latinLnBrk="0" hangingPunct="1">
                        <a:spcBef>
                          <a:spcPts val="0"/>
                        </a:spcBef>
                        <a:spcAft>
                          <a:spcPts val="0"/>
                        </a:spcAft>
                      </a:pPr>
                      <a:r>
                        <a:rPr lang="en-US" sz="900" kern="1200" dirty="0">
                          <a:effectLst/>
                          <a:latin typeface="MULISH REGULAR ROMAN" pitchFamily="2" charset="77"/>
                        </a:rPr>
                        <a:t>#</a:t>
                      </a:r>
                    </a:p>
                  </a:txBody>
                  <a:tcPr marL="45720" marR="0" marT="0" marB="0" anchor="ctr">
                    <a:lnR>
                      <a:noFill/>
                    </a:lnR>
                    <a:lnB w="12700" cap="flat" cmpd="sng" algn="ctr">
                      <a:solidFill>
                        <a:schemeClr val="tx1"/>
                      </a:solidFill>
                      <a:prstDash val="solid"/>
                      <a:round/>
                      <a:headEnd type="none" w="med" len="med"/>
                      <a:tailEnd type="none" w="med" len="med"/>
                    </a:lnB>
                  </a:tcPr>
                </a:tc>
                <a:tc gridSpan="3">
                  <a:txBody>
                    <a:bodyPr/>
                    <a:lstStyle/>
                    <a:p>
                      <a:endParaRPr lang="en-US" sz="900" dirty="0">
                        <a:latin typeface="MULISH REGULAR ROMAN" pitchFamily="2" charset="77"/>
                      </a:endParaRPr>
                    </a:p>
                  </a:txBody>
                  <a:tcPr marL="45720" marR="0" marT="0" marB="0" anchor="ctr">
                    <a:lnL>
                      <a:noFill/>
                    </a:lnL>
                    <a:lnR>
                      <a:noFill/>
                    </a:lnR>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hMerge="1">
                  <a:txBody>
                    <a:bodyPr/>
                    <a:lstStyle/>
                    <a:p>
                      <a:endParaRPr lang="en-US"/>
                    </a:p>
                  </a:txBody>
                  <a:tcPr marL="45720" marR="0" marT="0" marB="0" anchor="ctr">
                    <a:lnL>
                      <a:noFill/>
                    </a:lnL>
                  </a:tcPr>
                </a:tc>
                <a:tc hMerge="1">
                  <a:txBody>
                    <a:bodyPr/>
                    <a:lstStyle/>
                    <a:p>
                      <a:endParaRPr lang="en-US"/>
                    </a:p>
                  </a:txBody>
                  <a:tcPr marL="45720" marR="0" marT="0" marB="0" anchor="ctr"/>
                </a:tc>
                <a:extLst>
                  <a:ext uri="{0D108BD9-81ED-4DB2-BD59-A6C34878D82A}">
                    <a16:rowId xmlns:a16="http://schemas.microsoft.com/office/drawing/2014/main" val="10030"/>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Cir</a:t>
                      </a:r>
                    </a:p>
                  </a:txBody>
                  <a:tcPr marL="45720" marR="0" marT="0" marB="0" anchor="ctr"/>
                </a:tc>
                <a:tc>
                  <a:txBody>
                    <a:bodyPr/>
                    <a:lstStyle/>
                    <a:p>
                      <a:pPr marL="0" algn="l" rtl="0" eaLnBrk="1" fontAlgn="base"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CA3</a:t>
                      </a:r>
                    </a:p>
                  </a:txBody>
                  <a:tcPr marL="45720" marR="0" marT="0" marB="0" anchor="ctr"/>
                </a:tc>
                <a:tc>
                  <a:txBody>
                    <a:bodyPr/>
                    <a:lstStyle/>
                    <a:p>
                      <a:pPr marL="0" algn="l" rtl="0" eaLnBrk="1" fontAlgn="auto" latinLnBrk="0" hangingPunct="1">
                        <a:spcBef>
                          <a:spcPts val="0"/>
                        </a:spcBef>
                        <a:spcAft>
                          <a:spcPts val="0"/>
                        </a:spcAft>
                      </a:pPr>
                      <a:r>
                        <a:rPr lang="en-US" sz="900" i="1" dirty="0">
                          <a:effectLst/>
                          <a:latin typeface="MULISH REGULAR ROMAN" pitchFamily="2" charset="77"/>
                        </a:rPr>
                        <a:t>Trump v. J.G.G.</a:t>
                      </a:r>
                    </a:p>
                  </a:txBody>
                  <a:tcPr marL="45720" marR="0" marT="0" marB="0" anchor="ctr"/>
                </a:tc>
                <a:tc>
                  <a:txBody>
                    <a:bodyPr/>
                    <a:lstStyle/>
                    <a:p>
                      <a:pPr marL="0" algn="l" rtl="0" eaLnBrk="1" fontAlgn="auto" latinLnBrk="0" hangingPunct="1">
                        <a:spcBef>
                          <a:spcPts val="0"/>
                        </a:spcBef>
                        <a:spcAft>
                          <a:spcPts val="0"/>
                        </a:spcAft>
                      </a:pPr>
                      <a:r>
                        <a:rPr lang="en-US" sz="900" i="1" dirty="0">
                          <a:effectLst/>
                          <a:latin typeface="MULISH REGULAR ROMAN" pitchFamily="2" charset="77"/>
                        </a:rPr>
                        <a:t>PC</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5-4</a:t>
                      </a: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G</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DCDC</a:t>
                      </a:r>
                    </a:p>
                  </a:txBody>
                  <a:tcPr marL="45720" marR="0" marT="0" marB="0" anchor="ctr"/>
                </a:tc>
                <a:tc gridSpan="3">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lnR w="12700" cap="flat" cmpd="sng" algn="ctr">
                      <a:solidFill>
                        <a:schemeClr val="tx1"/>
                      </a:solidFill>
                      <a:prstDash val="solid"/>
                      <a:round/>
                      <a:headEnd type="none" w="med" len="med"/>
                      <a:tailEnd type="none" w="med" len="med"/>
                    </a:lnR>
                  </a:tcPr>
                </a:tc>
                <a:tc hMerge="1">
                  <a:txBody>
                    <a:bodyPr/>
                    <a:lstStyle/>
                    <a:p>
                      <a:endParaRPr lang="en-US"/>
                    </a:p>
                  </a:txBody>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900" b="1" i="0" kern="1200" dirty="0">
                          <a:effectLst/>
                          <a:latin typeface="MULISH BOLD ROMAN" pitchFamily="2" charset="77"/>
                        </a:rPr>
                        <a:t>43</a:t>
                      </a:r>
                    </a:p>
                  </a:txBody>
                  <a:tcPr marL="45720" marR="0" marT="0" marB="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900" b="1" i="0" kern="1200" dirty="0">
                          <a:effectLst/>
                          <a:latin typeface="MULISH BOLD ROMAN" pitchFamily="2" charset="77"/>
                        </a:rPr>
                        <a:t>#</a:t>
                      </a:r>
                    </a:p>
                  </a:txBody>
                  <a:tcPr marL="45720" marR="0" marT="0" marB="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gridSpan="3">
                  <a:txBody>
                    <a:bodyPr/>
                    <a:lstStyle/>
                    <a:p>
                      <a:pPr algn="l"/>
                      <a:r>
                        <a:rPr lang="en-US" sz="900" b="1" i="0" dirty="0">
                          <a:latin typeface="MULISH BOLD ROMAN" pitchFamily="2" charset="77"/>
                        </a:rPr>
                        <a:t>Total opinions released</a:t>
                      </a:r>
                    </a:p>
                  </a:txBody>
                  <a:tcPr marL="45720" marR="0" marT="0" marB="0"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hMerge="1">
                  <a:txBody>
                    <a:bodyPr/>
                    <a:lstStyle/>
                    <a:p>
                      <a:endParaRPr lang="en-US"/>
                    </a:p>
                  </a:txBody>
                  <a:tcPr marL="45720" marR="0" marT="0" marB="0" anchor="ctr">
                    <a:lnL w="12700" cap="flat" cmpd="sng" algn="ctr">
                      <a:solidFill>
                        <a:schemeClr val="tx1"/>
                      </a:solidFill>
                      <a:prstDash val="solid"/>
                      <a:round/>
                      <a:headEnd type="none" w="med" len="med"/>
                      <a:tailEnd type="none" w="med" len="med"/>
                    </a:lnL>
                  </a:tcPr>
                </a:tc>
                <a:tc hMerge="1">
                  <a:txBody>
                    <a:bodyPr/>
                    <a:lstStyle/>
                    <a:p>
                      <a:endParaRPr lang="en-US"/>
                    </a:p>
                  </a:txBody>
                  <a:tcPr marL="45720" marR="0" marT="0" marB="0" anchor="ctr"/>
                </a:tc>
                <a:extLst>
                  <a:ext uri="{0D108BD9-81ED-4DB2-BD59-A6C34878D82A}">
                    <a16:rowId xmlns:a16="http://schemas.microsoft.com/office/drawing/2014/main" val="10031"/>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Diamond</a:t>
                      </a:r>
                    </a:p>
                  </a:txBody>
                  <a:tcPr marL="45720" marR="0" marT="0" marB="0" anchor="ctr"/>
                </a:tc>
                <a:tc>
                  <a:txBody>
                    <a:bodyPr/>
                    <a:lstStyle/>
                    <a:p>
                      <a:pPr marL="0" algn="l" rtl="0" eaLnBrk="1" fontAlgn="base"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CADC</a:t>
                      </a:r>
                    </a:p>
                  </a:txBody>
                  <a:tcPr marL="45720" marR="0" marT="0" marB="0" anchor="ctr"/>
                </a:tc>
                <a:tc>
                  <a:txBody>
                    <a:bodyPr/>
                    <a:lstStyle/>
                    <a:p>
                      <a:pPr marL="0" algn="l" rtl="0" eaLnBrk="1" fontAlgn="auto" latinLnBrk="0" hangingPunct="1">
                        <a:spcBef>
                          <a:spcPts val="0"/>
                        </a:spcBef>
                        <a:spcAft>
                          <a:spcPts val="0"/>
                        </a:spcAft>
                      </a:pPr>
                      <a:r>
                        <a:rPr lang="en-US" sz="900" i="1" dirty="0">
                          <a:effectLst/>
                          <a:latin typeface="MULISH REGULAR ROMAN" pitchFamily="2" charset="77"/>
                        </a:rPr>
                        <a:t>A.A.R.P v. Trump</a:t>
                      </a:r>
                    </a:p>
                  </a:txBody>
                  <a:tcPr marL="45720" marR="0" marT="0" marB="0" anchor="ctr"/>
                </a:tc>
                <a:tc>
                  <a:txBody>
                    <a:bodyPr/>
                    <a:lstStyle/>
                    <a:p>
                      <a:pPr marL="0" algn="l" rtl="0" eaLnBrk="1" fontAlgn="auto" latinLnBrk="0" hangingPunct="1">
                        <a:spcBef>
                          <a:spcPts val="0"/>
                        </a:spcBef>
                        <a:spcAft>
                          <a:spcPts val="0"/>
                        </a:spcAft>
                      </a:pPr>
                      <a:r>
                        <a:rPr lang="en-US" sz="900" i="1" dirty="0">
                          <a:effectLst/>
                          <a:latin typeface="MULISH REGULAR ROMAN" pitchFamily="2" charset="77"/>
                        </a:rPr>
                        <a:t>PC</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7-2</a:t>
                      </a: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G</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CA5</a:t>
                      </a:r>
                    </a:p>
                  </a:txBody>
                  <a:tcPr marL="45720" marR="0" marT="0" marB="0" anchor="ctr"/>
                </a:tc>
                <a:tc gridSpan="3">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hMerge="1">
                  <a:txBody>
                    <a:bodyPr/>
                    <a:lstStyle/>
                    <a:p>
                      <a:endParaRPr lang="en-US"/>
                    </a:p>
                  </a:txBody>
                  <a:tcPr/>
                </a:tc>
                <a:tc hMerge="1">
                  <a:txBody>
                    <a:bodyPr/>
                    <a:lstStyle/>
                    <a:p>
                      <a:endParaRPr lang="en-US"/>
                    </a:p>
                  </a:txBody>
                  <a:tcPr>
                    <a:lnT w="12700" cap="flat" cmpd="sng" algn="ctr">
                      <a:solidFill>
                        <a:schemeClr val="tx1"/>
                      </a:solidFill>
                      <a:prstDash val="solid"/>
                      <a:round/>
                      <a:headEnd type="none" w="med" len="med"/>
                      <a:tailEnd type="none" w="med" len="med"/>
                    </a:lnT>
                  </a:tcPr>
                </a:tc>
                <a:tc gridSpan="4">
                  <a:txBody>
                    <a:bodyPr/>
                    <a:lstStyle/>
                    <a:p>
                      <a:pPr algn="l"/>
                      <a:endParaRPr lang="en-US" sz="800" dirty="0">
                        <a:latin typeface="MULISH REGULAR ROMAN" pitchFamily="2" charset="77"/>
                      </a:endParaRPr>
                    </a:p>
                  </a:txBody>
                  <a:tcPr marL="45720" marR="0" marT="0" marB="0" anchor="ct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2738805768"/>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A.J.T.</a:t>
                      </a:r>
                    </a:p>
                  </a:txBody>
                  <a:tcPr marL="45720" marR="0" marT="0" marB="0" anchor="ctr"/>
                </a:tc>
                <a:tc>
                  <a:txBody>
                    <a:bodyPr/>
                    <a:lstStyle/>
                    <a:p>
                      <a:pPr marL="0" algn="l" rtl="0" eaLnBrk="1" fontAlgn="base"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CA8</a:t>
                      </a:r>
                    </a:p>
                  </a:txBody>
                  <a:tcPr marL="45720" marR="0" marT="0" marB="0" anchor="ctr"/>
                </a:tc>
                <a:tc>
                  <a:txBody>
                    <a:bodyPr/>
                    <a:lstStyle/>
                    <a:p>
                      <a:pPr marL="0" algn="l" rtl="0" eaLnBrk="1" fontAlgn="auto"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gridSpan="3">
                  <a:txBody>
                    <a:bodyPr/>
                    <a:lstStyle/>
                    <a:p>
                      <a:pPr marL="0" lvl="0" algn="l" rtl="0">
                        <a:spcBef>
                          <a:spcPts val="0"/>
                        </a:spcBef>
                        <a:spcAft>
                          <a:spcPts val="0"/>
                        </a:spcAft>
                        <a:buNone/>
                      </a:pPr>
                      <a:r>
                        <a:rPr lang="en-US" sz="900" dirty="0">
                          <a:effectLst/>
                          <a:latin typeface="MULISH REGULAR ROMAN" pitchFamily="2" charset="77"/>
                        </a:rPr>
                        <a:t>Cases Granted for Argument</a:t>
                      </a:r>
                    </a:p>
                  </a:txBody>
                  <a:tcPr marL="45720" marR="0" marT="0" marB="0" anchor="ctr">
                    <a:lnR>
                      <a:noFill/>
                    </a:lnR>
                  </a:tcPr>
                </a:tc>
                <a:tc hMerge="1">
                  <a:txBody>
                    <a:bodyPr/>
                    <a:lstStyle/>
                    <a:p>
                      <a:endParaRPr lang="en-US"/>
                    </a:p>
                  </a:txBody>
                  <a:tcPr/>
                </a:tc>
                <a:tc hMerge="1">
                  <a:txBody>
                    <a:bodyPr/>
                    <a:lstStyle/>
                    <a:p>
                      <a:pPr marL="0" algn="l" rtl="0" eaLnBrk="1" fontAlgn="auto" latinLnBrk="0" hangingPunct="1">
                        <a:spcBef>
                          <a:spcPts val="0"/>
                        </a:spcBef>
                        <a:spcAft>
                          <a:spcPts val="0"/>
                        </a:spcAft>
                      </a:pPr>
                      <a:r>
                        <a:rPr lang="en-US" sz="900" dirty="0">
                          <a:effectLst/>
                          <a:latin typeface="MULISH REGULAR ROMAN" pitchFamily="2" charset="77"/>
                        </a:rPr>
                        <a:t>+62</a:t>
                      </a:r>
                    </a:p>
                  </a:txBody>
                  <a:tcPr marL="45720" marR="0" marT="0" marB="0" anchor="ctr">
                    <a:lnL>
                      <a:noFill/>
                    </a:lnL>
                  </a:tcPr>
                </a:tc>
                <a:tc gridSpan="4">
                  <a:txBody>
                    <a:bodyPr/>
                    <a:lstStyle/>
                    <a:p>
                      <a:pPr algn="l"/>
                      <a:r>
                        <a:rPr lang="en-US" sz="900" dirty="0">
                          <a:effectLst/>
                          <a:latin typeface="MULISH REGULAR ROMAN" pitchFamily="2" charset="77"/>
                        </a:rPr>
                        <a:t>#</a:t>
                      </a:r>
                      <a:endParaRPr lang="en-US" dirty="0"/>
                    </a:p>
                  </a:txBody>
                  <a:tcPr marL="45720" marR="0" marT="0" marB="0"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tcPr>
                </a:tc>
                <a:tc hMerge="1">
                  <a:txBody>
                    <a:bodyPr/>
                    <a:lstStyle/>
                    <a:p>
                      <a:endParaRPr lang="en-US"/>
                    </a:p>
                  </a:txBody>
                  <a:tcPr/>
                </a:tc>
                <a:tc hMerge="1">
                  <a:txBody>
                    <a:bodyPr/>
                    <a:lstStyle/>
                    <a:p>
                      <a:endParaRPr lang="en-US"/>
                    </a:p>
                  </a:txBody>
                  <a:tcPr marL="45720" marR="0" marT="0" marB="0" anchor="ctr"/>
                </a:tc>
                <a:tc hMerge="1">
                  <a:txBody>
                    <a:bodyPr/>
                    <a:lstStyle/>
                    <a:p>
                      <a:endParaRPr lang="en-US"/>
                    </a:p>
                  </a:txBody>
                  <a:tcPr marL="45720" marR="0" marT="0" marB="0" anchor="ctr"/>
                </a:tc>
                <a:extLst>
                  <a:ext uri="{0D108BD9-81ED-4DB2-BD59-A6C34878D82A}">
                    <a16:rowId xmlns:a16="http://schemas.microsoft.com/office/drawing/2014/main" val="10032"/>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Soto</a:t>
                      </a:r>
                    </a:p>
                  </a:txBody>
                  <a:tcPr marL="45720" marR="0" marT="0" marB="0" anchor="ctr"/>
                </a:tc>
                <a:tc>
                  <a:txBody>
                    <a:bodyPr/>
                    <a:lstStyle/>
                    <a:p>
                      <a:pPr marL="0" algn="l" rtl="0" eaLnBrk="1" fontAlgn="base"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CAFED</a:t>
                      </a:r>
                    </a:p>
                  </a:txBody>
                  <a:tcPr marL="45720" marR="0" marT="0" marB="0" anchor="ctr"/>
                </a:tc>
                <a:tc>
                  <a:txBody>
                    <a:bodyPr/>
                    <a:lstStyle/>
                    <a:p>
                      <a:pPr marL="0" algn="l" rtl="0" eaLnBrk="1" fontAlgn="auto"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gridSpan="3">
                  <a:txBody>
                    <a:bodyPr/>
                    <a:lstStyle/>
                    <a:p>
                      <a:pPr marL="0" lvl="0" algn="l" rtl="0">
                        <a:spcBef>
                          <a:spcPts val="0"/>
                        </a:spcBef>
                        <a:spcAft>
                          <a:spcPts val="0"/>
                        </a:spcAft>
                        <a:buNone/>
                      </a:pPr>
                      <a:r>
                        <a:rPr lang="en-US" sz="900" dirty="0">
                          <a:effectLst/>
                          <a:latin typeface="MULISH REGULAR ROMAN" pitchFamily="2" charset="77"/>
                        </a:rPr>
                        <a:t>Cases Decided Without Argument</a:t>
                      </a:r>
                    </a:p>
                  </a:txBody>
                  <a:tcPr marL="45720" marR="0" marT="0" marB="0" anchor="ctr">
                    <a:lnR>
                      <a:noFill/>
                    </a:lnR>
                  </a:tcPr>
                </a:tc>
                <a:tc hMerge="1">
                  <a:txBody>
                    <a:bodyPr/>
                    <a:lstStyle/>
                    <a:p>
                      <a:endParaRPr lang="en-US"/>
                    </a:p>
                  </a:txBody>
                  <a:tcPr/>
                </a:tc>
                <a:tc hMerge="1">
                  <a:txBody>
                    <a:bodyPr/>
                    <a:lstStyle/>
                    <a:p>
                      <a:pPr marL="0" algn="l" rtl="0" eaLnBrk="1" fontAlgn="auto" latinLnBrk="0" hangingPunct="1">
                        <a:spcBef>
                          <a:spcPts val="0"/>
                        </a:spcBef>
                        <a:spcAft>
                          <a:spcPts val="0"/>
                        </a:spcAft>
                      </a:pPr>
                      <a:r>
                        <a:rPr lang="en-US" sz="900" dirty="0">
                          <a:effectLst/>
                          <a:latin typeface="MULISH REGULAR ROMAN" pitchFamily="2" charset="77"/>
                        </a:rPr>
                        <a:t>+7</a:t>
                      </a:r>
                    </a:p>
                  </a:txBody>
                  <a:tcPr marL="45720" marR="0" marT="0" marB="0" anchor="ctr">
                    <a:lnL>
                      <a:noFill/>
                    </a:lnL>
                  </a:tcPr>
                </a:tc>
                <a:tc>
                  <a:txBody>
                    <a:bodyPr/>
                    <a:lstStyle/>
                    <a:p>
                      <a:pPr marL="0" algn="l" rtl="0" eaLnBrk="1" fontAlgn="auto" latinLnBrk="0" hangingPunct="1">
                        <a:spcBef>
                          <a:spcPts val="0"/>
                        </a:spcBef>
                        <a:spcAft>
                          <a:spcPts val="0"/>
                        </a:spcAft>
                      </a:pPr>
                      <a:r>
                        <a:rPr lang="en-US" sz="900" dirty="0">
                          <a:effectLst/>
                          <a:latin typeface="MULISH REGULAR ROMAN" pitchFamily="2" charset="77"/>
                        </a:rPr>
                        <a:t>#</a:t>
                      </a:r>
                    </a:p>
                  </a:txBody>
                  <a:tcPr marL="45720" marR="0" marT="0" marB="0" anchor="ctr">
                    <a:lnL>
                      <a:noFill/>
                    </a:lnL>
                    <a:lnR>
                      <a:noFill/>
                    </a:lnR>
                    <a:lnT>
                      <a:noFill/>
                    </a:lnT>
                    <a:lnB>
                      <a:noFill/>
                    </a:lnB>
                    <a:lnTlToBr w="12700" cmpd="sng">
                      <a:noFill/>
                      <a:prstDash val="solid"/>
                    </a:lnTlToBr>
                    <a:lnBlToTr w="12700" cmpd="sng">
                      <a:noFill/>
                      <a:prstDash val="solid"/>
                    </a:lnBlToTr>
                  </a:tcPr>
                </a:tc>
                <a:tc gridSpan="2">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B>
                      <a:noFill/>
                    </a:lnB>
                    <a:lnTlToBr w="12700" cmpd="sng">
                      <a:noFill/>
                      <a:prstDash val="solid"/>
                    </a:lnTlToBr>
                    <a:lnBlToTr w="12700" cmpd="sng">
                      <a:noFill/>
                      <a:prstDash val="solid"/>
                    </a:lnBlToTr>
                  </a:tcPr>
                </a:tc>
                <a:tc hMerge="1">
                  <a:txBody>
                    <a:bodyPr/>
                    <a:lstStyle/>
                    <a:p>
                      <a:endParaRPr lang="en-US"/>
                    </a:p>
                  </a:txBody>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tcPr>
                </a:tc>
                <a:extLst>
                  <a:ext uri="{0D108BD9-81ED-4DB2-BD59-A6C34878D82A}">
                    <a16:rowId xmlns:a16="http://schemas.microsoft.com/office/drawing/2014/main" val="10033"/>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Martin</a:t>
                      </a:r>
                    </a:p>
                  </a:txBody>
                  <a:tcPr marL="45720" marR="0" marT="0" marB="0" anchor="ctr"/>
                </a:tc>
                <a:tc>
                  <a:txBody>
                    <a:bodyPr/>
                    <a:lstStyle/>
                    <a:p>
                      <a:pPr marL="0" algn="l" rtl="0" eaLnBrk="1" fontAlgn="base" latinLnBrk="0" hangingPunct="1">
                        <a:spcBef>
                          <a:spcPts val="0"/>
                        </a:spcBef>
                        <a:spcAft>
                          <a:spcPts val="0"/>
                        </a:spcAft>
                      </a:pPr>
                      <a:endParaRPr lang="en-US" sz="900" i="1" err="1">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CA11</a:t>
                      </a: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gridSpan="3">
                  <a:txBody>
                    <a:bodyPr/>
                    <a:lstStyle/>
                    <a:p>
                      <a:pPr marL="0" lvl="0" algn="l" rtl="0">
                        <a:spcBef>
                          <a:spcPts val="0"/>
                        </a:spcBef>
                        <a:spcAft>
                          <a:spcPts val="0"/>
                        </a:spcAft>
                        <a:buNone/>
                      </a:pPr>
                      <a:r>
                        <a:rPr lang="en-US" sz="900" dirty="0">
                          <a:effectLst/>
                          <a:latin typeface="MULISH REGULAR ROMAN" pitchFamily="2" charset="77"/>
                        </a:rPr>
                        <a:t>Cases Postponed Before Argument</a:t>
                      </a:r>
                    </a:p>
                  </a:txBody>
                  <a:tcPr marL="45720" marR="0" marT="0" marB="0" anchor="ctr">
                    <a:lnB>
                      <a:noFill/>
                    </a:lnB>
                  </a:tcPr>
                </a:tc>
                <a:tc hMerge="1">
                  <a:txBody>
                    <a:bodyPr/>
                    <a:lstStyle/>
                    <a:p>
                      <a:endParaRPr lang="en-US"/>
                    </a:p>
                  </a:txBody>
                  <a:tcPr/>
                </a:tc>
                <a:tc hMerge="1">
                  <a:txBody>
                    <a:bodyPr/>
                    <a:lstStyle/>
                    <a:p>
                      <a:pPr marL="0" algn="l" rtl="0" eaLnBrk="1" fontAlgn="auto" latinLnBrk="0" hangingPunct="1">
                        <a:spcBef>
                          <a:spcPts val="0"/>
                        </a:spcBef>
                        <a:spcAft>
                          <a:spcPts val="0"/>
                        </a:spcAft>
                      </a:pPr>
                      <a:r>
                        <a:rPr lang="en-US" sz="900" dirty="0">
                          <a:effectLst/>
                          <a:latin typeface="MULISH REGULAR ROMAN" pitchFamily="2" charset="77"/>
                        </a:rPr>
                        <a:t>-4</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a:t>
                      </a:r>
                    </a:p>
                  </a:txBody>
                  <a:tcPr marL="45720" marR="0" marT="0" marB="0" anchor="ctr">
                    <a:lnT>
                      <a:noFill/>
                    </a:lnT>
                  </a:tcPr>
                </a:tc>
                <a:tc gridSpan="2">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T>
                      <a:noFill/>
                    </a:lnT>
                  </a:tcPr>
                </a:tc>
                <a:tc hMerge="1">
                  <a:txBody>
                    <a:bodyPr/>
                    <a:lstStyle/>
                    <a:p>
                      <a:endParaRPr lang="en-US"/>
                    </a:p>
                  </a:txBody>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extLst>
                  <a:ext uri="{0D108BD9-81ED-4DB2-BD59-A6C34878D82A}">
                    <a16:rowId xmlns:a16="http://schemas.microsoft.com/office/drawing/2014/main" val="10034"/>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Laboratory Corp.</a:t>
                      </a:r>
                    </a:p>
                  </a:txBody>
                  <a:tcPr marL="45720" marR="0" marT="0" marB="0" anchor="ctr">
                    <a:lnB>
                      <a:noFill/>
                    </a:lnB>
                  </a:tcP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PC</a:t>
                      </a:r>
                    </a:p>
                  </a:txBody>
                  <a:tcPr marL="45720" marR="0" marT="0" marB="0" anchor="ctr">
                    <a:lnB>
                      <a:noFill/>
                    </a:lnB>
                  </a:tcPr>
                </a:tc>
                <a:tc>
                  <a:txBody>
                    <a:bodyPr/>
                    <a:lstStyle/>
                    <a:p>
                      <a:pPr marL="0" algn="l" rtl="0" eaLnBrk="1" fontAlgn="auto" latinLnBrk="0" hangingPunct="1">
                        <a:spcBef>
                          <a:spcPts val="0"/>
                        </a:spcBef>
                        <a:spcAft>
                          <a:spcPts val="0"/>
                        </a:spcAft>
                      </a:pPr>
                      <a:r>
                        <a:rPr lang="en-US" sz="900" dirty="0">
                          <a:effectLst/>
                          <a:latin typeface="MULISH REGULAR ROMAN" pitchFamily="2" charset="77"/>
                        </a:rPr>
                        <a:t>PC</a:t>
                      </a:r>
                    </a:p>
                  </a:txBody>
                  <a:tcPr marL="45720" marR="0" marT="0" marB="0" anchor="ctr">
                    <a:lnB>
                      <a:noFill/>
                    </a:lnB>
                  </a:tcPr>
                </a:tc>
                <a:tc>
                  <a:txBody>
                    <a:bodyPr/>
                    <a:lstStyle/>
                    <a:p>
                      <a:pPr marL="0" algn="l" rtl="0" eaLnBrk="1" fontAlgn="auto" latinLnBrk="0" hangingPunct="1">
                        <a:spcBef>
                          <a:spcPts val="0"/>
                        </a:spcBef>
                        <a:spcAft>
                          <a:spcPts val="0"/>
                        </a:spcAft>
                      </a:pPr>
                      <a:r>
                        <a:rPr lang="en-US" sz="900" dirty="0">
                          <a:effectLst/>
                          <a:latin typeface="MULISH REGULAR ROMAN" pitchFamily="2" charset="77"/>
                        </a:rPr>
                        <a:t>38d</a:t>
                      </a:r>
                    </a:p>
                  </a:txBody>
                  <a:tcPr marL="45720" marR="0" marT="0" marB="0" anchor="ctr">
                    <a:lnB>
                      <a:noFill/>
                    </a:lnB>
                  </a:tcPr>
                </a:tc>
                <a:tc>
                  <a:txBody>
                    <a:bodyPr/>
                    <a:lstStyle/>
                    <a:p>
                      <a:pPr marL="0" algn="l" rtl="0" eaLnBrk="1" fontAlgn="auto" latinLnBrk="0" hangingPunct="1">
                        <a:spcBef>
                          <a:spcPts val="0"/>
                        </a:spcBef>
                        <a:spcAft>
                          <a:spcPts val="0"/>
                        </a:spcAft>
                      </a:pPr>
                      <a:r>
                        <a:rPr lang="en-US" sz="900" dirty="0">
                          <a:effectLst/>
                          <a:latin typeface="MULISH REGULAR ROMAN" pitchFamily="2" charset="77"/>
                        </a:rPr>
                        <a:t>DIG</a:t>
                      </a:r>
                    </a:p>
                  </a:txBody>
                  <a:tcPr marL="45720" marR="0" marT="0" marB="0" anchor="ctr">
                    <a:lnB>
                      <a:noFill/>
                    </a:lnB>
                  </a:tcP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CA9</a:t>
                      </a:r>
                    </a:p>
                  </a:txBody>
                  <a:tcPr marL="45720" marR="0" marT="0" marB="0" anchor="ctr">
                    <a:lnB>
                      <a:noFill/>
                    </a:lnB>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B>
                      <a:noFill/>
                    </a:lnB>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B>
                      <a:noFill/>
                    </a:lnB>
                  </a:tcP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lnB>
                      <a:noFill/>
                    </a:lnB>
                  </a:tcP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lnB>
                      <a:noFill/>
                    </a:lnB>
                  </a:tcP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lnB>
                      <a:noFill/>
                    </a:lnB>
                  </a:tcP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lnR>
                      <a:noFill/>
                    </a:lnR>
                    <a:lnB>
                      <a:noFill/>
                    </a:lnB>
                  </a:tcPr>
                </a:tc>
                <a:tc gridSpan="3">
                  <a:txBody>
                    <a:bodyPr/>
                    <a:lstStyle/>
                    <a:p>
                      <a:pPr marL="0" lvl="0" algn="l" rtl="0">
                        <a:spcBef>
                          <a:spcPts val="0"/>
                        </a:spcBef>
                        <a:spcAft>
                          <a:spcPts val="0"/>
                        </a:spcAft>
                        <a:buNone/>
                      </a:pPr>
                      <a:r>
                        <a:rPr lang="en-US" sz="900" dirty="0">
                          <a:effectLst/>
                          <a:latin typeface="MULISH REGULAR ROMAN" pitchFamily="2" charset="77"/>
                        </a:rPr>
                        <a:t>Cases Dismissed After Argument</a:t>
                      </a:r>
                    </a:p>
                  </a:txBody>
                  <a:tcPr marL="45720" marR="0" marT="0" marB="0" anchor="ctr">
                    <a:lnL>
                      <a:noFill/>
                    </a:lnL>
                    <a:lnR>
                      <a:noFill/>
                    </a:lnR>
                    <a:lnT>
                      <a:noFill/>
                    </a:lnT>
                    <a:lnB w="12700" cap="flat" cmpd="sng" algn="ctr">
                      <a:noFill/>
                      <a:prstDash val="solid"/>
                      <a:round/>
                      <a:headEnd type="none" w="med" len="med"/>
                      <a:tailEnd type="none" w="med" len="med"/>
                    </a:lnB>
                    <a:lnTlToBr w="12700" cmpd="sng">
                      <a:noFill/>
                      <a:prstDash val="solid"/>
                    </a:lnTlToBr>
                    <a:lnBlToTr w="12700" cmpd="sng">
                      <a:noFill/>
                      <a:prstDash val="solid"/>
                    </a:lnBlToTr>
                  </a:tcPr>
                </a:tc>
                <a:tc hMerge="1">
                  <a:txBody>
                    <a:bodyPr/>
                    <a:lstStyle/>
                    <a:p>
                      <a:endParaRPr lang="en-US"/>
                    </a:p>
                  </a:txBody>
                  <a:tcPr/>
                </a:tc>
                <a:tc hMerge="1">
                  <a:txBody>
                    <a:bodyPr/>
                    <a:lstStyle/>
                    <a:p>
                      <a:pPr marL="0" algn="l" rtl="0" eaLnBrk="1" fontAlgn="auto" latinLnBrk="0" hangingPunct="1">
                        <a:spcBef>
                          <a:spcPts val="0"/>
                        </a:spcBef>
                        <a:spcAft>
                          <a:spcPts val="0"/>
                        </a:spcAft>
                      </a:pPr>
                      <a:r>
                        <a:rPr lang="en-US" sz="900" dirty="0">
                          <a:effectLst/>
                          <a:latin typeface="MULISH REGULAR ROMAN" pitchFamily="2" charset="77"/>
                        </a:rPr>
                        <a:t>-1</a:t>
                      </a:r>
                    </a:p>
                  </a:txBody>
                  <a:tcPr marL="45720" marR="0" marT="0" marB="0" anchor="ctr">
                    <a:lnL>
                      <a:noFill/>
                    </a:lnL>
                    <a:lnB w="12700" cap="flat" cmpd="sng" algn="ctr">
                      <a:solidFill>
                        <a:schemeClr val="tx1"/>
                      </a:solidFill>
                      <a:prstDash val="solid"/>
                      <a:round/>
                      <a:headEnd type="none" w="med" len="med"/>
                      <a:tailEnd type="none" w="med" len="med"/>
                    </a:lnB>
                  </a:tcPr>
                </a:tc>
                <a:tc>
                  <a:txBody>
                    <a:bodyPr/>
                    <a:lstStyle/>
                    <a:p>
                      <a:pPr marL="0" algn="l" rtl="0" eaLnBrk="1" fontAlgn="auto" latinLnBrk="0" hangingPunct="1">
                        <a:spcBef>
                          <a:spcPts val="0"/>
                        </a:spcBef>
                        <a:spcAft>
                          <a:spcPts val="0"/>
                        </a:spcAft>
                      </a:pPr>
                      <a:r>
                        <a:rPr lang="en-US" sz="900" dirty="0">
                          <a:effectLst/>
                          <a:latin typeface="MULISH REGULAR ROMAN" pitchFamily="2" charset="77"/>
                        </a:rPr>
                        <a:t>(#)</a:t>
                      </a:r>
                    </a:p>
                  </a:txBody>
                  <a:tcPr marL="45720" marR="0" marT="0" marB="0" anchor="ctr">
                    <a:lnL>
                      <a:noFill/>
                    </a:lnL>
                    <a:lnB w="12700" cap="flat" cmpd="sng" algn="ctr">
                      <a:solidFill>
                        <a:schemeClr val="tx1"/>
                      </a:solidFill>
                      <a:prstDash val="solid"/>
                      <a:round/>
                      <a:headEnd type="none" w="med" len="med"/>
                      <a:tailEnd type="none" w="med" len="med"/>
                    </a:lnB>
                  </a:tcPr>
                </a:tc>
                <a:tc gridSpan="2">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B w="12700" cap="flat" cmpd="sng" algn="ctr">
                      <a:solidFill>
                        <a:schemeClr val="tx1"/>
                      </a:solidFill>
                      <a:prstDash val="solid"/>
                      <a:round/>
                      <a:headEnd type="none" w="med" len="med"/>
                      <a:tailEnd type="none" w="med" len="med"/>
                    </a:lnB>
                  </a:tcPr>
                </a:tc>
                <a:tc hMerge="1">
                  <a:txBody>
                    <a:bodyPr/>
                    <a:lstStyle/>
                    <a:p>
                      <a:endParaRPr lang="en-US"/>
                    </a:p>
                  </a:txBody>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60772720"/>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Drummond</a:t>
                      </a: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a:effectLst/>
                          <a:latin typeface="MULISH REGULAR ROMAN" pitchFamily="2" charset="77"/>
                        </a:rPr>
                        <a:t>PC</a:t>
                      </a:r>
                      <a:endParaRPr lang="en-US" sz="900" i="1"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pitchFamily="2" charset="77"/>
                        </a:rPr>
                        <a:t>4-4</a:t>
                      </a: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pitchFamily="2" charset="77"/>
                        </a:rPr>
                        <a:t>22d</a:t>
                      </a: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pitchFamily="2" charset="77"/>
                        </a:rPr>
                        <a:t>A</a:t>
                      </a: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pitchFamily="2" charset="77"/>
                        </a:rPr>
                        <a:t>SCOK</a:t>
                      </a: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gridSpan="3">
                  <a:txBody>
                    <a:bodyPr/>
                    <a:lstStyle/>
                    <a:p>
                      <a:pPr marL="0" lvl="0" algn="l" rtl="0">
                        <a:spcBef>
                          <a:spcPts val="0"/>
                        </a:spcBef>
                        <a:spcAft>
                          <a:spcPts val="0"/>
                        </a:spcAft>
                        <a:buNone/>
                      </a:pPr>
                      <a:endParaRPr lang="en-US" sz="900" b="1" i="0" dirty="0">
                        <a:effectLst/>
                        <a:latin typeface="MULISH BOLD ROMAN" pitchFamily="2" charset="77"/>
                      </a:endParaRPr>
                    </a:p>
                  </a:txBody>
                  <a:tcPr marL="45720" marR="0" marT="0" marB="0" anchor="ctr">
                    <a:lnL>
                      <a:noFill/>
                    </a:lnL>
                    <a:lnR w="12700" cap="flat" cmpd="sng" algn="ctr">
                      <a:solidFill>
                        <a:schemeClr val="tx1"/>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hMerge="1">
                  <a:txBody>
                    <a:bodyPr/>
                    <a:lstStyle/>
                    <a:p>
                      <a:endParaRPr lang="en-US"/>
                    </a:p>
                  </a:txBody>
                  <a:tcPr/>
                </a:tc>
                <a:tc hMerge="1">
                  <a:txBody>
                    <a:bodyPr/>
                    <a:lstStyle/>
                    <a:p>
                      <a:pPr marL="0" algn="l" rtl="0" eaLnBrk="1" fontAlgn="auto" latinLnBrk="0" hangingPunct="1">
                        <a:spcBef>
                          <a:spcPts val="0"/>
                        </a:spcBef>
                        <a:spcAft>
                          <a:spcPts val="0"/>
                        </a:spcAft>
                      </a:pPr>
                      <a:r>
                        <a:rPr lang="en-US" sz="900" b="1" i="0" dirty="0">
                          <a:effectLst/>
                          <a:latin typeface="MULISH BOLD ROMAN" pitchFamily="2" charset="77"/>
                        </a:rPr>
                        <a:t>64</a:t>
                      </a:r>
                    </a:p>
                  </a:txBody>
                  <a:tcPr marL="45720" marR="0" marT="0" marB="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b="1" i="0" dirty="0">
                          <a:effectLst/>
                          <a:latin typeface="MULISH BOLD ROMAN" pitchFamily="2" charset="77"/>
                        </a:rPr>
                        <a:t>#</a:t>
                      </a:r>
                    </a:p>
                  </a:txBody>
                  <a:tcPr marL="45720" marR="0" marT="0" marB="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gridSpan="3">
                  <a:txBody>
                    <a:bodyPr/>
                    <a:lstStyle/>
                    <a:p>
                      <a:pPr marL="0" algn="l" rtl="0" eaLnBrk="1" fontAlgn="auto" latinLnBrk="0" hangingPunct="1">
                        <a:spcBef>
                          <a:spcPts val="0"/>
                        </a:spcBef>
                        <a:spcAft>
                          <a:spcPts val="0"/>
                        </a:spcAft>
                      </a:pPr>
                      <a:r>
                        <a:rPr lang="en-US" sz="900" b="1" i="0" dirty="0">
                          <a:effectLst/>
                          <a:latin typeface="MULISH BOLD ROMAN" pitchFamily="2" charset="77"/>
                        </a:rPr>
                        <a:t>Total opinions expected</a:t>
                      </a:r>
                    </a:p>
                  </a:txBody>
                  <a:tcPr marL="45720" marR="0" marT="0" marB="0"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hMerge="1">
                  <a:txBody>
                    <a:bodyPr/>
                    <a:lstStyle/>
                    <a:p>
                      <a:endParaRPr lang="en-US"/>
                    </a:p>
                  </a:txBody>
                  <a:tcPr>
                    <a:lnL w="12700" cap="flat" cmpd="sng" algn="ctr">
                      <a:solidFill>
                        <a:schemeClr val="tx1"/>
                      </a:solidFill>
                      <a:prstDash val="solid"/>
                      <a:round/>
                      <a:headEnd type="none" w="med" len="med"/>
                      <a:tailEnd type="none" w="med" len="med"/>
                    </a:lnL>
                  </a:tcPr>
                </a:tc>
                <a:tc hMerge="1">
                  <a:txBody>
                    <a:bodyPr/>
                    <a:lstStyle/>
                    <a:p>
                      <a:pPr marL="0" algn="l" rtl="0" eaLnBrk="1" fontAlgn="auto" latinLnBrk="0" hangingPunct="1">
                        <a:spcBef>
                          <a:spcPts val="0"/>
                        </a:spcBef>
                        <a:spcAft>
                          <a:spcPts val="0"/>
                        </a:spcAft>
                      </a:pPr>
                      <a:endParaRPr lang="en-US" sz="800" dirty="0">
                        <a:effectLst/>
                        <a:latin typeface="MULISH REGULAR ROMAN" pitchFamily="2" charset="77"/>
                      </a:endParaRPr>
                    </a:p>
                  </a:txBody>
                  <a:tcPr marL="45720" marR="0" marT="0" marB="0" anchor="ctr"/>
                </a:tc>
                <a:extLst>
                  <a:ext uri="{0D108BD9-81ED-4DB2-BD59-A6C34878D82A}">
                    <a16:rowId xmlns:a16="http://schemas.microsoft.com/office/drawing/2014/main" val="3067803215"/>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Trump v. CASA</a:t>
                      </a: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endParaRPr lang="en-US" dirty="0"/>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CA4</a:t>
                      </a: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gridSpan="3">
                  <a:txBody>
                    <a:bodyPr/>
                    <a:lstStyle/>
                    <a:p>
                      <a:pPr marL="0" lvl="0" algn="l" rtl="0">
                        <a:spcBef>
                          <a:spcPts val="0"/>
                        </a:spcBef>
                        <a:spcAft>
                          <a:spcPts val="0"/>
                        </a:spcAft>
                        <a:buNone/>
                      </a:pPr>
                      <a:endParaRPr lang="en-US" sz="900" b="1" i="0" dirty="0">
                        <a:effectLst/>
                        <a:latin typeface="MULISH BOLD ROMAN" pitchFamily="2" charset="77"/>
                      </a:endParaRPr>
                    </a:p>
                  </a:txBody>
                  <a:tcPr marL="45720" marR="0" marT="0" marB="0" anchor="ctr">
                    <a:lnL>
                      <a:noFill/>
                    </a:lnL>
                    <a:lnR w="12700" cap="flat" cmpd="sng" algn="ctr">
                      <a:solidFill>
                        <a:schemeClr val="tx1"/>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hMerge="1">
                  <a:txBody>
                    <a:bodyPr/>
                    <a:lstStyle/>
                    <a:p>
                      <a:endParaRPr lang="en-US"/>
                    </a:p>
                  </a:txBody>
                  <a:tcPr/>
                </a:tc>
                <a:tc hMerge="1">
                  <a:txBody>
                    <a:bodyPr/>
                    <a:lstStyle/>
                    <a:p>
                      <a:endParaRPr lang="en-US"/>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tcPr>
                </a:tc>
                <a:tc>
                  <a:txBody>
                    <a:bodyPr/>
                    <a:lstStyle/>
                    <a:p>
                      <a:pPr marL="0" algn="l" rtl="0" eaLnBrk="1" fontAlgn="auto" latinLnBrk="0" hangingPunct="1">
                        <a:spcBef>
                          <a:spcPts val="0"/>
                        </a:spcBef>
                        <a:spcAft>
                          <a:spcPts val="0"/>
                        </a:spcAft>
                      </a:pPr>
                      <a:endParaRPr lang="en-US" sz="900" b="1" i="0" dirty="0">
                        <a:effectLst/>
                        <a:latin typeface="MULISH BOLD ROMAN" pitchFamily="2" charset="77"/>
                      </a:endParaRPr>
                    </a:p>
                  </a:txBody>
                  <a:tcPr marL="45720" marR="0" marT="0" marB="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gridSpan="3">
                  <a:txBody>
                    <a:bodyPr/>
                    <a:lstStyle/>
                    <a:p>
                      <a:pPr marL="0" algn="l" rtl="0" eaLnBrk="1" fontAlgn="auto" latinLnBrk="0" hangingPunct="1">
                        <a:spcBef>
                          <a:spcPts val="0"/>
                        </a:spcBef>
                        <a:spcAft>
                          <a:spcPts val="0"/>
                        </a:spcAft>
                      </a:pPr>
                      <a:endParaRPr lang="en-US" sz="900" b="1" i="0" dirty="0">
                        <a:effectLst/>
                        <a:latin typeface="MULISH BOLD ROMAN" pitchFamily="2" charset="77"/>
                      </a:endParaRPr>
                    </a:p>
                  </a:txBody>
                  <a:tcPr marL="45720" marR="0" marT="0" marB="0"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502371092"/>
                  </a:ext>
                </a:extLst>
              </a:tr>
            </a:tbl>
          </a:graphicData>
        </a:graphic>
      </p:graphicFrame>
      <p:sp>
        <p:nvSpPr>
          <p:cNvPr id="3" name="Slide Number Placeholder 2">
            <a:extLst>
              <a:ext uri="{FF2B5EF4-FFF2-40B4-BE49-F238E27FC236}">
                <a16:creationId xmlns:a16="http://schemas.microsoft.com/office/drawing/2014/main" id="{E7F8BED9-8304-8F33-176F-3D1C79BF7F0E}"/>
              </a:ext>
            </a:extLst>
          </p:cNvPr>
          <p:cNvSpPr>
            <a:spLocks noGrp="1"/>
          </p:cNvSpPr>
          <p:nvPr>
            <p:ph type="sldNum" sz="quarter" idx="12"/>
          </p:nvPr>
        </p:nvSpPr>
        <p:spPr>
          <a:xfrm>
            <a:off x="9448800" y="6492875"/>
            <a:ext cx="2743200" cy="365125"/>
          </a:xfrm>
        </p:spPr>
        <p:txBody>
          <a:bodyPr/>
          <a:lstStyle/>
          <a:p>
            <a:fld id="{5E212BD6-99D2-4430-8307-3DFF6CB1AF68}" type="slidenum">
              <a:rPr lang="en-US" sz="800" smtClean="0">
                <a:latin typeface="Century Schoolbook" panose="02040604050505020304" pitchFamily="18" charset="0"/>
              </a:rPr>
              <a:t>4</a:t>
            </a:fld>
            <a:endParaRPr lang="en-US" sz="800">
              <a:latin typeface="Century Schoolbook" panose="02040604050505020304" pitchFamily="18" charset="0"/>
            </a:endParaRPr>
          </a:p>
        </p:txBody>
      </p:sp>
      <p:sp>
        <p:nvSpPr>
          <p:cNvPr id="10" name="Title 9">
            <a:extLst>
              <a:ext uri="{FF2B5EF4-FFF2-40B4-BE49-F238E27FC236}">
                <a16:creationId xmlns:a16="http://schemas.microsoft.com/office/drawing/2014/main" id="{65291775-D77D-C7ED-3718-F50DBA74F251}"/>
              </a:ext>
            </a:extLst>
          </p:cNvPr>
          <p:cNvSpPr txBox="1">
            <a:spLocks/>
          </p:cNvSpPr>
          <p:nvPr/>
        </p:nvSpPr>
        <p:spPr>
          <a:xfrm>
            <a:off x="304800" y="19551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TERM INDEX</a:t>
            </a:r>
          </a:p>
        </p:txBody>
      </p:sp>
      <p:sp>
        <p:nvSpPr>
          <p:cNvPr id="2" name="TextBox 1">
            <a:extLst>
              <a:ext uri="{FF2B5EF4-FFF2-40B4-BE49-F238E27FC236}">
                <a16:creationId xmlns:a16="http://schemas.microsoft.com/office/drawing/2014/main" id="{9CA8A9C5-D824-8E2D-266A-08ED4664724A}"/>
              </a:ext>
            </a:extLst>
          </p:cNvPr>
          <p:cNvSpPr txBox="1"/>
          <p:nvPr/>
        </p:nvSpPr>
        <p:spPr>
          <a:xfrm>
            <a:off x="2955083" y="264926"/>
            <a:ext cx="8841860" cy="430887"/>
          </a:xfrm>
          <a:prstGeom prst="rect">
            <a:avLst/>
          </a:prstGeom>
          <a:noFill/>
          <a:ln>
            <a:solidFill>
              <a:schemeClr val="tx1"/>
            </a:solidFill>
          </a:ln>
        </p:spPr>
        <p:txBody>
          <a:bodyPr wrap="square" rtlCol="0" anchor="t">
            <a:spAutoFit/>
          </a:bodyPr>
          <a:lstStyle/>
          <a:p>
            <a:pPr algn="ctr"/>
            <a:r>
              <a:rPr lang="en-US" sz="1100" i="1" dirty="0">
                <a:latin typeface="MULISH ITALIC" pitchFamily="2" charset="77"/>
              </a:rPr>
              <a:t>This Chart Includes Information re: Case Name, Majority Opinion Author, Vote, Days Between Arguments and Opinion, Judgement, and Court Below</a:t>
            </a:r>
          </a:p>
          <a:p>
            <a:pPr algn="ctr"/>
            <a:r>
              <a:rPr lang="en-US" sz="1100" b="1" i="1" dirty="0">
                <a:latin typeface="MULISH ITALIC" pitchFamily="2" charset="77"/>
              </a:rPr>
              <a:t>A</a:t>
            </a:r>
            <a:r>
              <a:rPr lang="en-US" sz="1100" i="1" dirty="0">
                <a:latin typeface="MULISH ITALIC" pitchFamily="2" charset="77"/>
              </a:rPr>
              <a:t> = Affirmed	</a:t>
            </a:r>
            <a:r>
              <a:rPr lang="en-US" sz="1100" b="1" i="1" dirty="0">
                <a:latin typeface="MULISH ITALIC" pitchFamily="2" charset="77"/>
              </a:rPr>
              <a:t>V</a:t>
            </a:r>
            <a:r>
              <a:rPr lang="en-US" sz="1100" i="1" dirty="0">
                <a:latin typeface="MULISH ITALIC" pitchFamily="2" charset="77"/>
              </a:rPr>
              <a:t> = Vacated	</a:t>
            </a:r>
            <a:r>
              <a:rPr lang="en-US" sz="1100" b="1" i="1" dirty="0">
                <a:latin typeface="MULISH ITALIC" pitchFamily="2" charset="77"/>
              </a:rPr>
              <a:t>R</a:t>
            </a:r>
            <a:r>
              <a:rPr lang="en-US" sz="1100" i="1" dirty="0">
                <a:latin typeface="MULISH ITALIC" pitchFamily="2" charset="77"/>
              </a:rPr>
              <a:t> = Reversed	</a:t>
            </a:r>
            <a:r>
              <a:rPr lang="en-US" sz="1100" b="1" i="1" dirty="0">
                <a:latin typeface="MULISH ITALIC" pitchFamily="2" charset="77"/>
              </a:rPr>
              <a:t>G</a:t>
            </a:r>
            <a:r>
              <a:rPr lang="en-US" sz="1100" i="1" dirty="0">
                <a:latin typeface="MULISH ITALIC" pitchFamily="2" charset="77"/>
              </a:rPr>
              <a:t> = Granted	</a:t>
            </a:r>
            <a:r>
              <a:rPr lang="en-US" sz="1100" b="1" i="1" dirty="0">
                <a:latin typeface="MULISH ITALIC" pitchFamily="2" charset="77"/>
              </a:rPr>
              <a:t>DIG</a:t>
            </a:r>
            <a:r>
              <a:rPr lang="en-US" sz="1100" i="1" dirty="0">
                <a:latin typeface="MULISH ITALIC" pitchFamily="2" charset="77"/>
              </a:rPr>
              <a:t> = Dismissed as Improvidently Granted       </a:t>
            </a:r>
            <a:r>
              <a:rPr lang="en-US" sz="1100" b="1" i="1" dirty="0">
                <a:latin typeface="MULISH ITALIC" pitchFamily="2" charset="77"/>
              </a:rPr>
              <a:t>PC</a:t>
            </a:r>
            <a:r>
              <a:rPr lang="en-US" sz="1100" i="1" dirty="0">
                <a:latin typeface="MULISH ITALIC" pitchFamily="2" charset="77"/>
              </a:rPr>
              <a:t> = Per Curiam</a:t>
            </a:r>
          </a:p>
        </p:txBody>
      </p:sp>
    </p:spTree>
    <p:extLst>
      <p:ext uri="{BB962C8B-B14F-4D97-AF65-F5344CB8AC3E}">
        <p14:creationId xmlns:p14="http://schemas.microsoft.com/office/powerpoint/2010/main" val="25080639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7" name="Content Placeholder 6"/>
          <p:cNvGraphicFramePr>
            <a:graphicFrameLocks noGrp="1"/>
          </p:cNvGraphicFramePr>
          <p:nvPr>
            <p:ph idx="1"/>
            <p:extLst>
              <p:ext uri="{D42A27DB-BD31-4B8C-83A1-F6EECF244321}">
                <p14:modId xmlns:p14="http://schemas.microsoft.com/office/powerpoint/2010/main" val="3758562583"/>
              </p:ext>
            </p:extLst>
          </p:nvPr>
        </p:nvGraphicFramePr>
        <p:xfrm>
          <a:off x="344808" y="918414"/>
          <a:ext cx="11135992" cy="5107248"/>
        </p:xfrm>
        <a:graphic>
          <a:graphicData uri="http://schemas.openxmlformats.org/drawingml/2006/table">
            <a:tbl>
              <a:tblPr firstRow="1" bandRow="1">
                <a:tableStyleId>{C083E6E3-FA7D-4D7B-A595-EF9225AFEA82}</a:tableStyleId>
              </a:tblPr>
              <a:tblGrid>
                <a:gridCol w="1391999">
                  <a:extLst>
                    <a:ext uri="{9D8B030D-6E8A-4147-A177-3AD203B41FA5}">
                      <a16:colId xmlns:a16="http://schemas.microsoft.com/office/drawing/2014/main" val="20000"/>
                    </a:ext>
                  </a:extLst>
                </a:gridCol>
                <a:gridCol w="1391999">
                  <a:extLst>
                    <a:ext uri="{9D8B030D-6E8A-4147-A177-3AD203B41FA5}">
                      <a16:colId xmlns:a16="http://schemas.microsoft.com/office/drawing/2014/main" val="20001"/>
                    </a:ext>
                  </a:extLst>
                </a:gridCol>
                <a:gridCol w="1391999">
                  <a:extLst>
                    <a:ext uri="{9D8B030D-6E8A-4147-A177-3AD203B41FA5}">
                      <a16:colId xmlns:a16="http://schemas.microsoft.com/office/drawing/2014/main" val="20002"/>
                    </a:ext>
                  </a:extLst>
                </a:gridCol>
                <a:gridCol w="1391999">
                  <a:extLst>
                    <a:ext uri="{9D8B030D-6E8A-4147-A177-3AD203B41FA5}">
                      <a16:colId xmlns:a16="http://schemas.microsoft.com/office/drawing/2014/main" val="20003"/>
                    </a:ext>
                  </a:extLst>
                </a:gridCol>
                <a:gridCol w="1391999">
                  <a:extLst>
                    <a:ext uri="{9D8B030D-6E8A-4147-A177-3AD203B41FA5}">
                      <a16:colId xmlns:a16="http://schemas.microsoft.com/office/drawing/2014/main" val="20004"/>
                    </a:ext>
                  </a:extLst>
                </a:gridCol>
                <a:gridCol w="1391999">
                  <a:extLst>
                    <a:ext uri="{9D8B030D-6E8A-4147-A177-3AD203B41FA5}">
                      <a16:colId xmlns:a16="http://schemas.microsoft.com/office/drawing/2014/main" val="20005"/>
                    </a:ext>
                  </a:extLst>
                </a:gridCol>
                <a:gridCol w="1391999">
                  <a:extLst>
                    <a:ext uri="{9D8B030D-6E8A-4147-A177-3AD203B41FA5}">
                      <a16:colId xmlns:a16="http://schemas.microsoft.com/office/drawing/2014/main" val="20006"/>
                    </a:ext>
                  </a:extLst>
                </a:gridCol>
                <a:gridCol w="1391999">
                  <a:extLst>
                    <a:ext uri="{9D8B030D-6E8A-4147-A177-3AD203B41FA5}">
                      <a16:colId xmlns:a16="http://schemas.microsoft.com/office/drawing/2014/main" val="20007"/>
                    </a:ext>
                  </a:extLst>
                </a:gridCol>
              </a:tblGrid>
              <a:tr h="283736">
                <a:tc>
                  <a:txBody>
                    <a:bodyPr/>
                    <a:lstStyle/>
                    <a:p>
                      <a:pPr marL="0" algn="ctr" rtl="0" eaLnBrk="1" fontAlgn="auto" latinLnBrk="0" hangingPunct="1">
                        <a:spcBef>
                          <a:spcPts val="0"/>
                        </a:spcBef>
                        <a:spcAft>
                          <a:spcPts val="0"/>
                        </a:spcAft>
                      </a:pPr>
                      <a:r>
                        <a:rPr lang="en-US" sz="1100" b="1" kern="1200" dirty="0">
                          <a:latin typeface="MULISH REGULAR ROMAN"/>
                        </a:rPr>
                        <a:t>​Court below</a:t>
                      </a:r>
                      <a:endParaRPr lang="en-US" sz="1100" b="1" dirty="0">
                        <a:effectLst/>
                        <a:latin typeface="MULISH REGULAR ROMAN"/>
                      </a:endParaRPr>
                    </a:p>
                  </a:txBody>
                  <a:tcPr marL="0" marR="0" marT="0"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marL="0" algn="ctr" rtl="0" eaLnBrk="1" fontAlgn="base" latinLnBrk="0" hangingPunct="1">
                        <a:spcBef>
                          <a:spcPts val="0"/>
                        </a:spcBef>
                        <a:spcAft>
                          <a:spcPts val="0"/>
                        </a:spcAft>
                      </a:pPr>
                      <a:r>
                        <a:rPr lang="en-US" sz="1100" b="1" kern="1200" dirty="0">
                          <a:effectLst/>
                          <a:latin typeface="MULISH REGULAR ROMAN"/>
                        </a:rPr>
                        <a:t># of Cases</a:t>
                      </a:r>
                      <a:endParaRPr lang="en-US" sz="1100" b="1" dirty="0">
                        <a:effectLst/>
                        <a:latin typeface="MULISH REGULAR ROMAN"/>
                      </a:endParaRPr>
                    </a:p>
                  </a:txBody>
                  <a:tcPr marL="0" marR="0" marT="0"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marL="0" algn="ctr" rtl="0" eaLnBrk="1" fontAlgn="base" latinLnBrk="0" hangingPunct="1">
                        <a:spcBef>
                          <a:spcPts val="0"/>
                        </a:spcBef>
                        <a:spcAft>
                          <a:spcPts val="0"/>
                        </a:spcAft>
                      </a:pPr>
                      <a:r>
                        <a:rPr lang="en-US" sz="1100" b="1" kern="1200" dirty="0">
                          <a:effectLst/>
                          <a:latin typeface="MULISH REGULAR ROMAN"/>
                        </a:rPr>
                        <a:t>% of Cases</a:t>
                      </a:r>
                      <a:endParaRPr lang="en-US" sz="1100" b="1" dirty="0">
                        <a:effectLst/>
                        <a:latin typeface="MULISH REGULAR ROMAN"/>
                      </a:endParaRPr>
                    </a:p>
                  </a:txBody>
                  <a:tcPr marL="0" marR="0" marT="0"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marL="0" algn="ctr" rtl="0" eaLnBrk="1" fontAlgn="base" latinLnBrk="0" hangingPunct="1">
                        <a:spcBef>
                          <a:spcPts val="0"/>
                        </a:spcBef>
                        <a:spcAft>
                          <a:spcPts val="0"/>
                        </a:spcAft>
                      </a:pPr>
                      <a:r>
                        <a:rPr lang="en-US" sz="1100" b="1" kern="1200" dirty="0">
                          <a:latin typeface="MULISH REGULAR ROMAN"/>
                        </a:rPr>
                        <a:t># Decided​</a:t>
                      </a:r>
                      <a:endParaRPr lang="en-US" sz="1100" b="1" dirty="0">
                        <a:effectLst/>
                        <a:latin typeface="MULISH REGULAR ROMAN"/>
                      </a:endParaRPr>
                    </a:p>
                  </a:txBody>
                  <a:tcPr marL="0" marR="0" marT="0"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marL="0" algn="ctr" rtl="0" eaLnBrk="1" fontAlgn="base" latinLnBrk="0" hangingPunct="1">
                        <a:spcBef>
                          <a:spcPts val="0"/>
                        </a:spcBef>
                        <a:spcAft>
                          <a:spcPts val="0"/>
                        </a:spcAft>
                      </a:pPr>
                      <a:r>
                        <a:rPr lang="en-US" sz="1100" b="1" kern="1200" dirty="0">
                          <a:latin typeface="MULISH REGULAR ROMAN"/>
                        </a:rPr>
                        <a:t># Affirmed</a:t>
                      </a:r>
                      <a:endParaRPr lang="en-US" sz="1100" b="1" dirty="0">
                        <a:effectLst/>
                        <a:latin typeface="MULISH REGULAR ROMAN"/>
                      </a:endParaRPr>
                    </a:p>
                  </a:txBody>
                  <a:tcPr marL="0" marR="0" marT="0"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marL="0" algn="ctr" rtl="0" eaLnBrk="1" fontAlgn="base" latinLnBrk="0" hangingPunct="1">
                        <a:spcBef>
                          <a:spcPts val="0"/>
                        </a:spcBef>
                        <a:spcAft>
                          <a:spcPts val="0"/>
                        </a:spcAft>
                      </a:pPr>
                      <a:r>
                        <a:rPr lang="en-US" sz="1100" b="1" kern="1200" dirty="0">
                          <a:latin typeface="MULISH REGULAR ROMAN"/>
                        </a:rPr>
                        <a:t># Reversed</a:t>
                      </a:r>
                      <a:endParaRPr lang="en-US" sz="1100" b="1" dirty="0">
                        <a:effectLst/>
                        <a:latin typeface="MULISH REGULAR ROMAN"/>
                      </a:endParaRPr>
                    </a:p>
                  </a:txBody>
                  <a:tcPr marL="0" marR="0" marT="0"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marL="0" algn="ctr" rtl="0">
                        <a:spcBef>
                          <a:spcPts val="0"/>
                        </a:spcBef>
                        <a:spcAft>
                          <a:spcPts val="0"/>
                        </a:spcAft>
                      </a:pPr>
                      <a:r>
                        <a:rPr lang="en-US" sz="1100" b="1" dirty="0">
                          <a:effectLst/>
                          <a:latin typeface="MULISH REGULAR ROMAN"/>
                        </a:rPr>
                        <a:t>% Affirmed</a:t>
                      </a:r>
                    </a:p>
                  </a:txBody>
                  <a:tcPr marL="0" marR="0" marT="0"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marL="0" algn="ctr" rtl="0">
                        <a:spcBef>
                          <a:spcPts val="0"/>
                        </a:spcBef>
                        <a:spcAft>
                          <a:spcPts val="0"/>
                        </a:spcAft>
                      </a:pPr>
                      <a:r>
                        <a:rPr lang="en-US" sz="1100" b="1" kern="1200" dirty="0">
                          <a:effectLst/>
                          <a:latin typeface="MULISH REGULAR ROMAN"/>
                        </a:rPr>
                        <a:t>% Reversed</a:t>
                      </a:r>
                      <a:endParaRPr lang="en-US" sz="1100" b="1" dirty="0">
                        <a:effectLst/>
                        <a:latin typeface="MULISH REGULAR ROMAN"/>
                      </a:endParaRPr>
                    </a:p>
                  </a:txBody>
                  <a:tcPr marL="0" marR="0" marT="0" marB="0" anchor="ctr">
                    <a:lnL>
                      <a:noFill/>
                    </a:lnL>
                    <a:lnR>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283736">
                <a:tc>
                  <a:txBody>
                    <a:bodyPr/>
                    <a:lstStyle/>
                    <a:p>
                      <a:pPr marL="0" algn="ctr" rtl="0" eaLnBrk="1" fontAlgn="base" latinLnBrk="0" hangingPunct="1">
                        <a:spcBef>
                          <a:spcPts val="0"/>
                        </a:spcBef>
                        <a:spcAft>
                          <a:spcPts val="0"/>
                        </a:spcAft>
                      </a:pPr>
                      <a:r>
                        <a:rPr lang="en-US" sz="1100" b="0" kern="1200" dirty="0">
                          <a:latin typeface="MULISH REGULAR ROMAN"/>
                        </a:rPr>
                        <a:t>1st Cir.​</a:t>
                      </a:r>
                      <a:endParaRPr lang="en-US" sz="1100" b="0" dirty="0">
                        <a:effectLst/>
                        <a:latin typeface="MULISH REGULAR ROMAN"/>
                      </a:endParaRPr>
                    </a:p>
                  </a:txBody>
                  <a:tcPr marL="0" marR="0" marT="0" marB="0" anchor="ctr">
                    <a:lnT w="12700" cmpd="sng">
                      <a:noFill/>
                    </a:lnT>
                  </a:tcPr>
                </a:tc>
                <a:tc>
                  <a:txBody>
                    <a:bodyPr/>
                    <a:lstStyle/>
                    <a:p>
                      <a:pPr algn="ctr" fontAlgn="b"/>
                      <a:r>
                        <a:rPr lang="en-US" sz="1100" b="0" i="0" u="none" strike="noStrike" dirty="0">
                          <a:solidFill>
                            <a:srgbClr val="000000"/>
                          </a:solidFill>
                          <a:effectLst/>
                          <a:latin typeface="MULISH BLACK ROMAN"/>
                        </a:rPr>
                        <a:t>1</a:t>
                      </a:r>
                    </a:p>
                  </a:txBody>
                  <a:tcPr marL="9525" marR="9525" marT="9525" marB="0" anchor="b">
                    <a:lnT w="12700" cmpd="sng">
                      <a:noFill/>
                    </a:lnT>
                  </a:tcPr>
                </a:tc>
                <a:tc>
                  <a:txBody>
                    <a:bodyPr/>
                    <a:lstStyle/>
                    <a:p>
                      <a:pPr algn="ctr" fontAlgn="b"/>
                      <a:r>
                        <a:rPr lang="en-US" sz="1100" b="0" i="0" u="none" strike="noStrike">
                          <a:solidFill>
                            <a:srgbClr val="000000"/>
                          </a:solidFill>
                          <a:effectLst/>
                          <a:latin typeface="MULISH BLACK ROMAN"/>
                        </a:rPr>
                        <a:t>1.5%</a:t>
                      </a:r>
                    </a:p>
                  </a:txBody>
                  <a:tcPr marL="9525" marR="9525" marT="9525" marB="0" anchor="b">
                    <a:lnT w="12700" cmpd="sng">
                      <a:noFill/>
                    </a:lnT>
                  </a:tcPr>
                </a:tc>
                <a:tc>
                  <a:txBody>
                    <a:bodyPr/>
                    <a:lstStyle/>
                    <a:p>
                      <a:pPr algn="ctr" fontAlgn="b"/>
                      <a:r>
                        <a:rPr lang="en-US" sz="1100" b="0" i="0" u="none" strike="noStrike">
                          <a:solidFill>
                            <a:srgbClr val="000000"/>
                          </a:solidFill>
                          <a:effectLst/>
                          <a:latin typeface="MULISH BLACK ROMAN"/>
                        </a:rPr>
                        <a:t>1</a:t>
                      </a:r>
                    </a:p>
                  </a:txBody>
                  <a:tcPr marL="9525" marR="9525" marT="9525" marB="0" anchor="b">
                    <a:lnT w="12700" cmpd="sng">
                      <a:noFill/>
                    </a:lnT>
                  </a:tcPr>
                </a:tc>
                <a:tc>
                  <a:txBody>
                    <a:bodyPr/>
                    <a:lstStyle/>
                    <a:p>
                      <a:pPr algn="ctr" fontAlgn="b"/>
                      <a:r>
                        <a:rPr lang="en-US" sz="1100" b="0" i="0" u="none" strike="noStrike">
                          <a:solidFill>
                            <a:srgbClr val="000000"/>
                          </a:solidFill>
                          <a:effectLst/>
                          <a:latin typeface="MULISH BLACK ROMAN"/>
                        </a:rPr>
                        <a:t>1</a:t>
                      </a:r>
                    </a:p>
                  </a:txBody>
                  <a:tcPr marL="9525" marR="9525" marT="9525" marB="0" anchor="b">
                    <a:lnT w="12700" cmpd="sng">
                      <a:noFill/>
                    </a:lnT>
                  </a:tcPr>
                </a:tc>
                <a:tc>
                  <a:txBody>
                    <a:bodyPr/>
                    <a:lstStyle/>
                    <a:p>
                      <a:pPr algn="ctr" fontAlgn="b"/>
                      <a:r>
                        <a:rPr lang="en-US" sz="1100" b="0" i="0" u="none" strike="noStrike">
                          <a:solidFill>
                            <a:srgbClr val="000000"/>
                          </a:solidFill>
                          <a:effectLst/>
                          <a:latin typeface="MULISH BLACK ROMAN"/>
                        </a:rPr>
                        <a:t>0</a:t>
                      </a:r>
                    </a:p>
                  </a:txBody>
                  <a:tcPr marL="9525" marR="9525" marT="9525" marB="0" anchor="b">
                    <a:lnT w="12700" cmpd="sng">
                      <a:noFill/>
                    </a:lnT>
                  </a:tcPr>
                </a:tc>
                <a:tc>
                  <a:txBody>
                    <a:bodyPr/>
                    <a:lstStyle/>
                    <a:p>
                      <a:pPr algn="ctr" fontAlgn="b"/>
                      <a:r>
                        <a:rPr lang="en-US" sz="1100" b="0" i="0" u="none" strike="noStrike">
                          <a:solidFill>
                            <a:srgbClr val="000000"/>
                          </a:solidFill>
                          <a:effectLst/>
                          <a:latin typeface="MULISH BLACK ROMAN"/>
                        </a:rPr>
                        <a:t>100%</a:t>
                      </a:r>
                    </a:p>
                  </a:txBody>
                  <a:tcPr marL="9525" marR="9525" marT="9525" marB="0" anchor="b">
                    <a:lnT w="12700" cmpd="sng">
                      <a:noFill/>
                    </a:lnT>
                  </a:tcPr>
                </a:tc>
                <a:tc>
                  <a:txBody>
                    <a:bodyPr/>
                    <a:lstStyle/>
                    <a:p>
                      <a:pPr algn="ctr" fontAlgn="b"/>
                      <a:r>
                        <a:rPr lang="en-US" sz="1100" b="0" i="0" u="none" strike="noStrike">
                          <a:solidFill>
                            <a:srgbClr val="000000"/>
                          </a:solidFill>
                          <a:effectLst/>
                          <a:latin typeface="MULISH BLACK ROMAN"/>
                        </a:rPr>
                        <a:t>0%</a:t>
                      </a:r>
                    </a:p>
                  </a:txBody>
                  <a:tcPr marL="9525" marR="9525" marT="9525" marB="0" anchor="b">
                    <a:lnT w="12700" cmpd="sng">
                      <a:noFill/>
                    </a:lnT>
                  </a:tcPr>
                </a:tc>
                <a:extLst>
                  <a:ext uri="{0D108BD9-81ED-4DB2-BD59-A6C34878D82A}">
                    <a16:rowId xmlns:a16="http://schemas.microsoft.com/office/drawing/2014/main" val="10002"/>
                  </a:ext>
                </a:extLst>
              </a:tr>
              <a:tr h="283736">
                <a:tc>
                  <a:txBody>
                    <a:bodyPr/>
                    <a:lstStyle/>
                    <a:p>
                      <a:pPr marL="0" algn="ctr" rtl="0" eaLnBrk="1" fontAlgn="base" latinLnBrk="0" hangingPunct="1">
                        <a:spcBef>
                          <a:spcPts val="0"/>
                        </a:spcBef>
                        <a:spcAft>
                          <a:spcPts val="0"/>
                        </a:spcAft>
                      </a:pPr>
                      <a:r>
                        <a:rPr lang="en-US" sz="1100" b="0" kern="1200" dirty="0">
                          <a:effectLst/>
                          <a:latin typeface="MULISH REGULAR ROMAN"/>
                        </a:rPr>
                        <a:t>2nd Cir.</a:t>
                      </a:r>
                      <a:endParaRPr lang="en-US" sz="1100" b="0" dirty="0">
                        <a:effectLst/>
                        <a:latin typeface="MULISH REGULAR ROMAN"/>
                      </a:endParaRPr>
                    </a:p>
                  </a:txBody>
                  <a:tcPr marL="0" marR="0" marT="0" marB="0" anchor="ctr"/>
                </a:tc>
                <a:tc>
                  <a:txBody>
                    <a:bodyPr/>
                    <a:lstStyle/>
                    <a:p>
                      <a:pPr algn="ctr" fontAlgn="b"/>
                      <a:r>
                        <a:rPr lang="en-US" sz="1100" b="0" i="0" u="none" strike="noStrike" dirty="0">
                          <a:solidFill>
                            <a:srgbClr val="000000"/>
                          </a:solidFill>
                          <a:effectLst/>
                          <a:latin typeface="MULISH BLACK ROMAN"/>
                        </a:rPr>
                        <a:t>6</a:t>
                      </a:r>
                    </a:p>
                  </a:txBody>
                  <a:tcPr marL="9525" marR="9525" marT="9525" marB="0" anchor="b"/>
                </a:tc>
                <a:tc>
                  <a:txBody>
                    <a:bodyPr/>
                    <a:lstStyle/>
                    <a:p>
                      <a:pPr algn="ctr" fontAlgn="b"/>
                      <a:r>
                        <a:rPr lang="en-US" sz="1100" b="0" i="0" u="none" strike="noStrike">
                          <a:solidFill>
                            <a:srgbClr val="000000"/>
                          </a:solidFill>
                          <a:effectLst/>
                          <a:latin typeface="MULISH BLACK ROMAN"/>
                        </a:rPr>
                        <a:t>9%</a:t>
                      </a:r>
                    </a:p>
                  </a:txBody>
                  <a:tcPr marL="9525" marR="9525" marT="9525" marB="0" anchor="b"/>
                </a:tc>
                <a:tc>
                  <a:txBody>
                    <a:bodyPr/>
                    <a:lstStyle/>
                    <a:p>
                      <a:pPr algn="ctr" fontAlgn="b"/>
                      <a:r>
                        <a:rPr lang="en-US" sz="1100" b="0" i="0" u="none" strike="noStrike">
                          <a:solidFill>
                            <a:srgbClr val="000000"/>
                          </a:solidFill>
                          <a:effectLst/>
                          <a:latin typeface="MULISH BLACK ROMAN"/>
                        </a:rPr>
                        <a:t>5</a:t>
                      </a:r>
                    </a:p>
                  </a:txBody>
                  <a:tcPr marL="9525" marR="9525" marT="9525" marB="0" anchor="b"/>
                </a:tc>
                <a:tc>
                  <a:txBody>
                    <a:bodyPr/>
                    <a:lstStyle/>
                    <a:p>
                      <a:pPr algn="ctr" fontAlgn="b"/>
                      <a:r>
                        <a:rPr lang="en-US" sz="1100" b="0" i="0" u="none" strike="noStrike">
                          <a:solidFill>
                            <a:srgbClr val="000000"/>
                          </a:solidFill>
                          <a:effectLst/>
                          <a:latin typeface="MULISH BLACK ROMAN"/>
                        </a:rPr>
                        <a:t>3</a:t>
                      </a:r>
                    </a:p>
                  </a:txBody>
                  <a:tcPr marL="9525" marR="9525" marT="9525" marB="0" anchor="b"/>
                </a:tc>
                <a:tc>
                  <a:txBody>
                    <a:bodyPr/>
                    <a:lstStyle/>
                    <a:p>
                      <a:pPr algn="ctr" fontAlgn="b"/>
                      <a:r>
                        <a:rPr lang="en-US" sz="1100" b="0" i="0" u="none" strike="noStrike">
                          <a:solidFill>
                            <a:srgbClr val="000000"/>
                          </a:solidFill>
                          <a:effectLst/>
                          <a:latin typeface="MULISH BLACK ROMAN"/>
                        </a:rPr>
                        <a:t>2</a:t>
                      </a:r>
                    </a:p>
                  </a:txBody>
                  <a:tcPr marL="9525" marR="9525" marT="9525" marB="0" anchor="b"/>
                </a:tc>
                <a:tc>
                  <a:txBody>
                    <a:bodyPr/>
                    <a:lstStyle/>
                    <a:p>
                      <a:pPr algn="ctr" fontAlgn="b"/>
                      <a:r>
                        <a:rPr lang="en-US" sz="1100" b="0" i="0" u="none" strike="noStrike">
                          <a:solidFill>
                            <a:srgbClr val="000000"/>
                          </a:solidFill>
                          <a:effectLst/>
                          <a:latin typeface="MULISH BLACK ROMAN"/>
                        </a:rPr>
                        <a:t>60%</a:t>
                      </a:r>
                    </a:p>
                  </a:txBody>
                  <a:tcPr marL="9525" marR="9525" marT="9525" marB="0" anchor="b"/>
                </a:tc>
                <a:tc>
                  <a:txBody>
                    <a:bodyPr/>
                    <a:lstStyle/>
                    <a:p>
                      <a:pPr algn="ctr" fontAlgn="b"/>
                      <a:r>
                        <a:rPr lang="en-US" sz="1100" b="0" i="0" u="none" strike="noStrike">
                          <a:solidFill>
                            <a:srgbClr val="000000"/>
                          </a:solidFill>
                          <a:effectLst/>
                          <a:latin typeface="MULISH BLACK ROMAN"/>
                        </a:rPr>
                        <a:t>40%</a:t>
                      </a:r>
                    </a:p>
                  </a:txBody>
                  <a:tcPr marL="9525" marR="9525" marT="9525" marB="0" anchor="b"/>
                </a:tc>
                <a:extLst>
                  <a:ext uri="{0D108BD9-81ED-4DB2-BD59-A6C34878D82A}">
                    <a16:rowId xmlns:a16="http://schemas.microsoft.com/office/drawing/2014/main" val="10003"/>
                  </a:ext>
                </a:extLst>
              </a:tr>
              <a:tr h="283736">
                <a:tc>
                  <a:txBody>
                    <a:bodyPr/>
                    <a:lstStyle/>
                    <a:p>
                      <a:pPr marL="0" algn="ctr" rtl="0" eaLnBrk="1" fontAlgn="base" latinLnBrk="0" hangingPunct="1">
                        <a:spcBef>
                          <a:spcPts val="0"/>
                        </a:spcBef>
                        <a:spcAft>
                          <a:spcPts val="0"/>
                        </a:spcAft>
                      </a:pPr>
                      <a:r>
                        <a:rPr lang="en-US" sz="1100" b="0" kern="1200" dirty="0">
                          <a:effectLst/>
                          <a:latin typeface="MULISH REGULAR ROMAN"/>
                        </a:rPr>
                        <a:t>3rd Cir.</a:t>
                      </a:r>
                      <a:endParaRPr lang="en-US" sz="1100" b="0" dirty="0">
                        <a:effectLst/>
                        <a:latin typeface="MULISH REGULAR ROMAN"/>
                      </a:endParaRPr>
                    </a:p>
                  </a:txBody>
                  <a:tcPr marL="0" marR="0" marT="0" marB="0" anchor="ctr"/>
                </a:tc>
                <a:tc>
                  <a:txBody>
                    <a:bodyPr/>
                    <a:lstStyle/>
                    <a:p>
                      <a:pPr algn="ctr" fontAlgn="b"/>
                      <a:r>
                        <a:rPr lang="en-US" sz="1100" b="0" i="0" u="none" strike="noStrike">
                          <a:solidFill>
                            <a:srgbClr val="000000"/>
                          </a:solidFill>
                          <a:effectLst/>
                          <a:latin typeface="MULISH BLACK ROMAN"/>
                        </a:rPr>
                        <a:t>2</a:t>
                      </a:r>
                    </a:p>
                  </a:txBody>
                  <a:tcPr marL="9525" marR="9525" marT="9525" marB="0" anchor="b"/>
                </a:tc>
                <a:tc>
                  <a:txBody>
                    <a:bodyPr/>
                    <a:lstStyle/>
                    <a:p>
                      <a:pPr algn="ctr" fontAlgn="b"/>
                      <a:r>
                        <a:rPr lang="en-US" sz="1100" b="0" i="0" u="none" strike="noStrike">
                          <a:solidFill>
                            <a:srgbClr val="000000"/>
                          </a:solidFill>
                          <a:effectLst/>
                          <a:latin typeface="MULISH BLACK ROMAN"/>
                        </a:rPr>
                        <a:t>3%</a:t>
                      </a:r>
                    </a:p>
                  </a:txBody>
                  <a:tcPr marL="9525" marR="9525" marT="9525" marB="0" anchor="b"/>
                </a:tc>
                <a:tc>
                  <a:txBody>
                    <a:bodyPr/>
                    <a:lstStyle/>
                    <a:p>
                      <a:pPr algn="ctr" fontAlgn="b"/>
                      <a:r>
                        <a:rPr lang="en-US" sz="1100" b="0" i="0" u="none" strike="noStrike">
                          <a:solidFill>
                            <a:srgbClr val="000000"/>
                          </a:solidFill>
                          <a:effectLst/>
                          <a:latin typeface="MULISH BLACK ROMAN"/>
                        </a:rPr>
                        <a:t>1</a:t>
                      </a:r>
                    </a:p>
                  </a:txBody>
                  <a:tcPr marL="9525" marR="9525" marT="9525" marB="0" anchor="b"/>
                </a:tc>
                <a:tc>
                  <a:txBody>
                    <a:bodyPr/>
                    <a:lstStyle/>
                    <a:p>
                      <a:pPr algn="ctr" fontAlgn="b"/>
                      <a:r>
                        <a:rPr lang="en-US" sz="1100" b="0" i="0" u="none" strike="noStrike">
                          <a:solidFill>
                            <a:srgbClr val="000000"/>
                          </a:solidFill>
                          <a:effectLst/>
                          <a:latin typeface="MULISH BLACK ROMAN"/>
                        </a:rPr>
                        <a:t>0</a:t>
                      </a:r>
                    </a:p>
                  </a:txBody>
                  <a:tcPr marL="9525" marR="9525" marT="9525" marB="0" anchor="b"/>
                </a:tc>
                <a:tc>
                  <a:txBody>
                    <a:bodyPr/>
                    <a:lstStyle/>
                    <a:p>
                      <a:pPr algn="ctr" fontAlgn="b"/>
                      <a:r>
                        <a:rPr lang="en-US" sz="1100" b="0" i="0" u="none" strike="noStrike">
                          <a:solidFill>
                            <a:srgbClr val="000000"/>
                          </a:solidFill>
                          <a:effectLst/>
                          <a:latin typeface="MULISH BLACK ROMAN"/>
                        </a:rPr>
                        <a:t>1</a:t>
                      </a:r>
                    </a:p>
                  </a:txBody>
                  <a:tcPr marL="9525" marR="9525" marT="9525" marB="0" anchor="b"/>
                </a:tc>
                <a:tc>
                  <a:txBody>
                    <a:bodyPr/>
                    <a:lstStyle/>
                    <a:p>
                      <a:pPr algn="ctr" fontAlgn="b"/>
                      <a:r>
                        <a:rPr lang="en-US" sz="1100" b="0" i="0" u="none" strike="noStrike">
                          <a:solidFill>
                            <a:srgbClr val="000000"/>
                          </a:solidFill>
                          <a:effectLst/>
                          <a:latin typeface="MULISH BLACK ROMAN"/>
                        </a:rPr>
                        <a:t>0%</a:t>
                      </a:r>
                    </a:p>
                  </a:txBody>
                  <a:tcPr marL="9525" marR="9525" marT="9525" marB="0" anchor="b"/>
                </a:tc>
                <a:tc>
                  <a:txBody>
                    <a:bodyPr/>
                    <a:lstStyle/>
                    <a:p>
                      <a:pPr algn="ctr" fontAlgn="b"/>
                      <a:r>
                        <a:rPr lang="en-US" sz="1100" b="0" i="0" u="none" strike="noStrike">
                          <a:solidFill>
                            <a:srgbClr val="000000"/>
                          </a:solidFill>
                          <a:effectLst/>
                          <a:latin typeface="MULISH BLACK ROMAN"/>
                        </a:rPr>
                        <a:t>100%</a:t>
                      </a:r>
                    </a:p>
                  </a:txBody>
                  <a:tcPr marL="9525" marR="9525" marT="9525" marB="0" anchor="b"/>
                </a:tc>
                <a:extLst>
                  <a:ext uri="{0D108BD9-81ED-4DB2-BD59-A6C34878D82A}">
                    <a16:rowId xmlns:a16="http://schemas.microsoft.com/office/drawing/2014/main" val="10004"/>
                  </a:ext>
                </a:extLst>
              </a:tr>
              <a:tr h="283736">
                <a:tc>
                  <a:txBody>
                    <a:bodyPr/>
                    <a:lstStyle/>
                    <a:p>
                      <a:pPr marL="0" algn="ctr" rtl="0" eaLnBrk="1" fontAlgn="base" latinLnBrk="0" hangingPunct="1">
                        <a:spcBef>
                          <a:spcPts val="0"/>
                        </a:spcBef>
                        <a:spcAft>
                          <a:spcPts val="0"/>
                        </a:spcAft>
                      </a:pPr>
                      <a:r>
                        <a:rPr lang="en-US" sz="1100" b="0" kern="1200" dirty="0">
                          <a:latin typeface="MULISH REGULAR ROMAN"/>
                        </a:rPr>
                        <a:t>4th ​Cir.</a:t>
                      </a:r>
                      <a:endParaRPr lang="en-US" sz="1100" b="0" dirty="0">
                        <a:effectLst/>
                        <a:latin typeface="MULISH REGULAR ROMAN"/>
                      </a:endParaRPr>
                    </a:p>
                  </a:txBody>
                  <a:tcPr marL="0" marR="0" marT="0" marB="0" anchor="ctr"/>
                </a:tc>
                <a:tc>
                  <a:txBody>
                    <a:bodyPr/>
                    <a:lstStyle/>
                    <a:p>
                      <a:pPr algn="ctr" fontAlgn="b"/>
                      <a:r>
                        <a:rPr lang="en-US" sz="1100" b="0" i="0" u="none" strike="noStrike">
                          <a:solidFill>
                            <a:srgbClr val="000000"/>
                          </a:solidFill>
                          <a:effectLst/>
                          <a:latin typeface="MULISH BLACK ROMAN"/>
                        </a:rPr>
                        <a:t>8</a:t>
                      </a:r>
                    </a:p>
                  </a:txBody>
                  <a:tcPr marL="9525" marR="9525" marT="9525" marB="0" anchor="b"/>
                </a:tc>
                <a:tc>
                  <a:txBody>
                    <a:bodyPr/>
                    <a:lstStyle/>
                    <a:p>
                      <a:pPr algn="ctr" fontAlgn="b"/>
                      <a:r>
                        <a:rPr lang="en-US" sz="1100" b="0" i="0" u="none" strike="noStrike">
                          <a:solidFill>
                            <a:srgbClr val="000000"/>
                          </a:solidFill>
                          <a:effectLst/>
                          <a:latin typeface="MULISH BLACK ROMAN"/>
                        </a:rPr>
                        <a:t>11.9%</a:t>
                      </a:r>
                    </a:p>
                  </a:txBody>
                  <a:tcPr marL="9525" marR="9525" marT="9525" marB="0" anchor="b"/>
                </a:tc>
                <a:tc>
                  <a:txBody>
                    <a:bodyPr/>
                    <a:lstStyle/>
                    <a:p>
                      <a:pPr algn="ctr" fontAlgn="b"/>
                      <a:r>
                        <a:rPr lang="en-US" sz="1100" b="0" i="0" u="none" strike="noStrike">
                          <a:solidFill>
                            <a:srgbClr val="000000"/>
                          </a:solidFill>
                          <a:effectLst/>
                          <a:latin typeface="MULISH BLACK ROMAN"/>
                        </a:rPr>
                        <a:t>3</a:t>
                      </a:r>
                    </a:p>
                  </a:txBody>
                  <a:tcPr marL="9525" marR="9525" marT="9525" marB="0" anchor="b"/>
                </a:tc>
                <a:tc>
                  <a:txBody>
                    <a:bodyPr/>
                    <a:lstStyle/>
                    <a:p>
                      <a:pPr algn="ctr" fontAlgn="b"/>
                      <a:r>
                        <a:rPr lang="en-US" sz="1100" b="0" i="0" u="none" strike="noStrike">
                          <a:solidFill>
                            <a:srgbClr val="000000"/>
                          </a:solidFill>
                          <a:effectLst/>
                          <a:latin typeface="MULISH BLACK ROMAN"/>
                        </a:rPr>
                        <a:t>3</a:t>
                      </a:r>
                    </a:p>
                  </a:txBody>
                  <a:tcPr marL="9525" marR="9525" marT="9525" marB="0" anchor="b"/>
                </a:tc>
                <a:tc>
                  <a:txBody>
                    <a:bodyPr/>
                    <a:lstStyle/>
                    <a:p>
                      <a:pPr algn="ctr" fontAlgn="b"/>
                      <a:r>
                        <a:rPr lang="en-US" sz="1100" b="0" i="0" u="none" strike="noStrike">
                          <a:solidFill>
                            <a:srgbClr val="000000"/>
                          </a:solidFill>
                          <a:effectLst/>
                          <a:latin typeface="MULISH BLACK ROMAN"/>
                        </a:rPr>
                        <a:t>0</a:t>
                      </a:r>
                    </a:p>
                  </a:txBody>
                  <a:tcPr marL="9525" marR="9525" marT="9525" marB="0" anchor="b"/>
                </a:tc>
                <a:tc>
                  <a:txBody>
                    <a:bodyPr/>
                    <a:lstStyle/>
                    <a:p>
                      <a:pPr algn="ctr" fontAlgn="b"/>
                      <a:r>
                        <a:rPr lang="en-US" sz="1100" b="0" i="0" u="none" strike="noStrike">
                          <a:solidFill>
                            <a:srgbClr val="000000"/>
                          </a:solidFill>
                          <a:effectLst/>
                          <a:latin typeface="MULISH BLACK ROMAN"/>
                        </a:rPr>
                        <a:t>100%</a:t>
                      </a:r>
                    </a:p>
                  </a:txBody>
                  <a:tcPr marL="9525" marR="9525" marT="9525" marB="0" anchor="b"/>
                </a:tc>
                <a:tc>
                  <a:txBody>
                    <a:bodyPr/>
                    <a:lstStyle/>
                    <a:p>
                      <a:pPr algn="ctr" fontAlgn="b"/>
                      <a:r>
                        <a:rPr lang="en-US" sz="1100" b="0" i="0" u="none" strike="noStrike">
                          <a:solidFill>
                            <a:srgbClr val="000000"/>
                          </a:solidFill>
                          <a:effectLst/>
                          <a:latin typeface="MULISH BLACK ROMAN"/>
                        </a:rPr>
                        <a:t>0%</a:t>
                      </a:r>
                    </a:p>
                  </a:txBody>
                  <a:tcPr marL="9525" marR="9525" marT="9525" marB="0" anchor="b"/>
                </a:tc>
                <a:extLst>
                  <a:ext uri="{0D108BD9-81ED-4DB2-BD59-A6C34878D82A}">
                    <a16:rowId xmlns:a16="http://schemas.microsoft.com/office/drawing/2014/main" val="10005"/>
                  </a:ext>
                </a:extLst>
              </a:tr>
              <a:tr h="283736">
                <a:tc>
                  <a:txBody>
                    <a:bodyPr/>
                    <a:lstStyle/>
                    <a:p>
                      <a:pPr marL="0" algn="ctr" rtl="0" eaLnBrk="1" fontAlgn="base" latinLnBrk="0" hangingPunct="1">
                        <a:spcBef>
                          <a:spcPts val="0"/>
                        </a:spcBef>
                        <a:spcAft>
                          <a:spcPts val="0"/>
                        </a:spcAft>
                      </a:pPr>
                      <a:r>
                        <a:rPr lang="en-US" sz="1100" b="0" kern="1200" dirty="0">
                          <a:effectLst/>
                          <a:latin typeface="MULISH REGULAR ROMAN"/>
                        </a:rPr>
                        <a:t>5th</a:t>
                      </a:r>
                      <a:r>
                        <a:rPr lang="en-US" sz="1100" b="0" kern="1200" baseline="30000" dirty="0">
                          <a:effectLst/>
                          <a:latin typeface="MULISH REGULAR ROMAN"/>
                        </a:rPr>
                        <a:t> </a:t>
                      </a:r>
                      <a:r>
                        <a:rPr lang="en-US" sz="1100" b="0" kern="1200" dirty="0">
                          <a:effectLst/>
                          <a:latin typeface="MULISH REGULAR ROMAN"/>
                        </a:rPr>
                        <a:t>Cir.</a:t>
                      </a:r>
                      <a:endParaRPr lang="en-US" sz="1100" b="0" dirty="0">
                        <a:effectLst/>
                        <a:latin typeface="MULISH REGULAR ROMAN"/>
                      </a:endParaRPr>
                    </a:p>
                  </a:txBody>
                  <a:tcPr marL="0" marR="0" marT="0" marB="0" anchor="ctr"/>
                </a:tc>
                <a:tc>
                  <a:txBody>
                    <a:bodyPr/>
                    <a:lstStyle/>
                    <a:p>
                      <a:pPr algn="ctr" fontAlgn="b"/>
                      <a:r>
                        <a:rPr lang="en-US" sz="1100" b="0" i="0" u="none" strike="noStrike">
                          <a:solidFill>
                            <a:srgbClr val="000000"/>
                          </a:solidFill>
                          <a:effectLst/>
                          <a:latin typeface="MULISH BLACK ROMAN"/>
                        </a:rPr>
                        <a:t>13</a:t>
                      </a:r>
                    </a:p>
                  </a:txBody>
                  <a:tcPr marL="9525" marR="9525" marT="9525" marB="0" anchor="b"/>
                </a:tc>
                <a:tc>
                  <a:txBody>
                    <a:bodyPr/>
                    <a:lstStyle/>
                    <a:p>
                      <a:pPr algn="ctr" fontAlgn="b"/>
                      <a:r>
                        <a:rPr lang="en-US" sz="1100" b="0" i="0" u="none" strike="noStrike" dirty="0">
                          <a:solidFill>
                            <a:srgbClr val="000000"/>
                          </a:solidFill>
                          <a:effectLst/>
                          <a:latin typeface="MULISH BLACK ROMAN"/>
                        </a:rPr>
                        <a:t>19.4%</a:t>
                      </a:r>
                    </a:p>
                  </a:txBody>
                  <a:tcPr marL="9525" marR="9525" marT="9525" marB="0" anchor="b"/>
                </a:tc>
                <a:tc>
                  <a:txBody>
                    <a:bodyPr/>
                    <a:lstStyle/>
                    <a:p>
                      <a:pPr algn="ctr" fontAlgn="b"/>
                      <a:r>
                        <a:rPr lang="en-US" sz="1100" b="0" i="0" u="none" strike="noStrike">
                          <a:solidFill>
                            <a:srgbClr val="000000"/>
                          </a:solidFill>
                          <a:effectLst/>
                          <a:latin typeface="MULISH BLACK ROMAN"/>
                        </a:rPr>
                        <a:t>3</a:t>
                      </a:r>
                    </a:p>
                  </a:txBody>
                  <a:tcPr marL="9525" marR="9525" marT="9525" marB="0" anchor="b"/>
                </a:tc>
                <a:tc>
                  <a:txBody>
                    <a:bodyPr/>
                    <a:lstStyle/>
                    <a:p>
                      <a:pPr algn="ctr" fontAlgn="b"/>
                      <a:r>
                        <a:rPr lang="en-US" sz="1100" b="0" i="0" u="none" strike="noStrike">
                          <a:solidFill>
                            <a:srgbClr val="000000"/>
                          </a:solidFill>
                          <a:effectLst/>
                          <a:latin typeface="MULISH BLACK ROMAN"/>
                        </a:rPr>
                        <a:t>3</a:t>
                      </a:r>
                    </a:p>
                  </a:txBody>
                  <a:tcPr marL="9525" marR="9525" marT="9525" marB="0" anchor="b"/>
                </a:tc>
                <a:tc>
                  <a:txBody>
                    <a:bodyPr/>
                    <a:lstStyle/>
                    <a:p>
                      <a:pPr algn="ctr" fontAlgn="b"/>
                      <a:r>
                        <a:rPr lang="en-US" sz="1100" b="0" i="0" u="none" strike="noStrike">
                          <a:solidFill>
                            <a:srgbClr val="000000"/>
                          </a:solidFill>
                          <a:effectLst/>
                          <a:latin typeface="MULISH BLACK ROMAN"/>
                        </a:rPr>
                        <a:t>0</a:t>
                      </a:r>
                    </a:p>
                  </a:txBody>
                  <a:tcPr marL="9525" marR="9525" marT="9525" marB="0" anchor="b"/>
                </a:tc>
                <a:tc>
                  <a:txBody>
                    <a:bodyPr/>
                    <a:lstStyle/>
                    <a:p>
                      <a:pPr algn="ctr" fontAlgn="b"/>
                      <a:r>
                        <a:rPr lang="en-US" sz="1100" b="0" i="0" u="none" strike="noStrike">
                          <a:solidFill>
                            <a:srgbClr val="000000"/>
                          </a:solidFill>
                          <a:effectLst/>
                          <a:latin typeface="MULISH BLACK ROMAN"/>
                        </a:rPr>
                        <a:t>100%</a:t>
                      </a:r>
                    </a:p>
                  </a:txBody>
                  <a:tcPr marL="9525" marR="9525" marT="9525" marB="0" anchor="b"/>
                </a:tc>
                <a:tc>
                  <a:txBody>
                    <a:bodyPr/>
                    <a:lstStyle/>
                    <a:p>
                      <a:pPr algn="ctr" fontAlgn="b"/>
                      <a:r>
                        <a:rPr lang="en-US" sz="1100" b="0" i="0" u="none" strike="noStrike">
                          <a:solidFill>
                            <a:srgbClr val="000000"/>
                          </a:solidFill>
                          <a:effectLst/>
                          <a:latin typeface="MULISH BLACK ROMAN"/>
                        </a:rPr>
                        <a:t>0%</a:t>
                      </a:r>
                    </a:p>
                  </a:txBody>
                  <a:tcPr marL="9525" marR="9525" marT="9525" marB="0" anchor="b"/>
                </a:tc>
                <a:extLst>
                  <a:ext uri="{0D108BD9-81ED-4DB2-BD59-A6C34878D82A}">
                    <a16:rowId xmlns:a16="http://schemas.microsoft.com/office/drawing/2014/main" val="10006"/>
                  </a:ext>
                </a:extLst>
              </a:tr>
              <a:tr h="283736">
                <a:tc>
                  <a:txBody>
                    <a:bodyPr/>
                    <a:lstStyle/>
                    <a:p>
                      <a:pPr marL="0" algn="ctr" rtl="0" eaLnBrk="1" fontAlgn="base" latinLnBrk="0" hangingPunct="1">
                        <a:spcBef>
                          <a:spcPts val="0"/>
                        </a:spcBef>
                        <a:spcAft>
                          <a:spcPts val="0"/>
                        </a:spcAft>
                      </a:pPr>
                      <a:r>
                        <a:rPr lang="en-US" sz="1100" b="0" kern="1200" dirty="0">
                          <a:latin typeface="MULISH REGULAR ROMAN"/>
                        </a:rPr>
                        <a:t>6th Cir.</a:t>
                      </a:r>
                      <a:endParaRPr lang="en-US" sz="1100" b="0" dirty="0">
                        <a:effectLst/>
                        <a:latin typeface="MULISH REGULAR ROMAN"/>
                      </a:endParaRPr>
                    </a:p>
                  </a:txBody>
                  <a:tcPr marL="0" marR="0" marT="0" marB="0" anchor="ctr"/>
                </a:tc>
                <a:tc>
                  <a:txBody>
                    <a:bodyPr/>
                    <a:lstStyle/>
                    <a:p>
                      <a:pPr algn="ctr" fontAlgn="b"/>
                      <a:r>
                        <a:rPr lang="en-US" sz="1100" b="0" i="0" u="none" strike="noStrike">
                          <a:solidFill>
                            <a:srgbClr val="000000"/>
                          </a:solidFill>
                          <a:effectLst/>
                          <a:latin typeface="MULISH BLACK ROMAN"/>
                        </a:rPr>
                        <a:t>4</a:t>
                      </a:r>
                    </a:p>
                  </a:txBody>
                  <a:tcPr marL="9525" marR="9525" marT="9525" marB="0" anchor="b"/>
                </a:tc>
                <a:tc>
                  <a:txBody>
                    <a:bodyPr/>
                    <a:lstStyle/>
                    <a:p>
                      <a:pPr algn="ctr" fontAlgn="b"/>
                      <a:r>
                        <a:rPr lang="en-US" sz="1100" b="0" i="0" u="none" strike="noStrike">
                          <a:solidFill>
                            <a:srgbClr val="000000"/>
                          </a:solidFill>
                          <a:effectLst/>
                          <a:latin typeface="MULISH BLACK ROMAN"/>
                        </a:rPr>
                        <a:t>6%</a:t>
                      </a:r>
                    </a:p>
                  </a:txBody>
                  <a:tcPr marL="9525" marR="9525" marT="9525" marB="0" anchor="b"/>
                </a:tc>
                <a:tc>
                  <a:txBody>
                    <a:bodyPr/>
                    <a:lstStyle/>
                    <a:p>
                      <a:pPr algn="ctr" fontAlgn="b"/>
                      <a:r>
                        <a:rPr lang="en-US" sz="1100" b="0" i="0" u="none" strike="noStrike">
                          <a:solidFill>
                            <a:srgbClr val="000000"/>
                          </a:solidFill>
                          <a:effectLst/>
                          <a:latin typeface="MULISH BLACK ROMAN"/>
                        </a:rPr>
                        <a:t>1</a:t>
                      </a:r>
                    </a:p>
                  </a:txBody>
                  <a:tcPr marL="9525" marR="9525" marT="9525" marB="0" anchor="b"/>
                </a:tc>
                <a:tc>
                  <a:txBody>
                    <a:bodyPr/>
                    <a:lstStyle/>
                    <a:p>
                      <a:pPr algn="ctr" fontAlgn="b"/>
                      <a:r>
                        <a:rPr lang="en-US" sz="1100" b="0" i="0" u="none" strike="noStrike">
                          <a:solidFill>
                            <a:srgbClr val="000000"/>
                          </a:solidFill>
                          <a:effectLst/>
                          <a:latin typeface="MULISH BLACK ROMAN"/>
                        </a:rPr>
                        <a:t>1</a:t>
                      </a:r>
                    </a:p>
                  </a:txBody>
                  <a:tcPr marL="9525" marR="9525" marT="9525" marB="0" anchor="b"/>
                </a:tc>
                <a:tc>
                  <a:txBody>
                    <a:bodyPr/>
                    <a:lstStyle/>
                    <a:p>
                      <a:pPr algn="ctr" fontAlgn="b"/>
                      <a:r>
                        <a:rPr lang="en-US" sz="1100" b="0" i="0" u="none" strike="noStrike">
                          <a:solidFill>
                            <a:srgbClr val="000000"/>
                          </a:solidFill>
                          <a:effectLst/>
                          <a:latin typeface="MULISH BLACK ROMAN"/>
                        </a:rPr>
                        <a:t>0</a:t>
                      </a:r>
                    </a:p>
                  </a:txBody>
                  <a:tcPr marL="9525" marR="9525" marT="9525" marB="0" anchor="b"/>
                </a:tc>
                <a:tc>
                  <a:txBody>
                    <a:bodyPr/>
                    <a:lstStyle/>
                    <a:p>
                      <a:pPr algn="ctr" fontAlgn="b"/>
                      <a:r>
                        <a:rPr lang="en-US" sz="1100" b="0" i="0" u="none" strike="noStrike">
                          <a:solidFill>
                            <a:srgbClr val="000000"/>
                          </a:solidFill>
                          <a:effectLst/>
                          <a:latin typeface="MULISH BLACK ROMAN"/>
                        </a:rPr>
                        <a:t>100%</a:t>
                      </a:r>
                    </a:p>
                  </a:txBody>
                  <a:tcPr marL="9525" marR="9525" marT="9525" marB="0" anchor="b"/>
                </a:tc>
                <a:tc>
                  <a:txBody>
                    <a:bodyPr/>
                    <a:lstStyle/>
                    <a:p>
                      <a:pPr algn="ctr" fontAlgn="b"/>
                      <a:r>
                        <a:rPr lang="en-US" sz="1100" b="0" i="0" u="none" strike="noStrike">
                          <a:solidFill>
                            <a:srgbClr val="000000"/>
                          </a:solidFill>
                          <a:effectLst/>
                          <a:latin typeface="MULISH BLACK ROMAN"/>
                        </a:rPr>
                        <a:t>0%</a:t>
                      </a:r>
                    </a:p>
                  </a:txBody>
                  <a:tcPr marL="9525" marR="9525" marT="9525" marB="0" anchor="b"/>
                </a:tc>
                <a:extLst>
                  <a:ext uri="{0D108BD9-81ED-4DB2-BD59-A6C34878D82A}">
                    <a16:rowId xmlns:a16="http://schemas.microsoft.com/office/drawing/2014/main" val="10007"/>
                  </a:ext>
                </a:extLst>
              </a:tr>
              <a:tr h="283736">
                <a:tc>
                  <a:txBody>
                    <a:bodyPr/>
                    <a:lstStyle/>
                    <a:p>
                      <a:pPr marL="0" algn="ctr" rtl="0" eaLnBrk="1" fontAlgn="base" latinLnBrk="0" hangingPunct="1">
                        <a:spcBef>
                          <a:spcPts val="0"/>
                        </a:spcBef>
                        <a:spcAft>
                          <a:spcPts val="0"/>
                        </a:spcAft>
                      </a:pPr>
                      <a:r>
                        <a:rPr lang="en-US" sz="1100" b="0" kern="1200" dirty="0">
                          <a:effectLst/>
                          <a:latin typeface="MULISH REGULAR ROMAN"/>
                        </a:rPr>
                        <a:t>7th Cir.</a:t>
                      </a:r>
                      <a:endParaRPr lang="en-US" sz="1100" b="0" dirty="0">
                        <a:effectLst/>
                        <a:latin typeface="MULISH REGULAR ROMAN"/>
                      </a:endParaRPr>
                    </a:p>
                  </a:txBody>
                  <a:tcPr marL="0" marR="0" marT="0" marB="0" anchor="ctr"/>
                </a:tc>
                <a:tc>
                  <a:txBody>
                    <a:bodyPr/>
                    <a:lstStyle/>
                    <a:p>
                      <a:pPr algn="ctr" fontAlgn="b"/>
                      <a:r>
                        <a:rPr lang="en-US" sz="1100" b="0" i="0" u="none" strike="noStrike">
                          <a:solidFill>
                            <a:srgbClr val="000000"/>
                          </a:solidFill>
                          <a:effectLst/>
                          <a:latin typeface="MULISH BLACK ROMAN"/>
                        </a:rPr>
                        <a:t>2</a:t>
                      </a:r>
                    </a:p>
                  </a:txBody>
                  <a:tcPr marL="9525" marR="9525" marT="9525" marB="0" anchor="b"/>
                </a:tc>
                <a:tc>
                  <a:txBody>
                    <a:bodyPr/>
                    <a:lstStyle/>
                    <a:p>
                      <a:pPr algn="ctr" fontAlgn="b"/>
                      <a:r>
                        <a:rPr lang="en-US" sz="1100" b="0" i="0" u="none" strike="noStrike">
                          <a:solidFill>
                            <a:srgbClr val="000000"/>
                          </a:solidFill>
                          <a:effectLst/>
                          <a:latin typeface="MULISH BLACK ROMAN"/>
                        </a:rPr>
                        <a:t>3%</a:t>
                      </a:r>
                    </a:p>
                  </a:txBody>
                  <a:tcPr marL="9525" marR="9525" marT="9525" marB="0" anchor="b"/>
                </a:tc>
                <a:tc>
                  <a:txBody>
                    <a:bodyPr/>
                    <a:lstStyle/>
                    <a:p>
                      <a:pPr algn="ctr" fontAlgn="b"/>
                      <a:r>
                        <a:rPr lang="en-US" sz="1100" b="0" i="0" u="none" strike="noStrike">
                          <a:solidFill>
                            <a:srgbClr val="000000"/>
                          </a:solidFill>
                          <a:effectLst/>
                          <a:latin typeface="MULISH BLACK ROMAN"/>
                        </a:rPr>
                        <a:t>2</a:t>
                      </a:r>
                    </a:p>
                  </a:txBody>
                  <a:tcPr marL="9525" marR="9525" marT="9525" marB="0" anchor="b"/>
                </a:tc>
                <a:tc>
                  <a:txBody>
                    <a:bodyPr/>
                    <a:lstStyle/>
                    <a:p>
                      <a:pPr algn="ctr" fontAlgn="b"/>
                      <a:r>
                        <a:rPr lang="en-US" sz="1100" b="0" i="0" u="none" strike="noStrike" dirty="0">
                          <a:solidFill>
                            <a:srgbClr val="000000"/>
                          </a:solidFill>
                          <a:effectLst/>
                          <a:latin typeface="MULISH BLACK ROMAN"/>
                        </a:rPr>
                        <a:t>1</a:t>
                      </a:r>
                    </a:p>
                  </a:txBody>
                  <a:tcPr marL="9525" marR="9525" marT="9525" marB="0" anchor="b"/>
                </a:tc>
                <a:tc>
                  <a:txBody>
                    <a:bodyPr/>
                    <a:lstStyle/>
                    <a:p>
                      <a:pPr algn="ctr" fontAlgn="b"/>
                      <a:r>
                        <a:rPr lang="en-US" sz="1100" b="0" i="0" u="none" strike="noStrike">
                          <a:solidFill>
                            <a:srgbClr val="000000"/>
                          </a:solidFill>
                          <a:effectLst/>
                          <a:latin typeface="MULISH BLACK ROMAN"/>
                        </a:rPr>
                        <a:t>1</a:t>
                      </a:r>
                    </a:p>
                  </a:txBody>
                  <a:tcPr marL="9525" marR="9525" marT="9525" marB="0" anchor="b"/>
                </a:tc>
                <a:tc>
                  <a:txBody>
                    <a:bodyPr/>
                    <a:lstStyle/>
                    <a:p>
                      <a:pPr algn="ctr" fontAlgn="b"/>
                      <a:r>
                        <a:rPr lang="en-US" sz="1100" b="0" i="0" u="none" strike="noStrike">
                          <a:solidFill>
                            <a:srgbClr val="000000"/>
                          </a:solidFill>
                          <a:effectLst/>
                          <a:latin typeface="MULISH BLACK ROMAN"/>
                        </a:rPr>
                        <a:t>50%</a:t>
                      </a:r>
                    </a:p>
                  </a:txBody>
                  <a:tcPr marL="9525" marR="9525" marT="9525" marB="0" anchor="b"/>
                </a:tc>
                <a:tc>
                  <a:txBody>
                    <a:bodyPr/>
                    <a:lstStyle/>
                    <a:p>
                      <a:pPr algn="ctr" fontAlgn="b"/>
                      <a:r>
                        <a:rPr lang="en-US" sz="1100" b="0" i="0" u="none" strike="noStrike">
                          <a:solidFill>
                            <a:srgbClr val="000000"/>
                          </a:solidFill>
                          <a:effectLst/>
                          <a:latin typeface="MULISH BLACK ROMAN"/>
                        </a:rPr>
                        <a:t>50%</a:t>
                      </a:r>
                    </a:p>
                  </a:txBody>
                  <a:tcPr marL="9525" marR="9525" marT="9525" marB="0" anchor="b"/>
                </a:tc>
                <a:extLst>
                  <a:ext uri="{0D108BD9-81ED-4DB2-BD59-A6C34878D82A}">
                    <a16:rowId xmlns:a16="http://schemas.microsoft.com/office/drawing/2014/main" val="10008"/>
                  </a:ext>
                </a:extLst>
              </a:tr>
              <a:tr h="283736">
                <a:tc>
                  <a:txBody>
                    <a:bodyPr/>
                    <a:lstStyle/>
                    <a:p>
                      <a:pPr marL="0" algn="ctr" rtl="0" eaLnBrk="1" fontAlgn="base" latinLnBrk="0" hangingPunct="1">
                        <a:spcBef>
                          <a:spcPts val="0"/>
                        </a:spcBef>
                        <a:spcAft>
                          <a:spcPts val="0"/>
                        </a:spcAft>
                      </a:pPr>
                      <a:r>
                        <a:rPr lang="en-US" sz="1100" b="0" kern="1200" dirty="0">
                          <a:latin typeface="MULISH REGULAR ROMAN"/>
                        </a:rPr>
                        <a:t>8th Cir.​</a:t>
                      </a:r>
                      <a:endParaRPr lang="en-US" sz="1100" b="0" dirty="0">
                        <a:effectLst/>
                        <a:latin typeface="MULISH REGULAR ROMAN"/>
                      </a:endParaRPr>
                    </a:p>
                  </a:txBody>
                  <a:tcPr marL="0" marR="0" marT="0" marB="0" anchor="ctr"/>
                </a:tc>
                <a:tc>
                  <a:txBody>
                    <a:bodyPr/>
                    <a:lstStyle/>
                    <a:p>
                      <a:pPr algn="ctr" fontAlgn="b"/>
                      <a:r>
                        <a:rPr lang="en-US" sz="1100" b="0" i="0" u="none" strike="noStrike">
                          <a:solidFill>
                            <a:srgbClr val="000000"/>
                          </a:solidFill>
                          <a:effectLst/>
                          <a:latin typeface="MULISH BLACK ROMAN"/>
                        </a:rPr>
                        <a:t>2</a:t>
                      </a:r>
                    </a:p>
                  </a:txBody>
                  <a:tcPr marL="9525" marR="9525" marT="9525" marB="0" anchor="b"/>
                </a:tc>
                <a:tc>
                  <a:txBody>
                    <a:bodyPr/>
                    <a:lstStyle/>
                    <a:p>
                      <a:pPr algn="ctr" fontAlgn="b"/>
                      <a:r>
                        <a:rPr lang="en-US" sz="1100" b="0" i="0" u="none" strike="noStrike">
                          <a:solidFill>
                            <a:srgbClr val="000000"/>
                          </a:solidFill>
                          <a:effectLst/>
                          <a:latin typeface="MULISH BLACK ROMAN"/>
                        </a:rPr>
                        <a:t>3%</a:t>
                      </a:r>
                    </a:p>
                  </a:txBody>
                  <a:tcPr marL="9525" marR="9525" marT="9525" marB="0" anchor="b"/>
                </a:tc>
                <a:tc>
                  <a:txBody>
                    <a:bodyPr/>
                    <a:lstStyle/>
                    <a:p>
                      <a:pPr algn="ctr" fontAlgn="b"/>
                      <a:r>
                        <a:rPr lang="en-US" sz="1100" b="0" i="0" u="none" strike="noStrike">
                          <a:solidFill>
                            <a:srgbClr val="000000"/>
                          </a:solidFill>
                          <a:effectLst/>
                          <a:latin typeface="MULISH BLACK ROMAN"/>
                        </a:rPr>
                        <a:t>1</a:t>
                      </a:r>
                    </a:p>
                  </a:txBody>
                  <a:tcPr marL="9525" marR="9525" marT="9525" marB="0" anchor="b"/>
                </a:tc>
                <a:tc>
                  <a:txBody>
                    <a:bodyPr/>
                    <a:lstStyle/>
                    <a:p>
                      <a:pPr algn="ctr" fontAlgn="b"/>
                      <a:r>
                        <a:rPr lang="en-US" sz="1100" b="0" i="0" u="none" strike="noStrike">
                          <a:solidFill>
                            <a:srgbClr val="000000"/>
                          </a:solidFill>
                          <a:effectLst/>
                          <a:latin typeface="MULISH BLACK ROMAN"/>
                        </a:rPr>
                        <a:t>0</a:t>
                      </a:r>
                    </a:p>
                  </a:txBody>
                  <a:tcPr marL="9525" marR="9525" marT="9525" marB="0" anchor="b"/>
                </a:tc>
                <a:tc>
                  <a:txBody>
                    <a:bodyPr/>
                    <a:lstStyle/>
                    <a:p>
                      <a:pPr algn="ctr" fontAlgn="b"/>
                      <a:r>
                        <a:rPr lang="en-US" sz="1100" b="0" i="0" u="none" strike="noStrike" dirty="0">
                          <a:solidFill>
                            <a:srgbClr val="000000"/>
                          </a:solidFill>
                          <a:effectLst/>
                          <a:latin typeface="MULISH BLACK ROMAN"/>
                        </a:rPr>
                        <a:t>1</a:t>
                      </a:r>
                    </a:p>
                  </a:txBody>
                  <a:tcPr marL="9525" marR="9525" marT="9525" marB="0" anchor="b"/>
                </a:tc>
                <a:tc>
                  <a:txBody>
                    <a:bodyPr/>
                    <a:lstStyle/>
                    <a:p>
                      <a:pPr algn="ctr" fontAlgn="b"/>
                      <a:r>
                        <a:rPr lang="en-US" sz="1100" b="0" i="0" u="none" strike="noStrike">
                          <a:solidFill>
                            <a:srgbClr val="000000"/>
                          </a:solidFill>
                          <a:effectLst/>
                          <a:latin typeface="MULISH BLACK ROMAN"/>
                        </a:rPr>
                        <a:t>0%</a:t>
                      </a:r>
                    </a:p>
                  </a:txBody>
                  <a:tcPr marL="9525" marR="9525" marT="9525" marB="0" anchor="b"/>
                </a:tc>
                <a:tc>
                  <a:txBody>
                    <a:bodyPr/>
                    <a:lstStyle/>
                    <a:p>
                      <a:pPr algn="ctr" fontAlgn="b"/>
                      <a:r>
                        <a:rPr lang="en-US" sz="1100" b="0" i="0" u="none" strike="noStrike">
                          <a:solidFill>
                            <a:srgbClr val="000000"/>
                          </a:solidFill>
                          <a:effectLst/>
                          <a:latin typeface="MULISH BLACK ROMAN"/>
                        </a:rPr>
                        <a:t>100%</a:t>
                      </a:r>
                    </a:p>
                  </a:txBody>
                  <a:tcPr marL="9525" marR="9525" marT="9525" marB="0" anchor="b"/>
                </a:tc>
                <a:extLst>
                  <a:ext uri="{0D108BD9-81ED-4DB2-BD59-A6C34878D82A}">
                    <a16:rowId xmlns:a16="http://schemas.microsoft.com/office/drawing/2014/main" val="10009"/>
                  </a:ext>
                </a:extLst>
              </a:tr>
              <a:tr h="283736">
                <a:tc>
                  <a:txBody>
                    <a:bodyPr/>
                    <a:lstStyle/>
                    <a:p>
                      <a:pPr marL="0" algn="ctr" rtl="0" eaLnBrk="1" fontAlgn="base" latinLnBrk="0" hangingPunct="1">
                        <a:spcBef>
                          <a:spcPts val="0"/>
                        </a:spcBef>
                        <a:spcAft>
                          <a:spcPts val="0"/>
                        </a:spcAft>
                      </a:pPr>
                      <a:r>
                        <a:rPr lang="en-US" sz="1100" b="0" kern="1200" dirty="0">
                          <a:effectLst/>
                          <a:latin typeface="MULISH REGULAR ROMAN"/>
                        </a:rPr>
                        <a:t>9th Cir.</a:t>
                      </a:r>
                      <a:endParaRPr lang="en-US" sz="1100" b="0" dirty="0">
                        <a:effectLst/>
                        <a:latin typeface="MULISH REGULAR ROMAN"/>
                      </a:endParaRPr>
                    </a:p>
                  </a:txBody>
                  <a:tcPr marL="0" marR="0" marT="0" marB="0" anchor="ctr"/>
                </a:tc>
                <a:tc>
                  <a:txBody>
                    <a:bodyPr/>
                    <a:lstStyle/>
                    <a:p>
                      <a:pPr algn="ctr" fontAlgn="b"/>
                      <a:r>
                        <a:rPr lang="en-US" sz="1100" b="0" i="0" u="none" strike="noStrike">
                          <a:solidFill>
                            <a:srgbClr val="000000"/>
                          </a:solidFill>
                          <a:effectLst/>
                          <a:latin typeface="MULISH BLACK ROMAN"/>
                        </a:rPr>
                        <a:t>6</a:t>
                      </a:r>
                    </a:p>
                  </a:txBody>
                  <a:tcPr marL="9525" marR="9525" marT="9525" marB="0" anchor="b"/>
                </a:tc>
                <a:tc>
                  <a:txBody>
                    <a:bodyPr/>
                    <a:lstStyle/>
                    <a:p>
                      <a:pPr algn="ctr" fontAlgn="b"/>
                      <a:r>
                        <a:rPr lang="en-US" sz="1100" b="0" i="0" u="none" strike="noStrike">
                          <a:solidFill>
                            <a:srgbClr val="000000"/>
                          </a:solidFill>
                          <a:effectLst/>
                          <a:latin typeface="MULISH BLACK ROMAN"/>
                        </a:rPr>
                        <a:t>9%</a:t>
                      </a:r>
                    </a:p>
                  </a:txBody>
                  <a:tcPr marL="9525" marR="9525" marT="9525" marB="0" anchor="b"/>
                </a:tc>
                <a:tc>
                  <a:txBody>
                    <a:bodyPr/>
                    <a:lstStyle/>
                    <a:p>
                      <a:pPr algn="ctr" fontAlgn="b"/>
                      <a:r>
                        <a:rPr lang="en-US" sz="1100" b="0" i="0" u="none" strike="noStrike">
                          <a:solidFill>
                            <a:srgbClr val="000000"/>
                          </a:solidFill>
                          <a:effectLst/>
                          <a:latin typeface="MULISH BLACK ROMAN"/>
                        </a:rPr>
                        <a:t>2</a:t>
                      </a:r>
                    </a:p>
                  </a:txBody>
                  <a:tcPr marL="9525" marR="9525" marT="9525" marB="0" anchor="b"/>
                </a:tc>
                <a:tc>
                  <a:txBody>
                    <a:bodyPr/>
                    <a:lstStyle/>
                    <a:p>
                      <a:pPr algn="ctr" fontAlgn="b"/>
                      <a:r>
                        <a:rPr lang="en-US" sz="1100" b="0" i="0" u="none" strike="noStrike">
                          <a:solidFill>
                            <a:srgbClr val="000000"/>
                          </a:solidFill>
                          <a:effectLst/>
                          <a:latin typeface="MULISH BLACK ROMAN"/>
                        </a:rPr>
                        <a:t>2</a:t>
                      </a:r>
                    </a:p>
                  </a:txBody>
                  <a:tcPr marL="9525" marR="9525" marT="9525" marB="0" anchor="b"/>
                </a:tc>
                <a:tc>
                  <a:txBody>
                    <a:bodyPr/>
                    <a:lstStyle/>
                    <a:p>
                      <a:pPr algn="ctr" fontAlgn="b"/>
                      <a:r>
                        <a:rPr lang="en-US" sz="1100" b="0" i="0" u="none" strike="noStrike" dirty="0">
                          <a:solidFill>
                            <a:srgbClr val="000000"/>
                          </a:solidFill>
                          <a:effectLst/>
                          <a:latin typeface="MULISH BLACK ROMAN"/>
                        </a:rPr>
                        <a:t>0</a:t>
                      </a:r>
                    </a:p>
                  </a:txBody>
                  <a:tcPr marL="9525" marR="9525" marT="9525" marB="0" anchor="b"/>
                </a:tc>
                <a:tc>
                  <a:txBody>
                    <a:bodyPr/>
                    <a:lstStyle/>
                    <a:p>
                      <a:pPr algn="ctr" fontAlgn="b"/>
                      <a:r>
                        <a:rPr lang="en-US" sz="1100" b="0" i="0" u="none" strike="noStrike">
                          <a:solidFill>
                            <a:srgbClr val="000000"/>
                          </a:solidFill>
                          <a:effectLst/>
                          <a:latin typeface="MULISH BLACK ROMAN"/>
                        </a:rPr>
                        <a:t>100%</a:t>
                      </a:r>
                    </a:p>
                  </a:txBody>
                  <a:tcPr marL="9525" marR="9525" marT="9525" marB="0" anchor="b"/>
                </a:tc>
                <a:tc>
                  <a:txBody>
                    <a:bodyPr/>
                    <a:lstStyle/>
                    <a:p>
                      <a:pPr algn="ctr" fontAlgn="b"/>
                      <a:r>
                        <a:rPr lang="en-US" sz="1100" b="0" i="0" u="none" strike="noStrike">
                          <a:solidFill>
                            <a:srgbClr val="000000"/>
                          </a:solidFill>
                          <a:effectLst/>
                          <a:latin typeface="MULISH BLACK ROMAN"/>
                        </a:rPr>
                        <a:t>0%</a:t>
                      </a:r>
                    </a:p>
                  </a:txBody>
                  <a:tcPr marL="9525" marR="9525" marT="9525" marB="0" anchor="b"/>
                </a:tc>
                <a:extLst>
                  <a:ext uri="{0D108BD9-81ED-4DB2-BD59-A6C34878D82A}">
                    <a16:rowId xmlns:a16="http://schemas.microsoft.com/office/drawing/2014/main" val="10010"/>
                  </a:ext>
                </a:extLst>
              </a:tr>
              <a:tr h="283736">
                <a:tc>
                  <a:txBody>
                    <a:bodyPr/>
                    <a:lstStyle/>
                    <a:p>
                      <a:pPr marL="0" algn="ctr" rtl="0" eaLnBrk="1" fontAlgn="base" latinLnBrk="0" hangingPunct="1">
                        <a:spcBef>
                          <a:spcPts val="0"/>
                        </a:spcBef>
                        <a:spcAft>
                          <a:spcPts val="0"/>
                        </a:spcAft>
                      </a:pPr>
                      <a:r>
                        <a:rPr lang="en-US" sz="1100" b="0" kern="1200" dirty="0">
                          <a:effectLst/>
                          <a:latin typeface="MULISH REGULAR ROMAN"/>
                        </a:rPr>
                        <a:t>10th Cir.</a:t>
                      </a:r>
                      <a:endParaRPr lang="en-US" sz="1100" b="0" dirty="0">
                        <a:effectLst/>
                        <a:latin typeface="MULISH REGULAR ROMAN"/>
                      </a:endParaRPr>
                    </a:p>
                  </a:txBody>
                  <a:tcPr marL="0" marR="0" marT="0" marB="0" anchor="ctr"/>
                </a:tc>
                <a:tc>
                  <a:txBody>
                    <a:bodyPr/>
                    <a:lstStyle/>
                    <a:p>
                      <a:pPr algn="ctr" fontAlgn="b"/>
                      <a:r>
                        <a:rPr lang="en-US" sz="1100" b="0" i="0" u="none" strike="noStrike">
                          <a:solidFill>
                            <a:srgbClr val="000000"/>
                          </a:solidFill>
                          <a:effectLst/>
                          <a:latin typeface="MULISH BLACK ROMAN"/>
                        </a:rPr>
                        <a:t>4</a:t>
                      </a:r>
                    </a:p>
                  </a:txBody>
                  <a:tcPr marL="9525" marR="9525" marT="9525" marB="0" anchor="b"/>
                </a:tc>
                <a:tc>
                  <a:txBody>
                    <a:bodyPr/>
                    <a:lstStyle/>
                    <a:p>
                      <a:pPr algn="ctr" fontAlgn="b"/>
                      <a:r>
                        <a:rPr lang="en-US" sz="1100" b="0" i="0" u="none" strike="noStrike">
                          <a:solidFill>
                            <a:srgbClr val="000000"/>
                          </a:solidFill>
                          <a:effectLst/>
                          <a:latin typeface="MULISH BLACK ROMAN"/>
                        </a:rPr>
                        <a:t>6%</a:t>
                      </a:r>
                    </a:p>
                  </a:txBody>
                  <a:tcPr marL="9525" marR="9525" marT="9525" marB="0" anchor="b"/>
                </a:tc>
                <a:tc>
                  <a:txBody>
                    <a:bodyPr/>
                    <a:lstStyle/>
                    <a:p>
                      <a:pPr algn="ctr" fontAlgn="b"/>
                      <a:r>
                        <a:rPr lang="en-US" sz="1100" b="0" i="0" u="none" strike="noStrike">
                          <a:solidFill>
                            <a:srgbClr val="000000"/>
                          </a:solidFill>
                          <a:effectLst/>
                          <a:latin typeface="MULISH BLACK ROMAN"/>
                        </a:rPr>
                        <a:t>3</a:t>
                      </a:r>
                    </a:p>
                  </a:txBody>
                  <a:tcPr marL="9525" marR="9525" marT="9525" marB="0" anchor="b"/>
                </a:tc>
                <a:tc>
                  <a:txBody>
                    <a:bodyPr/>
                    <a:lstStyle/>
                    <a:p>
                      <a:pPr algn="ctr" fontAlgn="b"/>
                      <a:r>
                        <a:rPr lang="en-US" sz="1100" b="0" i="0" u="none" strike="noStrike">
                          <a:solidFill>
                            <a:srgbClr val="000000"/>
                          </a:solidFill>
                          <a:effectLst/>
                          <a:latin typeface="MULISH BLACK ROMAN"/>
                        </a:rPr>
                        <a:t>3</a:t>
                      </a:r>
                    </a:p>
                  </a:txBody>
                  <a:tcPr marL="9525" marR="9525" marT="9525" marB="0" anchor="b"/>
                </a:tc>
                <a:tc>
                  <a:txBody>
                    <a:bodyPr/>
                    <a:lstStyle/>
                    <a:p>
                      <a:pPr algn="ctr" fontAlgn="b"/>
                      <a:r>
                        <a:rPr lang="en-US" sz="1100" b="0" i="0" u="none" strike="noStrike" dirty="0">
                          <a:solidFill>
                            <a:srgbClr val="000000"/>
                          </a:solidFill>
                          <a:effectLst/>
                          <a:latin typeface="MULISH BLACK ROMAN"/>
                        </a:rPr>
                        <a:t>0</a:t>
                      </a:r>
                    </a:p>
                  </a:txBody>
                  <a:tcPr marL="9525" marR="9525" marT="9525" marB="0" anchor="b"/>
                </a:tc>
                <a:tc>
                  <a:txBody>
                    <a:bodyPr/>
                    <a:lstStyle/>
                    <a:p>
                      <a:pPr algn="ctr" fontAlgn="b"/>
                      <a:r>
                        <a:rPr lang="en-US" sz="1100" b="0" i="0" u="none" strike="noStrike" dirty="0">
                          <a:solidFill>
                            <a:srgbClr val="000000"/>
                          </a:solidFill>
                          <a:effectLst/>
                          <a:latin typeface="MULISH BLACK ROMAN"/>
                        </a:rPr>
                        <a:t>100%</a:t>
                      </a:r>
                    </a:p>
                  </a:txBody>
                  <a:tcPr marL="9525" marR="9525" marT="9525" marB="0" anchor="b"/>
                </a:tc>
                <a:tc>
                  <a:txBody>
                    <a:bodyPr/>
                    <a:lstStyle/>
                    <a:p>
                      <a:pPr algn="ctr" fontAlgn="b"/>
                      <a:r>
                        <a:rPr lang="en-US" sz="1100" b="0" i="0" u="none" strike="noStrike">
                          <a:solidFill>
                            <a:srgbClr val="000000"/>
                          </a:solidFill>
                          <a:effectLst/>
                          <a:latin typeface="MULISH BLACK ROMAN"/>
                        </a:rPr>
                        <a:t>0%</a:t>
                      </a:r>
                    </a:p>
                  </a:txBody>
                  <a:tcPr marL="9525" marR="9525" marT="9525" marB="0" anchor="b"/>
                </a:tc>
                <a:extLst>
                  <a:ext uri="{0D108BD9-81ED-4DB2-BD59-A6C34878D82A}">
                    <a16:rowId xmlns:a16="http://schemas.microsoft.com/office/drawing/2014/main" val="10011"/>
                  </a:ext>
                </a:extLst>
              </a:tr>
              <a:tr h="283736">
                <a:tc>
                  <a:txBody>
                    <a:bodyPr/>
                    <a:lstStyle/>
                    <a:p>
                      <a:pPr marL="0" algn="ctr" rtl="0" eaLnBrk="1" fontAlgn="base" latinLnBrk="0" hangingPunct="1">
                        <a:spcBef>
                          <a:spcPts val="0"/>
                        </a:spcBef>
                        <a:spcAft>
                          <a:spcPts val="0"/>
                        </a:spcAft>
                      </a:pPr>
                      <a:r>
                        <a:rPr lang="en-US" sz="1100" b="0" kern="1200" dirty="0">
                          <a:effectLst/>
                          <a:latin typeface="MULISH REGULAR ROMAN"/>
                        </a:rPr>
                        <a:t>11th Cir.</a:t>
                      </a:r>
                      <a:endParaRPr lang="en-US" sz="1100" b="0" dirty="0">
                        <a:effectLst/>
                        <a:latin typeface="MULISH REGULAR ROMAN"/>
                      </a:endParaRPr>
                    </a:p>
                  </a:txBody>
                  <a:tcPr marL="0" marR="0" marT="0" marB="0" anchor="ctr"/>
                </a:tc>
                <a:tc>
                  <a:txBody>
                    <a:bodyPr/>
                    <a:lstStyle/>
                    <a:p>
                      <a:pPr algn="ctr" fontAlgn="b"/>
                      <a:r>
                        <a:rPr lang="en-US" sz="1100" b="0" i="0" u="none" strike="noStrike">
                          <a:solidFill>
                            <a:srgbClr val="000000"/>
                          </a:solidFill>
                          <a:effectLst/>
                          <a:latin typeface="MULISH BLACK ROMAN"/>
                        </a:rPr>
                        <a:t>4</a:t>
                      </a:r>
                    </a:p>
                  </a:txBody>
                  <a:tcPr marL="9525" marR="9525" marT="9525" marB="0" anchor="b"/>
                </a:tc>
                <a:tc>
                  <a:txBody>
                    <a:bodyPr/>
                    <a:lstStyle/>
                    <a:p>
                      <a:pPr algn="ctr" fontAlgn="b"/>
                      <a:r>
                        <a:rPr lang="en-US" sz="1100" b="0" i="0" u="none" strike="noStrike">
                          <a:solidFill>
                            <a:srgbClr val="000000"/>
                          </a:solidFill>
                          <a:effectLst/>
                          <a:latin typeface="MULISH BLACK ROMAN"/>
                        </a:rPr>
                        <a:t>6%</a:t>
                      </a:r>
                    </a:p>
                  </a:txBody>
                  <a:tcPr marL="9525" marR="9525" marT="9525" marB="0" anchor="b"/>
                </a:tc>
                <a:tc>
                  <a:txBody>
                    <a:bodyPr/>
                    <a:lstStyle/>
                    <a:p>
                      <a:pPr algn="ctr" fontAlgn="b"/>
                      <a:r>
                        <a:rPr lang="en-US" sz="1100" b="0" i="0" u="none" strike="noStrike">
                          <a:solidFill>
                            <a:srgbClr val="000000"/>
                          </a:solidFill>
                          <a:effectLst/>
                          <a:latin typeface="MULISH BLACK ROMAN"/>
                        </a:rPr>
                        <a:t>2</a:t>
                      </a:r>
                    </a:p>
                  </a:txBody>
                  <a:tcPr marL="9525" marR="9525" marT="9525" marB="0" anchor="b"/>
                </a:tc>
                <a:tc>
                  <a:txBody>
                    <a:bodyPr/>
                    <a:lstStyle/>
                    <a:p>
                      <a:pPr algn="ctr" fontAlgn="b"/>
                      <a:r>
                        <a:rPr lang="en-US" sz="1100" b="0" i="0" u="none" strike="noStrike">
                          <a:solidFill>
                            <a:srgbClr val="000000"/>
                          </a:solidFill>
                          <a:effectLst/>
                          <a:latin typeface="MULISH BLACK ROMAN"/>
                        </a:rPr>
                        <a:t>1</a:t>
                      </a:r>
                    </a:p>
                  </a:txBody>
                  <a:tcPr marL="9525" marR="9525" marT="9525" marB="0" anchor="b"/>
                </a:tc>
                <a:tc>
                  <a:txBody>
                    <a:bodyPr/>
                    <a:lstStyle/>
                    <a:p>
                      <a:pPr algn="ctr" fontAlgn="b"/>
                      <a:r>
                        <a:rPr lang="en-US" sz="1100" b="0" i="0" u="none" strike="noStrike">
                          <a:solidFill>
                            <a:srgbClr val="000000"/>
                          </a:solidFill>
                          <a:effectLst/>
                          <a:latin typeface="MULISH BLACK ROMAN"/>
                        </a:rPr>
                        <a:t>1</a:t>
                      </a:r>
                    </a:p>
                  </a:txBody>
                  <a:tcPr marL="9525" marR="9525" marT="9525" marB="0" anchor="b"/>
                </a:tc>
                <a:tc>
                  <a:txBody>
                    <a:bodyPr/>
                    <a:lstStyle/>
                    <a:p>
                      <a:pPr algn="ctr" fontAlgn="b"/>
                      <a:r>
                        <a:rPr lang="en-US" sz="1100" b="0" i="0" u="none" strike="noStrike" dirty="0">
                          <a:solidFill>
                            <a:srgbClr val="000000"/>
                          </a:solidFill>
                          <a:effectLst/>
                          <a:latin typeface="MULISH BLACK ROMAN"/>
                        </a:rPr>
                        <a:t>50%</a:t>
                      </a:r>
                    </a:p>
                  </a:txBody>
                  <a:tcPr marL="9525" marR="9525" marT="9525" marB="0" anchor="b"/>
                </a:tc>
                <a:tc>
                  <a:txBody>
                    <a:bodyPr/>
                    <a:lstStyle/>
                    <a:p>
                      <a:pPr algn="ctr" fontAlgn="b"/>
                      <a:r>
                        <a:rPr lang="en-US" sz="1100" b="0" i="0" u="none" strike="noStrike">
                          <a:solidFill>
                            <a:srgbClr val="000000"/>
                          </a:solidFill>
                          <a:effectLst/>
                          <a:latin typeface="MULISH BLACK ROMAN"/>
                        </a:rPr>
                        <a:t>50%</a:t>
                      </a:r>
                    </a:p>
                  </a:txBody>
                  <a:tcPr marL="9525" marR="9525" marT="9525" marB="0" anchor="b"/>
                </a:tc>
                <a:extLst>
                  <a:ext uri="{0D108BD9-81ED-4DB2-BD59-A6C34878D82A}">
                    <a16:rowId xmlns:a16="http://schemas.microsoft.com/office/drawing/2014/main" val="10012"/>
                  </a:ext>
                </a:extLst>
              </a:tr>
              <a:tr h="283736">
                <a:tc>
                  <a:txBody>
                    <a:bodyPr/>
                    <a:lstStyle/>
                    <a:p>
                      <a:pPr marL="0" algn="ctr" rtl="0">
                        <a:spcBef>
                          <a:spcPts val="0"/>
                        </a:spcBef>
                        <a:spcAft>
                          <a:spcPts val="0"/>
                        </a:spcAft>
                      </a:pPr>
                      <a:r>
                        <a:rPr lang="en-US" sz="1100" b="0" kern="1200" dirty="0">
                          <a:effectLst/>
                          <a:latin typeface="MULISH REGULAR ROMAN"/>
                        </a:rPr>
                        <a:t>D.C. Cir.</a:t>
                      </a:r>
                      <a:endParaRPr lang="en-US" sz="1100" b="0" dirty="0">
                        <a:effectLst/>
                        <a:latin typeface="MULISH REGULAR ROMAN"/>
                      </a:endParaRPr>
                    </a:p>
                  </a:txBody>
                  <a:tcPr marL="0" marR="0" marT="0" marB="0" anchor="ctr"/>
                </a:tc>
                <a:tc>
                  <a:txBody>
                    <a:bodyPr/>
                    <a:lstStyle/>
                    <a:p>
                      <a:pPr algn="ctr" fontAlgn="b"/>
                      <a:r>
                        <a:rPr lang="en-US" sz="1100" b="0" i="0" u="none" strike="noStrike">
                          <a:solidFill>
                            <a:srgbClr val="000000"/>
                          </a:solidFill>
                          <a:effectLst/>
                          <a:latin typeface="MULISH BLACK ROMAN"/>
                        </a:rPr>
                        <a:t>5</a:t>
                      </a:r>
                    </a:p>
                  </a:txBody>
                  <a:tcPr marL="9525" marR="9525" marT="9525" marB="0" anchor="b"/>
                </a:tc>
                <a:tc>
                  <a:txBody>
                    <a:bodyPr/>
                    <a:lstStyle/>
                    <a:p>
                      <a:pPr algn="ctr" fontAlgn="b"/>
                      <a:r>
                        <a:rPr lang="en-US" sz="1100" b="0" i="0" u="none" strike="noStrike">
                          <a:solidFill>
                            <a:srgbClr val="000000"/>
                          </a:solidFill>
                          <a:effectLst/>
                          <a:latin typeface="MULISH BLACK ROMAN"/>
                        </a:rPr>
                        <a:t>7.5%</a:t>
                      </a:r>
                    </a:p>
                  </a:txBody>
                  <a:tcPr marL="9525" marR="9525" marT="9525" marB="0" anchor="b"/>
                </a:tc>
                <a:tc>
                  <a:txBody>
                    <a:bodyPr/>
                    <a:lstStyle/>
                    <a:p>
                      <a:pPr algn="ctr" fontAlgn="b"/>
                      <a:r>
                        <a:rPr lang="en-US" sz="1100" b="0" i="0" u="none" strike="noStrike">
                          <a:solidFill>
                            <a:srgbClr val="000000"/>
                          </a:solidFill>
                          <a:effectLst/>
                          <a:latin typeface="MULISH BLACK ROMAN"/>
                        </a:rPr>
                        <a:t>4</a:t>
                      </a:r>
                    </a:p>
                  </a:txBody>
                  <a:tcPr marL="9525" marR="9525" marT="9525" marB="0" anchor="b"/>
                </a:tc>
                <a:tc>
                  <a:txBody>
                    <a:bodyPr/>
                    <a:lstStyle/>
                    <a:p>
                      <a:pPr algn="ctr" fontAlgn="b"/>
                      <a:r>
                        <a:rPr lang="en-US" sz="1100" b="0" i="0" u="none" strike="noStrike">
                          <a:solidFill>
                            <a:srgbClr val="000000"/>
                          </a:solidFill>
                          <a:effectLst/>
                          <a:latin typeface="MULISH BLACK ROMAN"/>
                        </a:rPr>
                        <a:t>2</a:t>
                      </a:r>
                    </a:p>
                  </a:txBody>
                  <a:tcPr marL="9525" marR="9525" marT="9525" marB="0" anchor="b"/>
                </a:tc>
                <a:tc>
                  <a:txBody>
                    <a:bodyPr/>
                    <a:lstStyle/>
                    <a:p>
                      <a:pPr algn="ctr" fontAlgn="b"/>
                      <a:r>
                        <a:rPr lang="en-US" sz="1100" b="0" i="0" u="none" strike="noStrike" dirty="0">
                          <a:solidFill>
                            <a:srgbClr val="000000"/>
                          </a:solidFill>
                          <a:effectLst/>
                          <a:latin typeface="MULISH BLACK ROMAN"/>
                        </a:rPr>
                        <a:t>2</a:t>
                      </a:r>
                    </a:p>
                  </a:txBody>
                  <a:tcPr marL="9525" marR="9525" marT="9525" marB="0" anchor="b"/>
                </a:tc>
                <a:tc>
                  <a:txBody>
                    <a:bodyPr/>
                    <a:lstStyle/>
                    <a:p>
                      <a:pPr algn="ctr" fontAlgn="b"/>
                      <a:r>
                        <a:rPr lang="en-US" sz="1100" b="0" i="0" u="none" strike="noStrike" dirty="0">
                          <a:solidFill>
                            <a:srgbClr val="000000"/>
                          </a:solidFill>
                          <a:effectLst/>
                          <a:latin typeface="MULISH BLACK ROMAN"/>
                        </a:rPr>
                        <a:t>50%</a:t>
                      </a:r>
                    </a:p>
                  </a:txBody>
                  <a:tcPr marL="9525" marR="9525" marT="9525" marB="0" anchor="b"/>
                </a:tc>
                <a:tc>
                  <a:txBody>
                    <a:bodyPr/>
                    <a:lstStyle/>
                    <a:p>
                      <a:pPr algn="ctr" fontAlgn="b"/>
                      <a:r>
                        <a:rPr lang="en-US" sz="1100" b="0" i="0" u="none" strike="noStrike">
                          <a:solidFill>
                            <a:srgbClr val="000000"/>
                          </a:solidFill>
                          <a:effectLst/>
                          <a:latin typeface="MULISH BLACK ROMAN"/>
                        </a:rPr>
                        <a:t>50%</a:t>
                      </a:r>
                    </a:p>
                  </a:txBody>
                  <a:tcPr marL="9525" marR="9525" marT="9525" marB="0" anchor="b"/>
                </a:tc>
                <a:extLst>
                  <a:ext uri="{0D108BD9-81ED-4DB2-BD59-A6C34878D82A}">
                    <a16:rowId xmlns:a16="http://schemas.microsoft.com/office/drawing/2014/main" val="10013"/>
                  </a:ext>
                </a:extLst>
              </a:tr>
              <a:tr h="283736">
                <a:tc>
                  <a:txBody>
                    <a:bodyPr/>
                    <a:lstStyle/>
                    <a:p>
                      <a:pPr marL="0" algn="ctr" rtl="0">
                        <a:spcBef>
                          <a:spcPts val="0"/>
                        </a:spcBef>
                        <a:spcAft>
                          <a:spcPts val="0"/>
                        </a:spcAft>
                      </a:pPr>
                      <a:r>
                        <a:rPr lang="en-US" sz="1100" b="0" kern="1200" dirty="0">
                          <a:latin typeface="MULISH REGULAR ROMAN"/>
                        </a:rPr>
                        <a:t>Fed. Cir.​</a:t>
                      </a:r>
                      <a:endParaRPr lang="en-US" sz="1100" b="0" dirty="0">
                        <a:effectLst/>
                        <a:latin typeface="MULISH REGULAR ROMAN"/>
                      </a:endParaRPr>
                    </a:p>
                  </a:txBody>
                  <a:tcPr marL="0" marR="0" marT="0" marB="0" anchor="ctr"/>
                </a:tc>
                <a:tc>
                  <a:txBody>
                    <a:bodyPr/>
                    <a:lstStyle/>
                    <a:p>
                      <a:pPr algn="ctr" fontAlgn="b"/>
                      <a:r>
                        <a:rPr lang="en-US" sz="1100" b="0" i="0" u="none" strike="noStrike">
                          <a:solidFill>
                            <a:srgbClr val="000000"/>
                          </a:solidFill>
                          <a:effectLst/>
                          <a:latin typeface="MULISH BLACK ROMAN"/>
                        </a:rPr>
                        <a:t>3</a:t>
                      </a:r>
                    </a:p>
                  </a:txBody>
                  <a:tcPr marL="9525" marR="9525" marT="9525" marB="0" anchor="b"/>
                </a:tc>
                <a:tc>
                  <a:txBody>
                    <a:bodyPr/>
                    <a:lstStyle/>
                    <a:p>
                      <a:pPr algn="ctr" fontAlgn="b"/>
                      <a:r>
                        <a:rPr lang="en-US" sz="1100" b="0" i="0" u="none" strike="noStrike">
                          <a:solidFill>
                            <a:srgbClr val="000000"/>
                          </a:solidFill>
                          <a:effectLst/>
                          <a:latin typeface="MULISH BLACK ROMAN"/>
                        </a:rPr>
                        <a:t>4.5%</a:t>
                      </a:r>
                    </a:p>
                  </a:txBody>
                  <a:tcPr marL="9525" marR="9525" marT="9525" marB="0" anchor="b"/>
                </a:tc>
                <a:tc>
                  <a:txBody>
                    <a:bodyPr/>
                    <a:lstStyle/>
                    <a:p>
                      <a:pPr algn="ctr" fontAlgn="b"/>
                      <a:r>
                        <a:rPr lang="en-US" sz="1100" b="0" i="0" u="none" strike="noStrike">
                          <a:solidFill>
                            <a:srgbClr val="000000"/>
                          </a:solidFill>
                          <a:effectLst/>
                          <a:latin typeface="MULISH BLACK ROMAN"/>
                        </a:rPr>
                        <a:t>2</a:t>
                      </a:r>
                    </a:p>
                  </a:txBody>
                  <a:tcPr marL="9525" marR="9525" marT="9525" marB="0" anchor="b"/>
                </a:tc>
                <a:tc>
                  <a:txBody>
                    <a:bodyPr/>
                    <a:lstStyle/>
                    <a:p>
                      <a:pPr algn="ctr" fontAlgn="b"/>
                      <a:r>
                        <a:rPr lang="en-US" sz="1100" b="0" i="0" u="none" strike="noStrike">
                          <a:solidFill>
                            <a:srgbClr val="000000"/>
                          </a:solidFill>
                          <a:effectLst/>
                          <a:latin typeface="MULISH BLACK ROMAN"/>
                        </a:rPr>
                        <a:t>1</a:t>
                      </a:r>
                    </a:p>
                  </a:txBody>
                  <a:tcPr marL="9525" marR="9525" marT="9525" marB="0" anchor="b"/>
                </a:tc>
                <a:tc>
                  <a:txBody>
                    <a:bodyPr/>
                    <a:lstStyle/>
                    <a:p>
                      <a:pPr algn="ctr" fontAlgn="b"/>
                      <a:r>
                        <a:rPr lang="en-US" sz="1100" b="0" i="0" u="none" strike="noStrike">
                          <a:solidFill>
                            <a:srgbClr val="000000"/>
                          </a:solidFill>
                          <a:effectLst/>
                          <a:latin typeface="MULISH BLACK ROMAN"/>
                        </a:rPr>
                        <a:t>1</a:t>
                      </a:r>
                    </a:p>
                  </a:txBody>
                  <a:tcPr marL="9525" marR="9525" marT="9525" marB="0" anchor="b"/>
                </a:tc>
                <a:tc>
                  <a:txBody>
                    <a:bodyPr/>
                    <a:lstStyle/>
                    <a:p>
                      <a:pPr algn="ctr" fontAlgn="b"/>
                      <a:r>
                        <a:rPr lang="en-US" sz="1100" b="0" i="0" u="none" strike="noStrike">
                          <a:solidFill>
                            <a:srgbClr val="000000"/>
                          </a:solidFill>
                          <a:effectLst/>
                          <a:latin typeface="MULISH BLACK ROMAN"/>
                        </a:rPr>
                        <a:t>50%</a:t>
                      </a:r>
                    </a:p>
                  </a:txBody>
                  <a:tcPr marL="9525" marR="9525" marT="9525" marB="0" anchor="b"/>
                </a:tc>
                <a:tc>
                  <a:txBody>
                    <a:bodyPr/>
                    <a:lstStyle/>
                    <a:p>
                      <a:pPr algn="ctr" fontAlgn="b"/>
                      <a:r>
                        <a:rPr lang="en-US" sz="1100" b="0" i="0" u="none" strike="noStrike" dirty="0">
                          <a:solidFill>
                            <a:srgbClr val="000000"/>
                          </a:solidFill>
                          <a:effectLst/>
                          <a:latin typeface="MULISH BLACK ROMAN"/>
                        </a:rPr>
                        <a:t>50%</a:t>
                      </a:r>
                    </a:p>
                  </a:txBody>
                  <a:tcPr marL="9525" marR="9525" marT="9525" marB="0" anchor="b"/>
                </a:tc>
                <a:extLst>
                  <a:ext uri="{0D108BD9-81ED-4DB2-BD59-A6C34878D82A}">
                    <a16:rowId xmlns:a16="http://schemas.microsoft.com/office/drawing/2014/main" val="10014"/>
                  </a:ext>
                </a:extLst>
              </a:tr>
              <a:tr h="283736">
                <a:tc>
                  <a:txBody>
                    <a:bodyPr/>
                    <a:lstStyle/>
                    <a:p>
                      <a:pPr marL="0" algn="ctr" rtl="0" eaLnBrk="1" fontAlgn="base" latinLnBrk="0" hangingPunct="1">
                        <a:spcBef>
                          <a:spcPts val="0"/>
                        </a:spcBef>
                        <a:spcAft>
                          <a:spcPts val="0"/>
                        </a:spcAft>
                      </a:pPr>
                      <a:r>
                        <a:rPr lang="en-US" sz="1100" b="0" kern="1200" dirty="0">
                          <a:latin typeface="MULISH REGULAR ROMAN"/>
                        </a:rPr>
                        <a:t>State​ Court</a:t>
                      </a:r>
                      <a:endParaRPr lang="en-US" sz="1100" b="0" dirty="0">
                        <a:effectLst/>
                        <a:latin typeface="MULISH REGULAR ROMAN"/>
                      </a:endParaRPr>
                    </a:p>
                  </a:txBody>
                  <a:tcPr marL="0" marR="0" marT="0" marB="0" anchor="ctr"/>
                </a:tc>
                <a:tc>
                  <a:txBody>
                    <a:bodyPr/>
                    <a:lstStyle/>
                    <a:p>
                      <a:pPr algn="ctr" fontAlgn="b"/>
                      <a:r>
                        <a:rPr lang="en-US" sz="1100" b="0" i="0" u="none" strike="noStrike">
                          <a:solidFill>
                            <a:srgbClr val="000000"/>
                          </a:solidFill>
                          <a:effectLst/>
                          <a:latin typeface="MULISH BLACK ROMAN"/>
                        </a:rPr>
                        <a:t>4</a:t>
                      </a:r>
                    </a:p>
                  </a:txBody>
                  <a:tcPr marL="9525" marR="9525" marT="9525" marB="0" anchor="b"/>
                </a:tc>
                <a:tc>
                  <a:txBody>
                    <a:bodyPr/>
                    <a:lstStyle/>
                    <a:p>
                      <a:pPr algn="ctr" fontAlgn="b"/>
                      <a:r>
                        <a:rPr lang="en-US" sz="1100" b="0" i="0" u="none" strike="noStrike">
                          <a:solidFill>
                            <a:srgbClr val="000000"/>
                          </a:solidFill>
                          <a:effectLst/>
                          <a:latin typeface="MULISH BLACK ROMAN"/>
                        </a:rPr>
                        <a:t>6%</a:t>
                      </a:r>
                    </a:p>
                  </a:txBody>
                  <a:tcPr marL="9525" marR="9525" marT="9525" marB="0" anchor="b"/>
                </a:tc>
                <a:tc>
                  <a:txBody>
                    <a:bodyPr/>
                    <a:lstStyle/>
                    <a:p>
                      <a:pPr algn="ctr" fontAlgn="b"/>
                      <a:r>
                        <a:rPr lang="en-US" sz="1100" b="0" i="0" u="none" strike="noStrike">
                          <a:solidFill>
                            <a:srgbClr val="000000"/>
                          </a:solidFill>
                          <a:effectLst/>
                          <a:latin typeface="MULISH BLACK ROMAN"/>
                        </a:rPr>
                        <a:t>4</a:t>
                      </a:r>
                    </a:p>
                  </a:txBody>
                  <a:tcPr marL="9525" marR="9525" marT="9525" marB="0" anchor="b"/>
                </a:tc>
                <a:tc>
                  <a:txBody>
                    <a:bodyPr/>
                    <a:lstStyle/>
                    <a:p>
                      <a:pPr algn="ctr" fontAlgn="b"/>
                      <a:r>
                        <a:rPr lang="en-US" sz="1100" b="0" i="0" u="none" strike="noStrike">
                          <a:solidFill>
                            <a:srgbClr val="000000"/>
                          </a:solidFill>
                          <a:effectLst/>
                          <a:latin typeface="MULISH BLACK ROMAN"/>
                        </a:rPr>
                        <a:t>3</a:t>
                      </a:r>
                    </a:p>
                  </a:txBody>
                  <a:tcPr marL="9525" marR="9525" marT="9525" marB="0" anchor="b"/>
                </a:tc>
                <a:tc>
                  <a:txBody>
                    <a:bodyPr/>
                    <a:lstStyle/>
                    <a:p>
                      <a:pPr algn="ctr" fontAlgn="b"/>
                      <a:r>
                        <a:rPr lang="en-US" sz="1100" b="0" i="0" u="none" strike="noStrike">
                          <a:solidFill>
                            <a:srgbClr val="000000"/>
                          </a:solidFill>
                          <a:effectLst/>
                          <a:latin typeface="MULISH BLACK ROMAN"/>
                        </a:rPr>
                        <a:t>1</a:t>
                      </a:r>
                    </a:p>
                  </a:txBody>
                  <a:tcPr marL="9525" marR="9525" marT="9525" marB="0" anchor="b"/>
                </a:tc>
                <a:tc>
                  <a:txBody>
                    <a:bodyPr/>
                    <a:lstStyle/>
                    <a:p>
                      <a:pPr algn="ctr" fontAlgn="b"/>
                      <a:r>
                        <a:rPr lang="en-US" sz="1100" b="0" i="0" u="none" strike="noStrike">
                          <a:solidFill>
                            <a:srgbClr val="000000"/>
                          </a:solidFill>
                          <a:effectLst/>
                          <a:latin typeface="MULISH BLACK ROMAN"/>
                        </a:rPr>
                        <a:t>75%</a:t>
                      </a:r>
                    </a:p>
                  </a:txBody>
                  <a:tcPr marL="9525" marR="9525" marT="9525" marB="0" anchor="b"/>
                </a:tc>
                <a:tc>
                  <a:txBody>
                    <a:bodyPr/>
                    <a:lstStyle/>
                    <a:p>
                      <a:pPr algn="ctr" fontAlgn="b"/>
                      <a:r>
                        <a:rPr lang="en-US" sz="1100" b="0" i="0" u="none" strike="noStrike" dirty="0">
                          <a:solidFill>
                            <a:srgbClr val="000000"/>
                          </a:solidFill>
                          <a:effectLst/>
                          <a:latin typeface="MULISH BLACK ROMAN"/>
                        </a:rPr>
                        <a:t>25%</a:t>
                      </a:r>
                    </a:p>
                  </a:txBody>
                  <a:tcPr marL="9525" marR="9525" marT="9525" marB="0" anchor="b"/>
                </a:tc>
                <a:extLst>
                  <a:ext uri="{0D108BD9-81ED-4DB2-BD59-A6C34878D82A}">
                    <a16:rowId xmlns:a16="http://schemas.microsoft.com/office/drawing/2014/main" val="10016"/>
                  </a:ext>
                </a:extLst>
              </a:tr>
              <a:tr h="283736">
                <a:tc>
                  <a:txBody>
                    <a:bodyPr/>
                    <a:lstStyle/>
                    <a:p>
                      <a:pPr marL="0" algn="ctr" rtl="0">
                        <a:spcBef>
                          <a:spcPts val="0"/>
                        </a:spcBef>
                        <a:spcAft>
                          <a:spcPts val="0"/>
                        </a:spcAft>
                      </a:pPr>
                      <a:r>
                        <a:rPr lang="en-US" sz="1100" b="0" kern="1200" dirty="0">
                          <a:latin typeface="MULISH REGULAR ROMAN"/>
                        </a:rPr>
                        <a:t>District Court</a:t>
                      </a:r>
                      <a:endParaRPr lang="en-US" sz="1100" b="0" dirty="0">
                        <a:effectLst/>
                        <a:latin typeface="MULISH REGULAR ROMAN"/>
                      </a:endParaRPr>
                    </a:p>
                  </a:txBody>
                  <a:tcPr marL="0" marR="0" marT="0" marB="0" anchor="ctr"/>
                </a:tc>
                <a:tc>
                  <a:txBody>
                    <a:bodyPr/>
                    <a:lstStyle/>
                    <a:p>
                      <a:pPr algn="ctr" fontAlgn="b"/>
                      <a:r>
                        <a:rPr lang="en-US" sz="1100" b="0" i="0" u="none" strike="noStrike">
                          <a:solidFill>
                            <a:srgbClr val="000000"/>
                          </a:solidFill>
                          <a:effectLst/>
                          <a:latin typeface="MULISH BLACK ROMAN"/>
                        </a:rPr>
                        <a:t>3</a:t>
                      </a:r>
                    </a:p>
                  </a:txBody>
                  <a:tcPr marL="9525" marR="9525" marT="9525" marB="0" anchor="b"/>
                </a:tc>
                <a:tc>
                  <a:txBody>
                    <a:bodyPr/>
                    <a:lstStyle/>
                    <a:p>
                      <a:pPr algn="ctr" fontAlgn="b"/>
                      <a:r>
                        <a:rPr lang="en-US" sz="1100" b="0" i="0" u="none" strike="noStrike">
                          <a:solidFill>
                            <a:srgbClr val="000000"/>
                          </a:solidFill>
                          <a:effectLst/>
                          <a:latin typeface="MULISH BLACK ROMAN"/>
                        </a:rPr>
                        <a:t>4.5%</a:t>
                      </a:r>
                    </a:p>
                  </a:txBody>
                  <a:tcPr marL="9525" marR="9525" marT="9525" marB="0" anchor="b"/>
                </a:tc>
                <a:tc>
                  <a:txBody>
                    <a:bodyPr/>
                    <a:lstStyle/>
                    <a:p>
                      <a:pPr algn="ctr" fontAlgn="b"/>
                      <a:r>
                        <a:rPr lang="en-US" sz="1100" b="0" i="0" u="none" strike="noStrike">
                          <a:solidFill>
                            <a:srgbClr val="000000"/>
                          </a:solidFill>
                          <a:effectLst/>
                          <a:latin typeface="MULISH BLACK ROMAN"/>
                        </a:rPr>
                        <a:t>0</a:t>
                      </a:r>
                    </a:p>
                  </a:txBody>
                  <a:tcPr marL="9525" marR="9525" marT="9525" marB="0" anchor="b"/>
                </a:tc>
                <a:tc>
                  <a:txBody>
                    <a:bodyPr/>
                    <a:lstStyle/>
                    <a:p>
                      <a:pPr algn="ctr" fontAlgn="b"/>
                      <a:r>
                        <a:rPr lang="en-US" sz="1100" b="0" i="0" u="none" strike="noStrike">
                          <a:solidFill>
                            <a:srgbClr val="000000"/>
                          </a:solidFill>
                          <a:effectLst/>
                          <a:latin typeface="MULISH BLACK ROMAN"/>
                        </a:rPr>
                        <a:t>0</a:t>
                      </a:r>
                    </a:p>
                  </a:txBody>
                  <a:tcPr marL="9525" marR="9525" marT="9525" marB="0" anchor="b"/>
                </a:tc>
                <a:tc>
                  <a:txBody>
                    <a:bodyPr/>
                    <a:lstStyle/>
                    <a:p>
                      <a:pPr algn="ctr" fontAlgn="b"/>
                      <a:r>
                        <a:rPr lang="en-US" sz="1100" b="0" i="0" u="none" strike="noStrike">
                          <a:solidFill>
                            <a:srgbClr val="000000"/>
                          </a:solidFill>
                          <a:effectLst/>
                          <a:latin typeface="MULISH BLACK ROMAN"/>
                        </a:rPr>
                        <a:t>0</a:t>
                      </a:r>
                    </a:p>
                  </a:txBody>
                  <a:tcPr marL="9525" marR="9525" marT="9525" marB="0" anchor="b"/>
                </a:tc>
                <a:tc>
                  <a:txBody>
                    <a:bodyPr/>
                    <a:lstStyle/>
                    <a:p>
                      <a:pPr algn="ctr" fontAlgn="b"/>
                      <a:endParaRPr lang="en-US" sz="1100" b="0" i="0" u="none" strike="noStrike" dirty="0">
                        <a:solidFill>
                          <a:srgbClr val="000000"/>
                        </a:solidFill>
                        <a:effectLst/>
                        <a:latin typeface="MULISH BLACK ROMAN"/>
                      </a:endParaRPr>
                    </a:p>
                  </a:txBody>
                  <a:tcPr marL="9525" marR="9525" marT="9525" marB="0" anchor="b"/>
                </a:tc>
                <a:tc>
                  <a:txBody>
                    <a:bodyPr/>
                    <a:lstStyle/>
                    <a:p>
                      <a:pPr algn="ctr" fontAlgn="b"/>
                      <a:endParaRPr lang="en-US" sz="1100" b="0" i="0" u="none" strike="noStrike" dirty="0">
                        <a:solidFill>
                          <a:srgbClr val="000000"/>
                        </a:solidFill>
                        <a:effectLst/>
                        <a:latin typeface="MULISH BLACK ROMAN"/>
                      </a:endParaRPr>
                    </a:p>
                  </a:txBody>
                  <a:tcPr marL="9525" marR="9525" marT="9525" marB="0" anchor="b"/>
                </a:tc>
                <a:extLst>
                  <a:ext uri="{0D108BD9-81ED-4DB2-BD59-A6C34878D82A}">
                    <a16:rowId xmlns:a16="http://schemas.microsoft.com/office/drawing/2014/main" val="10017"/>
                  </a:ext>
                </a:extLst>
              </a:tr>
              <a:tr h="283736">
                <a:tc>
                  <a:txBody>
                    <a:bodyPr/>
                    <a:lstStyle/>
                    <a:p>
                      <a:pPr marL="0" algn="ctr" rtl="0" eaLnBrk="1" fontAlgn="base" latinLnBrk="0" hangingPunct="1">
                        <a:spcBef>
                          <a:spcPts val="0"/>
                        </a:spcBef>
                        <a:spcAft>
                          <a:spcPts val="0"/>
                        </a:spcAft>
                      </a:pPr>
                      <a:r>
                        <a:rPr lang="en-US" sz="1100" b="0" kern="1200" dirty="0">
                          <a:latin typeface="MULISH REGULAR ROMAN"/>
                        </a:rPr>
                        <a:t>Original​</a:t>
                      </a:r>
                      <a:endParaRPr lang="en-US" sz="1100" b="0" dirty="0">
                        <a:effectLst/>
                        <a:latin typeface="MULISH REGULAR ROMAN"/>
                      </a:endParaRPr>
                    </a:p>
                  </a:txBody>
                  <a:tcPr marL="0" marR="0" marT="0" marB="0" anchor="ctr">
                    <a:lnB w="12700" cap="flat" cmpd="sng" algn="ctr">
                      <a:solidFill>
                        <a:schemeClr val="tx1"/>
                      </a:solidFill>
                      <a:prstDash val="solid"/>
                      <a:round/>
                      <a:headEnd type="none" w="med" len="med"/>
                      <a:tailEnd type="none" w="med" len="med"/>
                    </a:lnB>
                  </a:tcPr>
                </a:tc>
                <a:tc>
                  <a:txBody>
                    <a:bodyPr/>
                    <a:lstStyle/>
                    <a:p>
                      <a:pPr marL="0" lvl="0" algn="ctr" rtl="0">
                        <a:spcBef>
                          <a:spcPts val="0"/>
                        </a:spcBef>
                        <a:spcAft>
                          <a:spcPts val="0"/>
                        </a:spcAft>
                        <a:buNone/>
                      </a:pPr>
                      <a:endParaRPr lang="en-US" sz="1100" kern="1200" dirty="0">
                        <a:latin typeface="MULISH REGULAR ROMAN"/>
                        <a:cs typeface="Century" panose="02040604050505020304" charset="0"/>
                      </a:endParaRPr>
                    </a:p>
                  </a:txBody>
                  <a:tcPr anchor="ctr">
                    <a:lnB w="12700" cap="flat" cmpd="sng" algn="ctr">
                      <a:solidFill>
                        <a:schemeClr val="tx1"/>
                      </a:solidFill>
                      <a:prstDash val="solid"/>
                      <a:round/>
                      <a:headEnd type="none" w="med" len="med"/>
                      <a:tailEnd type="none" w="med" len="med"/>
                    </a:lnB>
                  </a:tcPr>
                </a:tc>
                <a:tc>
                  <a:txBody>
                    <a:bodyPr/>
                    <a:lstStyle/>
                    <a:p>
                      <a:pPr marL="0" lvl="0" algn="ctr" rtl="0">
                        <a:spcBef>
                          <a:spcPts val="0"/>
                        </a:spcBef>
                        <a:spcAft>
                          <a:spcPts val="0"/>
                        </a:spcAft>
                        <a:buNone/>
                      </a:pPr>
                      <a:endParaRPr lang="en-US" sz="1100" kern="1200">
                        <a:latin typeface="MULISH REGULAR ROMAN"/>
                        <a:cs typeface="Century" panose="02040604050505020304" charset="0"/>
                      </a:endParaRPr>
                    </a:p>
                  </a:txBody>
                  <a:tcPr anchor="ctr">
                    <a:lnB w="12700" cap="flat" cmpd="sng" algn="ctr">
                      <a:solidFill>
                        <a:schemeClr val="tx1"/>
                      </a:solidFill>
                      <a:prstDash val="solid"/>
                      <a:round/>
                      <a:headEnd type="none" w="med" len="med"/>
                      <a:tailEnd type="none" w="med" len="med"/>
                    </a:lnB>
                  </a:tcPr>
                </a:tc>
                <a:tc>
                  <a:txBody>
                    <a:bodyPr/>
                    <a:lstStyle/>
                    <a:p>
                      <a:pPr marL="0" algn="ctr" rtl="0" eaLnBrk="1" fontAlgn="auto" latinLnBrk="0" hangingPunct="1">
                        <a:spcBef>
                          <a:spcPts val="0"/>
                        </a:spcBef>
                        <a:spcAft>
                          <a:spcPts val="0"/>
                        </a:spcAft>
                      </a:pPr>
                      <a:endParaRPr lang="en-US" sz="1100" dirty="0">
                        <a:effectLst/>
                        <a:latin typeface="MULISH REGULAR ROMAN"/>
                        <a:cs typeface="Century" panose="02040604050505020304" charset="0"/>
                      </a:endParaRPr>
                    </a:p>
                  </a:txBody>
                  <a:tcPr marL="0" marR="0" marT="0" marB="0" anchor="ctr">
                    <a:lnB w="12700" cap="flat" cmpd="sng" algn="ctr">
                      <a:solidFill>
                        <a:schemeClr val="tx1"/>
                      </a:solidFill>
                      <a:prstDash val="solid"/>
                      <a:round/>
                      <a:headEnd type="none" w="med" len="med"/>
                      <a:tailEnd type="none" w="med" len="med"/>
                    </a:lnB>
                  </a:tcPr>
                </a:tc>
                <a:tc>
                  <a:txBody>
                    <a:bodyPr/>
                    <a:lstStyle/>
                    <a:p>
                      <a:pPr marL="0" algn="ctr" rtl="0" eaLnBrk="1" fontAlgn="auto" latinLnBrk="0" hangingPunct="1">
                        <a:spcBef>
                          <a:spcPts val="0"/>
                        </a:spcBef>
                        <a:spcAft>
                          <a:spcPts val="0"/>
                        </a:spcAft>
                      </a:pPr>
                      <a:endParaRPr lang="en-US" sz="1100">
                        <a:effectLst/>
                        <a:latin typeface="MULISH REGULAR ROMAN"/>
                        <a:cs typeface="Century" panose="02040604050505020304" charset="0"/>
                      </a:endParaRPr>
                    </a:p>
                  </a:txBody>
                  <a:tcPr marL="0" marR="0" marT="0" marB="0" anchor="ctr">
                    <a:lnB w="12700" cap="flat" cmpd="sng" algn="ctr">
                      <a:solidFill>
                        <a:schemeClr val="tx1"/>
                      </a:solidFill>
                      <a:prstDash val="solid"/>
                      <a:round/>
                      <a:headEnd type="none" w="med" len="med"/>
                      <a:tailEnd type="none" w="med" len="med"/>
                    </a:lnB>
                  </a:tcPr>
                </a:tc>
                <a:tc>
                  <a:txBody>
                    <a:bodyPr/>
                    <a:lstStyle/>
                    <a:p>
                      <a:pPr marL="0" algn="ctr" rtl="0" eaLnBrk="1" fontAlgn="auto" latinLnBrk="0" hangingPunct="1">
                        <a:spcBef>
                          <a:spcPts val="0"/>
                        </a:spcBef>
                        <a:spcAft>
                          <a:spcPts val="0"/>
                        </a:spcAft>
                      </a:pPr>
                      <a:endParaRPr lang="en-US" sz="1100" dirty="0">
                        <a:effectLst/>
                        <a:latin typeface="MULISH REGULAR ROMAN"/>
                        <a:cs typeface="Century" panose="02040604050505020304" charset="0"/>
                      </a:endParaRPr>
                    </a:p>
                  </a:txBody>
                  <a:tcPr marL="0" marR="0" marT="0" marB="0" anchor="ctr">
                    <a:lnB w="12700" cap="flat" cmpd="sng" algn="ctr">
                      <a:solidFill>
                        <a:schemeClr val="tx1"/>
                      </a:solidFill>
                      <a:prstDash val="solid"/>
                      <a:round/>
                      <a:headEnd type="none" w="med" len="med"/>
                      <a:tailEnd type="none" w="med" len="med"/>
                    </a:lnB>
                  </a:tcPr>
                </a:tc>
                <a:tc>
                  <a:txBody>
                    <a:bodyPr/>
                    <a:lstStyle/>
                    <a:p>
                      <a:pPr marL="0" algn="ctr" rtl="0" eaLnBrk="1" fontAlgn="auto" latinLnBrk="0" hangingPunct="1">
                        <a:spcBef>
                          <a:spcPts val="0"/>
                        </a:spcBef>
                        <a:spcAft>
                          <a:spcPts val="0"/>
                        </a:spcAft>
                      </a:pPr>
                      <a:endParaRPr lang="en-US" sz="1100">
                        <a:effectLst/>
                        <a:latin typeface="MULISH REGULAR ROMAN"/>
                        <a:cs typeface="Century" panose="02040604050505020304" charset="0"/>
                      </a:endParaRPr>
                    </a:p>
                  </a:txBody>
                  <a:tcPr marL="0" marR="0" marT="0" marB="0" anchor="ctr">
                    <a:lnB w="12700" cap="flat" cmpd="sng" algn="ctr">
                      <a:solidFill>
                        <a:schemeClr val="tx1"/>
                      </a:solidFill>
                      <a:prstDash val="solid"/>
                      <a:round/>
                      <a:headEnd type="none" w="med" len="med"/>
                      <a:tailEnd type="none" w="med" len="med"/>
                    </a:lnB>
                  </a:tcPr>
                </a:tc>
                <a:tc>
                  <a:txBody>
                    <a:bodyPr/>
                    <a:lstStyle/>
                    <a:p>
                      <a:pPr marL="0" algn="ctr" rtl="0" eaLnBrk="1" fontAlgn="auto" latinLnBrk="0" hangingPunct="1">
                        <a:spcBef>
                          <a:spcPts val="0"/>
                        </a:spcBef>
                        <a:spcAft>
                          <a:spcPts val="0"/>
                        </a:spcAft>
                      </a:pPr>
                      <a:endParaRPr lang="en-US" sz="1100" dirty="0">
                        <a:effectLst/>
                        <a:latin typeface="MULISH REGULAR ROMAN"/>
                        <a:cs typeface="Century" panose="02040604050505020304" charset="0"/>
                      </a:endParaRPr>
                    </a:p>
                  </a:txBody>
                  <a:tcPr marL="0" marR="0" marT="0" marB="0" anchor="ct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18"/>
                  </a:ext>
                </a:extLst>
              </a:tr>
              <a:tr h="283736">
                <a:tc>
                  <a:txBody>
                    <a:bodyPr/>
                    <a:lstStyle/>
                    <a:p>
                      <a:pPr marL="0" algn="ctr" rtl="0" eaLnBrk="1" fontAlgn="auto" latinLnBrk="0" hangingPunct="1">
                        <a:spcBef>
                          <a:spcPts val="0"/>
                        </a:spcBef>
                        <a:spcAft>
                          <a:spcPts val="0"/>
                        </a:spcAft>
                      </a:pPr>
                      <a:r>
                        <a:rPr lang="en-US" sz="1100" b="1" kern="1200" dirty="0">
                          <a:latin typeface="MULISH REGULAR ROMAN" pitchFamily="2" charset="77"/>
                        </a:rPr>
                        <a:t>​Total</a:t>
                      </a:r>
                      <a:endParaRPr lang="en-US" sz="1100" b="1" dirty="0">
                        <a:effectLst/>
                        <a:latin typeface="MULISH REGULAR ROMAN" pitchFamily="2" charset="77"/>
                      </a:endParaRPr>
                    </a:p>
                  </a:txBody>
                  <a:tcPr marL="0" marR="0" marT="0"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marL="0" algn="ctr" rtl="0" eaLnBrk="1" fontAlgn="base" latinLnBrk="0" hangingPunct="1">
                        <a:spcBef>
                          <a:spcPts val="0"/>
                        </a:spcBef>
                        <a:spcAft>
                          <a:spcPts val="0"/>
                        </a:spcAft>
                      </a:pPr>
                      <a:endParaRPr lang="en-US" sz="1100" b="1" dirty="0">
                        <a:effectLst/>
                        <a:latin typeface="MULISH REGULAR ROMAN" pitchFamily="2" charset="77"/>
                      </a:endParaRPr>
                    </a:p>
                  </a:txBody>
                  <a:tcPr marL="0" marR="0" marT="0"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marL="0" algn="ctr" rtl="0" eaLnBrk="1" fontAlgn="auto" latinLnBrk="0" hangingPunct="1">
                        <a:spcBef>
                          <a:spcPts val="0"/>
                        </a:spcBef>
                        <a:spcAft>
                          <a:spcPts val="0"/>
                        </a:spcAft>
                      </a:pPr>
                      <a:endParaRPr lang="en-US" sz="1100" b="1" dirty="0">
                        <a:effectLst/>
                        <a:latin typeface="MULISH REGULAR ROMAN" pitchFamily="2" charset="77"/>
                      </a:endParaRPr>
                    </a:p>
                  </a:txBody>
                  <a:tcPr marL="0" marR="0" marT="0"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marL="0" algn="ctr" rtl="0" eaLnBrk="1" fontAlgn="auto" latinLnBrk="0" hangingPunct="1">
                        <a:spcBef>
                          <a:spcPts val="0"/>
                        </a:spcBef>
                        <a:spcAft>
                          <a:spcPts val="0"/>
                        </a:spcAft>
                      </a:pPr>
                      <a:endParaRPr lang="en-US" sz="1100" b="1" dirty="0">
                        <a:effectLst/>
                        <a:latin typeface="MULISH REGULAR ROMAN" pitchFamily="2" charset="77"/>
                      </a:endParaRPr>
                    </a:p>
                  </a:txBody>
                  <a:tcPr marL="0" marR="0" marT="0"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marL="0" algn="ctr" rtl="0" eaLnBrk="1" fontAlgn="auto" latinLnBrk="0" hangingPunct="1">
                        <a:spcBef>
                          <a:spcPts val="0"/>
                        </a:spcBef>
                        <a:spcAft>
                          <a:spcPts val="0"/>
                        </a:spcAft>
                      </a:pPr>
                      <a:endParaRPr lang="en-US" sz="1100" b="1" dirty="0">
                        <a:effectLst/>
                        <a:latin typeface="MULISH REGULAR ROMAN" pitchFamily="2" charset="77"/>
                      </a:endParaRPr>
                    </a:p>
                  </a:txBody>
                  <a:tcPr marL="0" marR="0" marT="0"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marL="0" algn="ctr" rtl="0" eaLnBrk="1" fontAlgn="auto" latinLnBrk="0" hangingPunct="1">
                        <a:spcBef>
                          <a:spcPts val="0"/>
                        </a:spcBef>
                        <a:spcAft>
                          <a:spcPts val="0"/>
                        </a:spcAft>
                      </a:pPr>
                      <a:endParaRPr lang="en-US" sz="1100" b="1" dirty="0">
                        <a:effectLst/>
                        <a:latin typeface="MULISH REGULAR ROMAN" pitchFamily="2" charset="77"/>
                      </a:endParaRPr>
                    </a:p>
                  </a:txBody>
                  <a:tcPr marL="0" marR="0" marT="0"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marL="0" algn="ctr" rtl="0" eaLnBrk="1" fontAlgn="base" latinLnBrk="0" hangingPunct="1">
                        <a:spcBef>
                          <a:spcPts val="0"/>
                        </a:spcBef>
                        <a:spcAft>
                          <a:spcPts val="0"/>
                        </a:spcAft>
                      </a:pPr>
                      <a:endParaRPr lang="en-US" sz="1100" b="1" dirty="0">
                        <a:effectLst/>
                        <a:latin typeface="MULISH REGULAR ROMAN" pitchFamily="2" charset="77"/>
                      </a:endParaRPr>
                    </a:p>
                  </a:txBody>
                  <a:tcPr marL="0" marR="0" marT="0"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marL="0" algn="ctr" rtl="0" eaLnBrk="1" fontAlgn="base" latinLnBrk="0" hangingPunct="1">
                        <a:spcBef>
                          <a:spcPts val="0"/>
                        </a:spcBef>
                        <a:spcAft>
                          <a:spcPts val="0"/>
                        </a:spcAft>
                      </a:pPr>
                      <a:endParaRPr lang="en-US" sz="1100" b="1" dirty="0">
                        <a:effectLst/>
                        <a:latin typeface="MULISH REGULAR ROMAN" pitchFamily="2" charset="77"/>
                      </a:endParaRPr>
                    </a:p>
                  </a:txBody>
                  <a:tcPr marL="0" marR="0" marT="0"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19"/>
                  </a:ext>
                </a:extLst>
              </a:tr>
            </a:tbl>
          </a:graphicData>
        </a:graphic>
      </p:graphicFrame>
      <p:sp>
        <p:nvSpPr>
          <p:cNvPr id="5" name="Slide Number Placeholder 4"/>
          <p:cNvSpPr>
            <a:spLocks noGrp="1"/>
          </p:cNvSpPr>
          <p:nvPr>
            <p:ph type="sldNum" sz="quarter" idx="12"/>
          </p:nvPr>
        </p:nvSpPr>
        <p:spPr>
          <a:xfrm>
            <a:off x="11644313" y="6491240"/>
            <a:ext cx="547687" cy="365125"/>
          </a:xfrm>
        </p:spPr>
        <p:txBody>
          <a:bodyPr/>
          <a:lstStyle/>
          <a:p>
            <a:fld id="{5E212BD6-99D2-4430-8307-3DFF6CB1AF68}" type="slidenum">
              <a:rPr lang="en-US" sz="800" smtClean="0">
                <a:latin typeface="Century Schoolbook" panose="02040604050505020304" pitchFamily="18" charset="0"/>
              </a:rPr>
              <a:t>5</a:t>
            </a:fld>
            <a:endParaRPr lang="en-US" sz="800" dirty="0">
              <a:latin typeface="Century Schoolbook" panose="02040604050505020304" pitchFamily="18" charset="0"/>
            </a:endParaRPr>
          </a:p>
        </p:txBody>
      </p:sp>
      <p:sp>
        <p:nvSpPr>
          <p:cNvPr id="9" name="Title 9">
            <a:extLst>
              <a:ext uri="{FF2B5EF4-FFF2-40B4-BE49-F238E27FC236}">
                <a16:creationId xmlns:a16="http://schemas.microsoft.com/office/drawing/2014/main" id="{FB458F45-4DA8-A94D-8CED-F9D64AF83BD0}"/>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CIRCUIT SCORECARD</a:t>
            </a:r>
          </a:p>
        </p:txBody>
      </p:sp>
      <p:sp>
        <p:nvSpPr>
          <p:cNvPr id="2" name="TextBox 1">
            <a:extLst>
              <a:ext uri="{FF2B5EF4-FFF2-40B4-BE49-F238E27FC236}">
                <a16:creationId xmlns:a16="http://schemas.microsoft.com/office/drawing/2014/main" id="{6B70F8D5-0CCD-8D43-B264-3D7D2506C878}"/>
              </a:ext>
            </a:extLst>
          </p:cNvPr>
          <p:cNvSpPr txBox="1"/>
          <p:nvPr/>
        </p:nvSpPr>
        <p:spPr>
          <a:xfrm>
            <a:off x="261583" y="6201940"/>
            <a:ext cx="11382730" cy="600164"/>
          </a:xfrm>
          <a:prstGeom prst="rect">
            <a:avLst/>
          </a:prstGeom>
          <a:noFill/>
          <a:ln>
            <a:solidFill>
              <a:schemeClr val="tx1"/>
            </a:solidFill>
          </a:ln>
        </p:spPr>
        <p:txBody>
          <a:bodyPr wrap="square" rtlCol="0">
            <a:spAutoFit/>
          </a:bodyPr>
          <a:lstStyle/>
          <a:p>
            <a:r>
              <a:rPr lang="en-US" sz="1100" dirty="0">
                <a:latin typeface="MULISH BLACK ROMAN"/>
                <a:cs typeface="Calibri" panose="020F0502020204030204"/>
              </a:rPr>
              <a:t>For the circuit scorecard only, we treat consolidated cases that stemmed from different lower court decisions separately to most accurately reflect the Supreme Court’s treatment of the precedents below; we treat consolidated cases that stemmed from the same lower court as one case. We include as “affirmances” merits opinions that let stand the lower-court opinion, and as “reversals” opinions that only vacate the lower-court decision and remand for further consideration.</a:t>
            </a:r>
          </a:p>
        </p:txBody>
      </p:sp>
    </p:spTree>
    <p:extLst>
      <p:ext uri="{BB962C8B-B14F-4D97-AF65-F5344CB8AC3E}">
        <p14:creationId xmlns:p14="http://schemas.microsoft.com/office/powerpoint/2010/main" val="103353736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4"/>
          <p:cNvSpPr>
            <a:spLocks noGrp="1"/>
          </p:cNvSpPr>
          <p:nvPr>
            <p:ph type="sldNum" sz="quarter" idx="12"/>
          </p:nvPr>
        </p:nvSpPr>
        <p:spPr>
          <a:xfrm>
            <a:off x="9448800" y="6483099"/>
            <a:ext cx="2743200" cy="365125"/>
          </a:xfrm>
        </p:spPr>
        <p:txBody>
          <a:bodyPr/>
          <a:lstStyle/>
          <a:p>
            <a:fld id="{5E212BD6-99D2-4430-8307-3DFF6CB1AF68}" type="slidenum">
              <a:rPr lang="en-US" sz="800" smtClean="0">
                <a:latin typeface="Century Schoolbook" panose="02040604050505020304" pitchFamily="18" charset="0"/>
              </a:rPr>
              <a:t>6</a:t>
            </a:fld>
            <a:endParaRPr lang="en-US" sz="800">
              <a:latin typeface="Century Schoolbook" panose="02040604050505020304" pitchFamily="18" charset="0"/>
            </a:endParaRPr>
          </a:p>
        </p:txBody>
      </p:sp>
      <p:sp>
        <p:nvSpPr>
          <p:cNvPr id="8" name="Title 9">
            <a:extLst>
              <a:ext uri="{FF2B5EF4-FFF2-40B4-BE49-F238E27FC236}">
                <a16:creationId xmlns:a16="http://schemas.microsoft.com/office/drawing/2014/main" id="{A5345AB6-7B44-E44F-983D-1098CCD088F2}"/>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MAKEUP OF THE MERITS DOCKET</a:t>
            </a:r>
          </a:p>
        </p:txBody>
      </p:sp>
    </p:spTree>
    <p:extLst>
      <p:ext uri="{BB962C8B-B14F-4D97-AF65-F5344CB8AC3E}">
        <p14:creationId xmlns:p14="http://schemas.microsoft.com/office/powerpoint/2010/main" val="258421019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4EB321-A498-AD27-513C-9028CD784315}"/>
            </a:ext>
          </a:extLst>
        </p:cNvPr>
        <p:cNvGrpSpPr/>
        <p:nvPr/>
      </p:nvGrpSpPr>
      <p:grpSpPr>
        <a:xfrm>
          <a:off x="0" y="0"/>
          <a:ext cx="0" cy="0"/>
          <a:chOff x="0" y="0"/>
          <a:chExt cx="0" cy="0"/>
        </a:xfrm>
      </p:grpSpPr>
      <p:sp>
        <p:nvSpPr>
          <p:cNvPr id="5" name="Slide Number Placeholder 4">
            <a:extLst>
              <a:ext uri="{FF2B5EF4-FFF2-40B4-BE49-F238E27FC236}">
                <a16:creationId xmlns:a16="http://schemas.microsoft.com/office/drawing/2014/main" id="{1886965F-2646-E621-37BA-3FE15F51FAA6}"/>
              </a:ext>
            </a:extLst>
          </p:cNvPr>
          <p:cNvSpPr>
            <a:spLocks noGrp="1"/>
          </p:cNvSpPr>
          <p:nvPr>
            <p:ph type="sldNum" sz="quarter" idx="12"/>
          </p:nvPr>
        </p:nvSpPr>
        <p:spPr>
          <a:xfrm>
            <a:off x="9448800" y="6483099"/>
            <a:ext cx="2743200" cy="365125"/>
          </a:xfrm>
        </p:spPr>
        <p:txBody>
          <a:bodyPr/>
          <a:lstStyle/>
          <a:p>
            <a:fld id="{5E212BD6-99D2-4430-8307-3DFF6CB1AF68}" type="slidenum">
              <a:rPr lang="en-US" sz="800" smtClean="0">
                <a:latin typeface="Century Schoolbook" panose="02040604050505020304" pitchFamily="18" charset="0"/>
              </a:rPr>
              <a:t>7</a:t>
            </a:fld>
            <a:endParaRPr lang="en-US" sz="800">
              <a:latin typeface="Century Schoolbook" panose="02040604050505020304" pitchFamily="18" charset="0"/>
            </a:endParaRPr>
          </a:p>
        </p:txBody>
      </p:sp>
      <p:sp>
        <p:nvSpPr>
          <p:cNvPr id="8" name="Title 9">
            <a:extLst>
              <a:ext uri="{FF2B5EF4-FFF2-40B4-BE49-F238E27FC236}">
                <a16:creationId xmlns:a16="http://schemas.microsoft.com/office/drawing/2014/main" id="{D2A5782F-AF43-4E5A-C6D6-5FDB6C312EAB}"/>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MAKEUP OF THE MERITS DOCKET (Cont.)</a:t>
            </a:r>
          </a:p>
        </p:txBody>
      </p:sp>
    </p:spTree>
    <p:extLst>
      <p:ext uri="{BB962C8B-B14F-4D97-AF65-F5344CB8AC3E}">
        <p14:creationId xmlns:p14="http://schemas.microsoft.com/office/powerpoint/2010/main" val="338592881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F4406D52-82A8-6473-8110-4FD9B07680DD}"/>
              </a:ext>
            </a:extLst>
          </p:cNvPr>
          <p:cNvSpPr>
            <a:spLocks noGrp="1" noRot="1" noMove="1" noResize="1" noEditPoints="1" noAdjustHandles="1" noChangeArrowheads="1" noChangeShapeType="1"/>
          </p:cNvSpPr>
          <p:nvPr/>
        </p:nvSpPr>
        <p:spPr>
          <a:xfrm>
            <a:off x="5860854" y="808785"/>
            <a:ext cx="5488046" cy="3271791"/>
          </a:xfrm>
          <a:prstGeom prst="rect">
            <a:avLst/>
          </a:prstGeom>
          <a:solidFill>
            <a:schemeClr val="accent1">
              <a:alpha val="21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Slide Number Placeholder 3"/>
          <p:cNvSpPr>
            <a:spLocks noGrp="1"/>
          </p:cNvSpPr>
          <p:nvPr>
            <p:ph type="sldNum" sz="quarter" idx="12"/>
          </p:nvPr>
        </p:nvSpPr>
        <p:spPr>
          <a:xfrm>
            <a:off x="9448800" y="6483696"/>
            <a:ext cx="2743200" cy="365125"/>
          </a:xfrm>
        </p:spPr>
        <p:txBody>
          <a:bodyPr/>
          <a:lstStyle/>
          <a:p>
            <a:fld id="{5E212BD6-99D2-4430-8307-3DFF6CB1AF68}" type="slidenum">
              <a:rPr lang="en-US" sz="800" smtClean="0">
                <a:latin typeface="Century Schoolbook" panose="02040604050505020304" pitchFamily="18" charset="0"/>
              </a:rPr>
              <a:t>8</a:t>
            </a:fld>
            <a:endParaRPr lang="en-US" sz="800" dirty="0">
              <a:latin typeface="Century Schoolbook" panose="02040604050505020304" pitchFamily="18" charset="0"/>
            </a:endParaRPr>
          </a:p>
        </p:txBody>
      </p:sp>
      <p:graphicFrame>
        <p:nvGraphicFramePr>
          <p:cNvPr id="10" name="Table 9"/>
          <p:cNvGraphicFramePr>
            <a:graphicFrameLocks noGrp="1"/>
          </p:cNvGraphicFramePr>
          <p:nvPr>
            <p:extLst>
              <p:ext uri="{D42A27DB-BD31-4B8C-83A1-F6EECF244321}">
                <p14:modId xmlns:p14="http://schemas.microsoft.com/office/powerpoint/2010/main" val="2223949928"/>
              </p:ext>
            </p:extLst>
          </p:nvPr>
        </p:nvGraphicFramePr>
        <p:xfrm>
          <a:off x="290312" y="4048229"/>
          <a:ext cx="11141083" cy="2470929"/>
        </p:xfrm>
        <a:graphic>
          <a:graphicData uri="http://schemas.openxmlformats.org/drawingml/2006/table">
            <a:tbl>
              <a:tblPr firstRow="1" bandRow="1">
                <a:tableStyleId>{C083E6E3-FA7D-4D7B-A595-EF9225AFEA82}</a:tableStyleId>
              </a:tblPr>
              <a:tblGrid>
                <a:gridCol w="904859">
                  <a:extLst>
                    <a:ext uri="{9D8B030D-6E8A-4147-A177-3AD203B41FA5}">
                      <a16:colId xmlns:a16="http://schemas.microsoft.com/office/drawing/2014/main" val="20000"/>
                    </a:ext>
                  </a:extLst>
                </a:gridCol>
                <a:gridCol w="768100">
                  <a:extLst>
                    <a:ext uri="{9D8B030D-6E8A-4147-A177-3AD203B41FA5}">
                      <a16:colId xmlns:a16="http://schemas.microsoft.com/office/drawing/2014/main" val="20001"/>
                    </a:ext>
                  </a:extLst>
                </a:gridCol>
                <a:gridCol w="2554941">
                  <a:extLst>
                    <a:ext uri="{9D8B030D-6E8A-4147-A177-3AD203B41FA5}">
                      <a16:colId xmlns:a16="http://schemas.microsoft.com/office/drawing/2014/main" val="20002"/>
                    </a:ext>
                  </a:extLst>
                </a:gridCol>
                <a:gridCol w="912222">
                  <a:extLst>
                    <a:ext uri="{9D8B030D-6E8A-4147-A177-3AD203B41FA5}">
                      <a16:colId xmlns:a16="http://schemas.microsoft.com/office/drawing/2014/main" val="20003"/>
                    </a:ext>
                  </a:extLst>
                </a:gridCol>
                <a:gridCol w="1249105">
                  <a:extLst>
                    <a:ext uri="{9D8B030D-6E8A-4147-A177-3AD203B41FA5}">
                      <a16:colId xmlns:a16="http://schemas.microsoft.com/office/drawing/2014/main" val="20004"/>
                    </a:ext>
                  </a:extLst>
                </a:gridCol>
                <a:gridCol w="1313491">
                  <a:extLst>
                    <a:ext uri="{9D8B030D-6E8A-4147-A177-3AD203B41FA5}">
                      <a16:colId xmlns:a16="http://schemas.microsoft.com/office/drawing/2014/main" val="20005"/>
                    </a:ext>
                  </a:extLst>
                </a:gridCol>
                <a:gridCol w="1622550">
                  <a:extLst>
                    <a:ext uri="{9D8B030D-6E8A-4147-A177-3AD203B41FA5}">
                      <a16:colId xmlns:a16="http://schemas.microsoft.com/office/drawing/2014/main" val="20006"/>
                    </a:ext>
                  </a:extLst>
                </a:gridCol>
                <a:gridCol w="1815815">
                  <a:extLst>
                    <a:ext uri="{9D8B030D-6E8A-4147-A177-3AD203B41FA5}">
                      <a16:colId xmlns:a16="http://schemas.microsoft.com/office/drawing/2014/main" val="20007"/>
                    </a:ext>
                  </a:extLst>
                </a:gridCol>
              </a:tblGrid>
              <a:tr h="290014">
                <a:tc>
                  <a:txBody>
                    <a:bodyPr/>
                    <a:lstStyle/>
                    <a:p>
                      <a:pPr algn="l"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Rank</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Case</a:t>
                      </a:r>
                      <a:endParaRPr lang="en-US" sz="1100" b="1" i="0" u="none" strike="noStrike" dirty="0">
                        <a:solidFill>
                          <a:schemeClr val="tx1"/>
                        </a:solidFill>
                        <a:effectLst/>
                        <a:latin typeface="MULISH REGULAR ROMAN" pitchFamily="2" charset="77"/>
                      </a:endParaRPr>
                    </a:p>
                  </a:txBody>
                  <a:tcPr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Days</a:t>
                      </a:r>
                      <a:endParaRPr lang="en-US" sz="1100" b="1" i="0" u="none" strike="noStrike" dirty="0">
                        <a:solidFill>
                          <a:schemeClr val="tx1"/>
                        </a:solidFill>
                        <a:effectLst/>
                        <a:latin typeface="MULISH REGULAR ROMAN" pitchFamily="2" charset="77"/>
                      </a:endParaRPr>
                    </a:p>
                  </a:txBody>
                  <a:tcPr marL="0"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Author</a:t>
                      </a:r>
                      <a:endParaRPr lang="en-US" sz="1100" b="1" i="0" u="none" strike="noStrike" dirty="0">
                        <a:solidFill>
                          <a:schemeClr val="tx1"/>
                        </a:solidFill>
                        <a:effectLst/>
                        <a:latin typeface="MULISH REGULAR ROMAN" pitchFamily="2" charset="77"/>
                      </a:endParaRPr>
                    </a:p>
                  </a:txBody>
                  <a:tcPr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Vote</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Argued</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Decided</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0"/>
                  </a:ext>
                </a:extLst>
              </a:tr>
              <a:tr h="198265">
                <a:tc rowSpan="5">
                  <a:txBody>
                    <a:bodyPr/>
                    <a:lstStyle/>
                    <a:p>
                      <a:pPr algn="ctr" fontAlgn="b"/>
                      <a:r>
                        <a:rPr lang="en-US" sz="1100" b="1" u="none" strike="noStrike" dirty="0">
                          <a:solidFill>
                            <a:schemeClr val="tx1"/>
                          </a:solidFill>
                          <a:effectLst/>
                          <a:latin typeface="MULISH REGULAR ROMAN" pitchFamily="2" charset="77"/>
                        </a:rPr>
                        <a:t>Shortest</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solidFill>
                      <a:schemeClr val="bg1"/>
                    </a:solidFill>
                  </a:tcPr>
                </a:tc>
                <a:tc>
                  <a:txBody>
                    <a:bodyPr/>
                    <a:lstStyle/>
                    <a:p>
                      <a:pPr algn="ctr" fontAlgn="b"/>
                      <a:r>
                        <a:rPr lang="en-US" sz="1100" b="0" u="none" strike="noStrike" dirty="0">
                          <a:solidFill>
                            <a:schemeClr val="tx1"/>
                          </a:solidFill>
                          <a:effectLst/>
                          <a:latin typeface="MULISH REGULAR ROMAN" pitchFamily="2" charset="77"/>
                        </a:rPr>
                        <a:t>1</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TikTok</a:t>
                      </a:r>
                    </a:p>
                  </a:txBody>
                  <a:tcPr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8</a:t>
                      </a: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9-0</a:t>
                      </a: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01/10/2025</a:t>
                      </a: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01/17/2025</a:t>
                      </a: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2</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Facebook</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17</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11/06/2024</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11/22/2024</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3</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Drummond</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23</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4-4</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04/30/2025</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05/22/2025</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198265">
                <a:tc vMerge="1">
                  <a:txBody>
                    <a:bodyPr/>
                    <a:lstStyle/>
                    <a:p>
                      <a:endParaRPr lang="en-US"/>
                    </a:p>
                  </a:txBody>
                  <a:tcPr marL="3315" marR="3315" marT="3315" marB="0" anchor="b"/>
                </a:tc>
                <a:tc>
                  <a:txBody>
                    <a:bodyPr/>
                    <a:lstStyle/>
                    <a:p>
                      <a:pPr algn="ctr" fontAlgn="b"/>
                      <a:r>
                        <a:rPr lang="en-US" sz="1100" b="0" u="none" strike="noStrike">
                          <a:solidFill>
                            <a:schemeClr val="tx1"/>
                          </a:solidFill>
                          <a:effectLst/>
                          <a:latin typeface="MULISH REGULAR ROMAN" pitchFamily="2" charset="77"/>
                        </a:rPr>
                        <a:t>4</a:t>
                      </a:r>
                      <a:endParaRPr lang="en-US" sz="1100" b="0" i="0" u="none" strike="noStrike">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NVIDIA</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29</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11/13/2024</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12/11/2024</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5</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rgbClr val="000000"/>
                          </a:solidFill>
                          <a:effectLst/>
                          <a:latin typeface="MULISH BLACK ROMAN"/>
                        </a:rPr>
                        <a:t>Laboratory Corp</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38</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PC</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9-0</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04/29/2025</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06/05/2025</a:t>
                      </a:r>
                    </a:p>
                  </a:txBody>
                  <a:tcPr marL="9525" marR="9525" marT="9525" marB="0" anchor="b">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198265">
                <a:tc rowSpan="6">
                  <a:txBody>
                    <a:bodyPr/>
                    <a:lstStyle/>
                    <a:p>
                      <a:pPr algn="ctr" fontAlgn="b"/>
                      <a:r>
                        <a:rPr lang="en-US" sz="1100" b="1" u="none" strike="noStrike" dirty="0">
                          <a:solidFill>
                            <a:schemeClr val="tx1"/>
                          </a:solidFill>
                          <a:effectLst/>
                          <a:latin typeface="MULISH REGULAR ROMAN" pitchFamily="2" charset="77"/>
                        </a:rPr>
                        <a:t>Longest</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2"/>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1</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Advocate Christ Medical</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176</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Barrett</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7-2</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11/05/2024</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04/29/2025</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3"/>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2</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Seven County</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171</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Kavanaugh</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8-0</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12/10/2024</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05/29/2025</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4"/>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3</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Vanderstok</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170</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Gorsuch</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7-2</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10/08/2024</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03/26/2025</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5"/>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4</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Medical Marijuana</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170</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Barrett</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5-4</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10/15/2024</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04/02/2025</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6"/>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5</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1" u="none" strike="noStrike" dirty="0" err="1">
                          <a:solidFill>
                            <a:srgbClr val="000000"/>
                          </a:solidFill>
                          <a:effectLst/>
                          <a:latin typeface="MULISH BLACK ROMAN"/>
                        </a:rPr>
                        <a:t>Kouisisis</a:t>
                      </a:r>
                      <a:endParaRPr lang="en-US" sz="1100" b="0" i="1" u="none" strike="noStrike" dirty="0">
                        <a:solidFill>
                          <a:srgbClr val="000000"/>
                        </a:solidFill>
                        <a:effectLst/>
                        <a:latin typeface="MULISH BLACK ROMAN"/>
                      </a:endParaRPr>
                    </a:p>
                  </a:txBody>
                  <a:tcPr marL="9525" marR="9525" marT="9525" marB="0" anchor="b">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165</a:t>
                      </a:r>
                    </a:p>
                  </a:txBody>
                  <a:tcPr marL="9525" marR="9525" marT="9525" marB="0" anchor="b">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Barrett</a:t>
                      </a:r>
                    </a:p>
                  </a:txBody>
                  <a:tcPr marL="9525" marR="9525" marT="9525" marB="0" anchor="b">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9-0</a:t>
                      </a:r>
                    </a:p>
                  </a:txBody>
                  <a:tcPr marL="9525" marR="9525" marT="9525" marB="0" anchor="b">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12/09/2024</a:t>
                      </a:r>
                    </a:p>
                  </a:txBody>
                  <a:tcPr marL="9525" marR="9525" marT="9525" marB="0" anchor="b">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05/22/2025</a:t>
                      </a:r>
                    </a:p>
                  </a:txBody>
                  <a:tcPr marL="9525" marR="9525" marT="9525" marB="0" anchor="b">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17"/>
                  </a:ext>
                </a:extLst>
              </a:tr>
            </a:tbl>
          </a:graphicData>
        </a:graphic>
      </p:graphicFrame>
      <p:graphicFrame>
        <p:nvGraphicFramePr>
          <p:cNvPr id="12" name="Table 11">
            <a:extLst>
              <a:ext uri="{FF2B5EF4-FFF2-40B4-BE49-F238E27FC236}">
                <a16:creationId xmlns:a16="http://schemas.microsoft.com/office/drawing/2014/main" id="{77B39914-3BE8-3842-B5A4-CA67D740F9D1}"/>
              </a:ext>
            </a:extLst>
          </p:cNvPr>
          <p:cNvGraphicFramePr>
            <a:graphicFrameLocks noGrp="1"/>
          </p:cNvGraphicFramePr>
          <p:nvPr>
            <p:extLst>
              <p:ext uri="{D42A27DB-BD31-4B8C-83A1-F6EECF244321}">
                <p14:modId xmlns:p14="http://schemas.microsoft.com/office/powerpoint/2010/main" val="2779489319"/>
              </p:ext>
            </p:extLst>
          </p:nvPr>
        </p:nvGraphicFramePr>
        <p:xfrm>
          <a:off x="441315" y="808786"/>
          <a:ext cx="2743200" cy="2932045"/>
        </p:xfrm>
        <a:graphic>
          <a:graphicData uri="http://schemas.openxmlformats.org/drawingml/2006/table">
            <a:tbl>
              <a:tblPr bandRow="1">
                <a:tableStyleId>{C083E6E3-FA7D-4D7B-A595-EF9225AFEA82}</a:tableStyleId>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tblGrid>
              <a:tr h="0">
                <a:tc gridSpan="2">
                  <a:txBody>
                    <a:bodyPr/>
                    <a:lstStyle/>
                    <a:p>
                      <a:pPr algn="ctr" fontAlgn="b"/>
                      <a:endParaRPr lang="en-US" sz="1400" b="1" i="0" u="none" strike="noStrike" dirty="0">
                        <a:solidFill>
                          <a:schemeClr val="tx1"/>
                        </a:solidFill>
                        <a:effectLst/>
                        <a:latin typeface="MULISH BOLD ROMAN" pitchFamily="2" charset="77"/>
                      </a:endParaRPr>
                    </a:p>
                  </a:txBody>
                  <a:tcPr marL="9525" marR="9525" marT="9525" marB="0" anchor="ctr">
                    <a:lnL>
                      <a:noFill/>
                    </a:lnL>
                    <a:lnR>
                      <a:noFill/>
                    </a:lnR>
                    <a:lnT w="12700" cmpd="sng">
                      <a:noFill/>
                    </a:lnT>
                    <a:lnB>
                      <a:noFill/>
                    </a:lnB>
                    <a:lnTlToBr w="12700" cmpd="sng">
                      <a:noFill/>
                      <a:prstDash val="solid"/>
                    </a:lnTlToBr>
                    <a:lnBlToTr w="12700" cmpd="sng">
                      <a:noFill/>
                      <a:prstDash val="solid"/>
                    </a:lnBlToTr>
                    <a:solidFill>
                      <a:schemeClr val="bg1">
                        <a:alpha val="20000"/>
                      </a:schemeClr>
                    </a:solidFill>
                  </a:tcPr>
                </a:tc>
                <a:tc hMerge="1">
                  <a:txBody>
                    <a:bodyPr/>
                    <a:lstStyle/>
                    <a:p>
                      <a:endParaRPr lang="en-US"/>
                    </a:p>
                  </a:txBody>
                  <a:tcPr/>
                </a:tc>
                <a:extLst>
                  <a:ext uri="{0D108BD9-81ED-4DB2-BD59-A6C34878D82A}">
                    <a16:rowId xmlns:a16="http://schemas.microsoft.com/office/drawing/2014/main" val="1513308354"/>
                  </a:ext>
                </a:extLst>
              </a:tr>
              <a:tr h="448584">
                <a:tc gridSpan="2">
                  <a:txBody>
                    <a:bodyPr/>
                    <a:lstStyle/>
                    <a:p>
                      <a:pPr algn="ctr" fontAlgn="b"/>
                      <a:r>
                        <a:rPr lang="en-US" sz="1300" b="1" i="0" u="none" strike="noStrike" dirty="0">
                          <a:solidFill>
                            <a:schemeClr val="tx1"/>
                          </a:solidFill>
                          <a:effectLst/>
                          <a:latin typeface="MULISH BOLD ROMAN" pitchFamily="2" charset="77"/>
                        </a:rPr>
                        <a:t>Average Days by Justice</a:t>
                      </a:r>
                    </a:p>
                  </a:txBody>
                  <a:tcPr marL="9525" marR="9525" marT="9525" marB="0" anchor="ctr">
                    <a:lnL>
                      <a:noFill/>
                    </a:lnL>
                    <a:lnR>
                      <a:noFill/>
                    </a:lnR>
                    <a:lnT w="12700" cmpd="sng">
                      <a:noFill/>
                    </a:lnT>
                    <a:lnB>
                      <a:noFill/>
                    </a:lnB>
                    <a:lnTlToBr w="12700" cmpd="sng">
                      <a:noFill/>
                      <a:prstDash val="solid"/>
                    </a:lnTlToBr>
                    <a:lnBlToTr w="12700" cmpd="sng">
                      <a:noFill/>
                      <a:prstDash val="solid"/>
                    </a:lnBlToTr>
                  </a:tcPr>
                </a:tc>
                <a:tc hMerge="1">
                  <a:txBody>
                    <a:bodyPr/>
                    <a:lstStyle/>
                    <a:p>
                      <a:endParaRPr lang="en-US"/>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5B9BD5"/>
                    </a:solidFill>
                  </a:tcPr>
                </a:tc>
                <a:extLst>
                  <a:ext uri="{0D108BD9-81ED-4DB2-BD59-A6C34878D82A}">
                    <a16:rowId xmlns:a16="http://schemas.microsoft.com/office/drawing/2014/main" val="10000"/>
                  </a:ext>
                </a:extLst>
              </a:tr>
              <a:tr h="254523">
                <a:tc>
                  <a:txBody>
                    <a:bodyPr/>
                    <a:lstStyle/>
                    <a:p>
                      <a:pPr algn="ctr" fontAlgn="b"/>
                      <a:r>
                        <a:rPr lang="en-US" sz="1100" b="0" i="0" u="none" strike="noStrike" dirty="0">
                          <a:solidFill>
                            <a:srgbClr val="000000"/>
                          </a:solidFill>
                          <a:effectLst/>
                          <a:latin typeface="MULISH REGULAR ROMAN" pitchFamily="2" charset="77"/>
                        </a:rPr>
                        <a:t>Roberts</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104</a:t>
                      </a:r>
                    </a:p>
                  </a:txBody>
                  <a:tcPr marL="9525" marR="9525" marT="9525" marB="0" anchor="b">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254523">
                <a:tc>
                  <a:txBody>
                    <a:bodyPr/>
                    <a:lstStyle/>
                    <a:p>
                      <a:pPr algn="ctr" fontAlgn="b"/>
                      <a:r>
                        <a:rPr lang="en-US" sz="1100" b="0" u="none" strike="noStrike" dirty="0">
                          <a:solidFill>
                            <a:srgbClr val="000000"/>
                          </a:solidFill>
                          <a:effectLst/>
                          <a:latin typeface="MULISH REGULAR ROMAN" pitchFamily="2" charset="77"/>
                        </a:rPr>
                        <a:t>Thomas</a:t>
                      </a:r>
                      <a:endParaRPr lang="en-US" sz="1100" b="0" i="0" u="none" strike="noStrike" dirty="0">
                        <a:solidFill>
                          <a:srgbClr val="000000"/>
                        </a:solidFill>
                        <a:effectLst/>
                        <a:latin typeface="MULISH REGULAR ROMAN" pitchFamily="2" charset="77"/>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122</a:t>
                      </a:r>
                    </a:p>
                  </a:txBody>
                  <a:tcPr marL="9525" marR="9525" marT="9525" marB="0" anchor="b">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224392">
                <a:tc>
                  <a:txBody>
                    <a:bodyPr/>
                    <a:lstStyle/>
                    <a:p>
                      <a:pPr algn="ctr" fontAlgn="b"/>
                      <a:r>
                        <a:rPr lang="en-US" sz="1100" b="0" i="0" u="none" strike="noStrike" dirty="0">
                          <a:solidFill>
                            <a:srgbClr val="000000"/>
                          </a:solidFill>
                          <a:effectLst/>
                          <a:latin typeface="MULISH REGULAR ROMAN" pitchFamily="2" charset="77"/>
                        </a:rPr>
                        <a:t>Alito</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100.25</a:t>
                      </a:r>
                    </a:p>
                  </a:txBody>
                  <a:tcPr marL="9525" marR="9525" marT="9525" marB="0" anchor="b">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254523">
                <a:tc>
                  <a:txBody>
                    <a:bodyPr/>
                    <a:lstStyle/>
                    <a:p>
                      <a:pPr algn="ctr" fontAlgn="b"/>
                      <a:r>
                        <a:rPr lang="en-US" sz="1100" b="0" u="none" strike="noStrike" dirty="0">
                          <a:solidFill>
                            <a:srgbClr val="000000"/>
                          </a:solidFill>
                          <a:effectLst/>
                          <a:latin typeface="MULISH REGULAR ROMAN" pitchFamily="2" charset="77"/>
                        </a:rPr>
                        <a:t>Sotomayor</a:t>
                      </a:r>
                      <a:endParaRPr lang="en-US" sz="1100" b="0" i="0" u="none" strike="noStrike" dirty="0">
                        <a:solidFill>
                          <a:srgbClr val="000000"/>
                        </a:solidFill>
                        <a:effectLst/>
                        <a:latin typeface="MULISH REGULAR ROMAN" pitchFamily="2" charset="77"/>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93.5</a:t>
                      </a:r>
                    </a:p>
                  </a:txBody>
                  <a:tcPr marL="9525" marR="9525" marT="9525" marB="0" anchor="b">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254523">
                <a:tc>
                  <a:txBody>
                    <a:bodyPr/>
                    <a:lstStyle/>
                    <a:p>
                      <a:pPr algn="ctr" fontAlgn="b"/>
                      <a:r>
                        <a:rPr lang="en-US" sz="1100" b="0" u="none" strike="noStrike" dirty="0">
                          <a:solidFill>
                            <a:srgbClr val="000000"/>
                          </a:solidFill>
                          <a:effectLst/>
                          <a:latin typeface="MULISH REGULAR ROMAN" pitchFamily="2" charset="77"/>
                        </a:rPr>
                        <a:t>Kagan</a:t>
                      </a:r>
                      <a:endParaRPr lang="en-US" sz="1100" b="0" i="0" u="none" strike="noStrike" dirty="0">
                        <a:solidFill>
                          <a:srgbClr val="000000"/>
                        </a:solidFill>
                        <a:effectLst/>
                        <a:latin typeface="MULISH REGULAR ROMAN" pitchFamily="2" charset="77"/>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99.4</a:t>
                      </a:r>
                    </a:p>
                  </a:txBody>
                  <a:tcPr marL="9525" marR="9525" marT="9525" marB="0" anchor="b">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254523">
                <a:tc>
                  <a:txBody>
                    <a:bodyPr/>
                    <a:lstStyle/>
                    <a:p>
                      <a:pPr algn="ctr" fontAlgn="b"/>
                      <a:r>
                        <a:rPr lang="en-US" sz="1100" b="0" i="0" u="none" strike="noStrike" dirty="0">
                          <a:solidFill>
                            <a:srgbClr val="000000"/>
                          </a:solidFill>
                          <a:effectLst/>
                          <a:latin typeface="MULISH REGULAR ROMAN" pitchFamily="2" charset="77"/>
                        </a:rPr>
                        <a:t>Gorsuch</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158.33</a:t>
                      </a:r>
                    </a:p>
                  </a:txBody>
                  <a:tcPr marL="9525" marR="9525" marT="9525" marB="0" anchor="b">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6"/>
                  </a:ext>
                </a:extLst>
              </a:tr>
              <a:tr h="254523">
                <a:tc>
                  <a:txBody>
                    <a:bodyPr/>
                    <a:lstStyle/>
                    <a:p>
                      <a:pPr algn="ctr" fontAlgn="b"/>
                      <a:r>
                        <a:rPr lang="en-US" sz="1100" b="0" u="none" strike="noStrike" dirty="0">
                          <a:solidFill>
                            <a:srgbClr val="000000"/>
                          </a:solidFill>
                          <a:effectLst/>
                          <a:latin typeface="MULISH REGULAR ROMAN" pitchFamily="2" charset="77"/>
                        </a:rPr>
                        <a:t>Kavanaugh</a:t>
                      </a:r>
                      <a:endParaRPr lang="en-US" sz="1100" b="0" i="0" u="none" strike="noStrike" dirty="0">
                        <a:solidFill>
                          <a:srgbClr val="000000"/>
                        </a:solidFill>
                        <a:effectLst/>
                        <a:latin typeface="MULISH REGULAR ROMAN" pitchFamily="2" charset="77"/>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127</a:t>
                      </a:r>
                    </a:p>
                  </a:txBody>
                  <a:tcPr marL="9525" marR="9525" marT="9525" marB="0" anchor="b">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7"/>
                  </a:ext>
                </a:extLst>
              </a:tr>
              <a:tr h="254523">
                <a:tc>
                  <a:txBody>
                    <a:bodyPr/>
                    <a:lstStyle/>
                    <a:p>
                      <a:pPr algn="ctr" fontAlgn="b"/>
                      <a:r>
                        <a:rPr lang="en-US" sz="1100" b="0" i="0" u="none" strike="noStrike" dirty="0">
                          <a:solidFill>
                            <a:srgbClr val="000000"/>
                          </a:solidFill>
                          <a:effectLst/>
                          <a:latin typeface="MULISH REGULAR ROMAN" pitchFamily="2" charset="77"/>
                        </a:rPr>
                        <a:t>Barrett</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170.33</a:t>
                      </a:r>
                    </a:p>
                  </a:txBody>
                  <a:tcPr marL="9525" marR="9525" marT="9525" marB="0" anchor="b">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8"/>
                  </a:ext>
                </a:extLst>
              </a:tr>
              <a:tr h="254523">
                <a:tc>
                  <a:txBody>
                    <a:bodyPr/>
                    <a:lstStyle/>
                    <a:p>
                      <a:pPr algn="ctr" fontAlgn="b"/>
                      <a:r>
                        <a:rPr lang="en-US" sz="1100" b="0" i="0" u="none" strike="noStrike" dirty="0">
                          <a:solidFill>
                            <a:srgbClr val="000000"/>
                          </a:solidFill>
                          <a:effectLst/>
                          <a:latin typeface="MULISH REGULAR ROMAN" pitchFamily="2" charset="77"/>
                        </a:rPr>
                        <a:t>Jackson</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90.67</a:t>
                      </a:r>
                    </a:p>
                  </a:txBody>
                  <a:tcPr marL="9525" marR="9525" marT="9525" marB="0" anchor="b">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9"/>
                  </a:ext>
                </a:extLst>
              </a:tr>
            </a:tbl>
          </a:graphicData>
        </a:graphic>
      </p:graphicFrame>
      <p:sp>
        <p:nvSpPr>
          <p:cNvPr id="8" name="Title 9">
            <a:extLst>
              <a:ext uri="{FF2B5EF4-FFF2-40B4-BE49-F238E27FC236}">
                <a16:creationId xmlns:a16="http://schemas.microsoft.com/office/drawing/2014/main" id="{1158FEDE-D390-394F-8BD0-9BEC52197111}"/>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DAYS BETWEEN ARGUMENT &amp; OPINION</a:t>
            </a:r>
          </a:p>
        </p:txBody>
      </p:sp>
      <p:sp>
        <p:nvSpPr>
          <p:cNvPr id="6" name="TextBox 5">
            <a:extLst>
              <a:ext uri="{FF2B5EF4-FFF2-40B4-BE49-F238E27FC236}">
                <a16:creationId xmlns:a16="http://schemas.microsoft.com/office/drawing/2014/main" id="{9A4C9617-2FF2-3240-A229-AA4D72AB9586}"/>
              </a:ext>
            </a:extLst>
          </p:cNvPr>
          <p:cNvSpPr txBox="1"/>
          <p:nvPr/>
        </p:nvSpPr>
        <p:spPr>
          <a:xfrm>
            <a:off x="3887873" y="1173965"/>
            <a:ext cx="1690778" cy="292388"/>
          </a:xfrm>
          <a:prstGeom prst="rect">
            <a:avLst/>
          </a:prstGeom>
          <a:noFill/>
        </p:spPr>
        <p:txBody>
          <a:bodyPr wrap="square" rtlCol="0">
            <a:spAutoFit/>
          </a:bodyPr>
          <a:lstStyle/>
          <a:p>
            <a:pPr algn="ctr"/>
            <a:r>
              <a:rPr lang="en-US" sz="1300" b="1" dirty="0">
                <a:latin typeface="MULISH BOLD ROMAN" pitchFamily="2" charset="77"/>
              </a:rPr>
              <a:t>Average Days by Term</a:t>
            </a:r>
          </a:p>
        </p:txBody>
      </p:sp>
      <p:sp>
        <p:nvSpPr>
          <p:cNvPr id="2" name="TextBox 1">
            <a:extLst>
              <a:ext uri="{FF2B5EF4-FFF2-40B4-BE49-F238E27FC236}">
                <a16:creationId xmlns:a16="http://schemas.microsoft.com/office/drawing/2014/main" id="{D94AC198-E753-1886-71E0-46B240C76C77}"/>
              </a:ext>
            </a:extLst>
          </p:cNvPr>
          <p:cNvSpPr txBox="1"/>
          <p:nvPr/>
        </p:nvSpPr>
        <p:spPr>
          <a:xfrm>
            <a:off x="3887873" y="1466353"/>
            <a:ext cx="1690777" cy="1446550"/>
          </a:xfrm>
          <a:prstGeom prst="rect">
            <a:avLst/>
          </a:prstGeom>
          <a:noFill/>
          <a:ln>
            <a:solidFill>
              <a:schemeClr val="tx1"/>
            </a:solidFill>
          </a:ln>
        </p:spPr>
        <p:txBody>
          <a:bodyPr wrap="square" rtlCol="0">
            <a:spAutoFit/>
          </a:bodyPr>
          <a:lstStyle/>
          <a:p>
            <a:r>
              <a:rPr lang="en-US" sz="1100" dirty="0">
                <a:latin typeface="MULISH REGULAR ROMAN"/>
              </a:rPr>
              <a:t>Figure shows the average number of days between oral arguments and the rendering of a decision for a case between the 2005 and 2024 terms. Bars represent 25</a:t>
            </a:r>
            <a:r>
              <a:rPr lang="en-US" sz="1100" baseline="30000" dirty="0">
                <a:latin typeface="MULISH REGULAR ROMAN"/>
              </a:rPr>
              <a:t>th</a:t>
            </a:r>
            <a:r>
              <a:rPr lang="en-US" sz="1100" dirty="0">
                <a:latin typeface="MULISH REGULAR ROMAN"/>
              </a:rPr>
              <a:t> and 75</a:t>
            </a:r>
            <a:r>
              <a:rPr lang="en-US" sz="1100" baseline="30000" dirty="0">
                <a:latin typeface="MULISH REGULAR ROMAN"/>
              </a:rPr>
              <a:t>th</a:t>
            </a:r>
            <a:r>
              <a:rPr lang="en-US" sz="1100" dirty="0">
                <a:latin typeface="MULISH REGULAR ROMAN"/>
              </a:rPr>
              <a:t> Percentiles.  </a:t>
            </a:r>
          </a:p>
        </p:txBody>
      </p:sp>
      <p:pic>
        <p:nvPicPr>
          <p:cNvPr id="7" name="Picture 6" descr="A graph with numbers and lines&#10;&#10;AI-generated content may be incorrect.">
            <a:extLst>
              <a:ext uri="{FF2B5EF4-FFF2-40B4-BE49-F238E27FC236}">
                <a16:creationId xmlns:a16="http://schemas.microsoft.com/office/drawing/2014/main" id="{E3409D07-E0AA-D3C4-90BB-9665068206A4}"/>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860853" y="808786"/>
            <a:ext cx="5488047" cy="3292828"/>
          </a:xfrm>
          <a:prstGeom prst="rect">
            <a:avLst/>
          </a:prstGeom>
        </p:spPr>
      </p:pic>
    </p:spTree>
    <p:extLst>
      <p:ext uri="{BB962C8B-B14F-4D97-AF65-F5344CB8AC3E}">
        <p14:creationId xmlns:p14="http://schemas.microsoft.com/office/powerpoint/2010/main" val="60501877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C1A7B839-BA29-E63C-04C6-7B8D71CF857E}"/>
              </a:ext>
            </a:extLst>
          </p:cNvPr>
          <p:cNvSpPr>
            <a:spLocks noGrp="1" noRot="1" noMove="1" noResize="1" noEditPoints="1" noAdjustHandles="1" noChangeArrowheads="1" noChangeShapeType="1"/>
          </p:cNvSpPr>
          <p:nvPr/>
        </p:nvSpPr>
        <p:spPr>
          <a:xfrm>
            <a:off x="1559095" y="896352"/>
            <a:ext cx="8442160" cy="5065296"/>
          </a:xfrm>
          <a:prstGeom prst="rect">
            <a:avLst/>
          </a:prstGeom>
          <a:solidFill>
            <a:schemeClr val="accent1">
              <a:alpha val="21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Slide Number Placeholder 1"/>
          <p:cNvSpPr>
            <a:spLocks noGrp="1"/>
          </p:cNvSpPr>
          <p:nvPr>
            <p:ph type="sldNum" sz="quarter" idx="12"/>
          </p:nvPr>
        </p:nvSpPr>
        <p:spPr>
          <a:xfrm>
            <a:off x="9448800" y="6476807"/>
            <a:ext cx="2743200" cy="365125"/>
          </a:xfrm>
        </p:spPr>
        <p:txBody>
          <a:bodyPr/>
          <a:lstStyle/>
          <a:p>
            <a:fld id="{5E212BD6-99D2-4430-8307-3DFF6CB1AF68}" type="slidenum">
              <a:rPr lang="en-US" sz="800" smtClean="0">
                <a:latin typeface="Century Schoolbook" panose="02040604050505020304" pitchFamily="18" charset="0"/>
              </a:rPr>
              <a:t>9</a:t>
            </a:fld>
            <a:endParaRPr lang="en-US" sz="800" dirty="0">
              <a:latin typeface="Century Schoolbook" panose="02040604050505020304" pitchFamily="18" charset="0"/>
            </a:endParaRPr>
          </a:p>
        </p:txBody>
      </p:sp>
      <p:sp>
        <p:nvSpPr>
          <p:cNvPr id="7" name="Title 9">
            <a:extLst>
              <a:ext uri="{FF2B5EF4-FFF2-40B4-BE49-F238E27FC236}">
                <a16:creationId xmlns:a16="http://schemas.microsoft.com/office/drawing/2014/main" id="{FF46E068-D12F-7244-B43D-93F4C8891F00}"/>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TOTAL OPINIONS OVER TIME</a:t>
            </a:r>
          </a:p>
        </p:txBody>
      </p:sp>
      <p:sp>
        <p:nvSpPr>
          <p:cNvPr id="5" name="TextBox 4">
            <a:extLst>
              <a:ext uri="{FF2B5EF4-FFF2-40B4-BE49-F238E27FC236}">
                <a16:creationId xmlns:a16="http://schemas.microsoft.com/office/drawing/2014/main" id="{FD46BA6A-543E-6BE2-7182-BAE94BE62A1D}"/>
              </a:ext>
            </a:extLst>
          </p:cNvPr>
          <p:cNvSpPr txBox="1"/>
          <p:nvPr/>
        </p:nvSpPr>
        <p:spPr>
          <a:xfrm>
            <a:off x="838200" y="6083077"/>
            <a:ext cx="9883950" cy="461665"/>
          </a:xfrm>
          <a:prstGeom prst="rect">
            <a:avLst/>
          </a:prstGeom>
          <a:noFill/>
          <a:ln>
            <a:solidFill>
              <a:schemeClr val="tx1"/>
            </a:solidFill>
          </a:ln>
        </p:spPr>
        <p:txBody>
          <a:bodyPr wrap="square" rtlCol="0">
            <a:spAutoFit/>
          </a:bodyPr>
          <a:lstStyle/>
          <a:p>
            <a:pPr algn="ctr"/>
            <a:r>
              <a:rPr lang="en-US" sz="1200" dirty="0">
                <a:latin typeface="MULISH REGULAR ROMAN"/>
              </a:rPr>
              <a:t>Figure shows the volume &amp; proportion of opinions (by type) authored by the Court between the 2005 and 2024 terms. </a:t>
            </a:r>
            <a:br>
              <a:rPr lang="en-US" sz="1200" dirty="0">
                <a:latin typeface="MULISH REGULAR ROMAN"/>
              </a:rPr>
            </a:br>
            <a:r>
              <a:rPr lang="en-US" sz="1200" dirty="0">
                <a:latin typeface="MULISH REGULAR ROMAN"/>
              </a:rPr>
              <a:t>Special concurrences (</a:t>
            </a:r>
            <a:r>
              <a:rPr lang="en-US" sz="1200" i="1" dirty="0">
                <a:latin typeface="MULISH REGULAR ROMAN"/>
              </a:rPr>
              <a:t>In Part</a:t>
            </a:r>
            <a:r>
              <a:rPr lang="en-US" sz="1200" dirty="0">
                <a:latin typeface="MULISH REGULAR ROMAN"/>
              </a:rPr>
              <a:t>) and those concurring </a:t>
            </a:r>
            <a:r>
              <a:rPr lang="en-US" sz="1200" i="1" dirty="0">
                <a:latin typeface="MULISH REGULAR ROMAN"/>
              </a:rPr>
              <a:t>in judgement </a:t>
            </a:r>
            <a:r>
              <a:rPr lang="en-US" sz="1200" dirty="0">
                <a:latin typeface="MULISH REGULAR ROMAN"/>
              </a:rPr>
              <a:t>are similarly coded as Concurrences.</a:t>
            </a:r>
          </a:p>
        </p:txBody>
      </p:sp>
      <p:pic>
        <p:nvPicPr>
          <p:cNvPr id="8" name="Picture 7" descr="A graph of different colored squares&#10;&#10;AI-generated content may be incorrect.">
            <a:extLst>
              <a:ext uri="{FF2B5EF4-FFF2-40B4-BE49-F238E27FC236}">
                <a16:creationId xmlns:a16="http://schemas.microsoft.com/office/drawing/2014/main" id="{A368D452-14DB-E36C-7005-616A4E0E3ADE}"/>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559096" y="883645"/>
            <a:ext cx="8442160" cy="5065296"/>
          </a:xfrm>
          <a:prstGeom prst="rect">
            <a:avLst/>
          </a:prstGeom>
        </p:spPr>
      </p:pic>
    </p:spTree>
    <p:extLst>
      <p:ext uri="{BB962C8B-B14F-4D97-AF65-F5344CB8AC3E}">
        <p14:creationId xmlns:p14="http://schemas.microsoft.com/office/powerpoint/2010/main" val="215205593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2"/>
          </p:nvPr>
        </p:nvSpPr>
        <p:spPr>
          <a:xfrm>
            <a:off x="9448800" y="6492875"/>
            <a:ext cx="2743200" cy="365125"/>
          </a:xfrm>
        </p:spPr>
        <p:txBody>
          <a:bodyPr/>
          <a:lstStyle/>
          <a:p>
            <a:fld id="{5924AB8B-A04B-4852-9717-52B5E5852666}" type="slidenum">
              <a:rPr lang="en-US" sz="800" smtClean="0">
                <a:latin typeface="Century Schoolbook" panose="02040604050505020304" pitchFamily="18" charset="0"/>
              </a:rPr>
              <a:t>10</a:t>
            </a:fld>
            <a:endParaRPr lang="en-US" sz="800">
              <a:latin typeface="Century Schoolbook" panose="02040604050505020304" pitchFamily="18" charset="0"/>
            </a:endParaRPr>
          </a:p>
        </p:txBody>
      </p:sp>
      <p:graphicFrame>
        <p:nvGraphicFramePr>
          <p:cNvPr id="7" name="Table 6">
            <a:extLst>
              <a:ext uri="{FF2B5EF4-FFF2-40B4-BE49-F238E27FC236}">
                <a16:creationId xmlns:a16="http://schemas.microsoft.com/office/drawing/2014/main" id="{AFEE743B-3743-7B46-A02B-4C621618C449}"/>
              </a:ext>
            </a:extLst>
          </p:cNvPr>
          <p:cNvGraphicFramePr>
            <a:graphicFrameLocks noGrp="1"/>
          </p:cNvGraphicFramePr>
          <p:nvPr>
            <p:extLst>
              <p:ext uri="{D42A27DB-BD31-4B8C-83A1-F6EECF244321}">
                <p14:modId xmlns:p14="http://schemas.microsoft.com/office/powerpoint/2010/main" val="858621578"/>
              </p:ext>
            </p:extLst>
          </p:nvPr>
        </p:nvGraphicFramePr>
        <p:xfrm>
          <a:off x="224287" y="961859"/>
          <a:ext cx="11645661" cy="5545423"/>
        </p:xfrm>
        <a:graphic>
          <a:graphicData uri="http://schemas.openxmlformats.org/drawingml/2006/table">
            <a:tbl>
              <a:tblPr firstRow="1" bandRow="1">
                <a:tableStyleId>{C083E6E3-FA7D-4D7B-A595-EF9225AFEA82}</a:tableStyleId>
              </a:tblPr>
              <a:tblGrid>
                <a:gridCol w="853902">
                  <a:extLst>
                    <a:ext uri="{9D8B030D-6E8A-4147-A177-3AD203B41FA5}">
                      <a16:colId xmlns:a16="http://schemas.microsoft.com/office/drawing/2014/main" val="20000"/>
                    </a:ext>
                  </a:extLst>
                </a:gridCol>
                <a:gridCol w="341651">
                  <a:extLst>
                    <a:ext uri="{9D8B030D-6E8A-4147-A177-3AD203B41FA5}">
                      <a16:colId xmlns:a16="http://schemas.microsoft.com/office/drawing/2014/main" val="1952344982"/>
                    </a:ext>
                  </a:extLst>
                </a:gridCol>
                <a:gridCol w="1080468">
                  <a:extLst>
                    <a:ext uri="{9D8B030D-6E8A-4147-A177-3AD203B41FA5}">
                      <a16:colId xmlns:a16="http://schemas.microsoft.com/office/drawing/2014/main" val="20001"/>
                    </a:ext>
                  </a:extLst>
                </a:gridCol>
                <a:gridCol w="1080468">
                  <a:extLst>
                    <a:ext uri="{9D8B030D-6E8A-4147-A177-3AD203B41FA5}">
                      <a16:colId xmlns:a16="http://schemas.microsoft.com/office/drawing/2014/main" val="20002"/>
                    </a:ext>
                  </a:extLst>
                </a:gridCol>
                <a:gridCol w="1080468">
                  <a:extLst>
                    <a:ext uri="{9D8B030D-6E8A-4147-A177-3AD203B41FA5}">
                      <a16:colId xmlns:a16="http://schemas.microsoft.com/office/drawing/2014/main" val="20003"/>
                    </a:ext>
                  </a:extLst>
                </a:gridCol>
                <a:gridCol w="1080468">
                  <a:extLst>
                    <a:ext uri="{9D8B030D-6E8A-4147-A177-3AD203B41FA5}">
                      <a16:colId xmlns:a16="http://schemas.microsoft.com/office/drawing/2014/main" val="20004"/>
                    </a:ext>
                  </a:extLst>
                </a:gridCol>
                <a:gridCol w="1080468">
                  <a:extLst>
                    <a:ext uri="{9D8B030D-6E8A-4147-A177-3AD203B41FA5}">
                      <a16:colId xmlns:a16="http://schemas.microsoft.com/office/drawing/2014/main" val="20005"/>
                    </a:ext>
                  </a:extLst>
                </a:gridCol>
                <a:gridCol w="1080468">
                  <a:extLst>
                    <a:ext uri="{9D8B030D-6E8A-4147-A177-3AD203B41FA5}">
                      <a16:colId xmlns:a16="http://schemas.microsoft.com/office/drawing/2014/main" val="20006"/>
                    </a:ext>
                  </a:extLst>
                </a:gridCol>
                <a:gridCol w="1080468">
                  <a:extLst>
                    <a:ext uri="{9D8B030D-6E8A-4147-A177-3AD203B41FA5}">
                      <a16:colId xmlns:a16="http://schemas.microsoft.com/office/drawing/2014/main" val="20007"/>
                    </a:ext>
                  </a:extLst>
                </a:gridCol>
                <a:gridCol w="1144295">
                  <a:extLst>
                    <a:ext uri="{9D8B030D-6E8A-4147-A177-3AD203B41FA5}">
                      <a16:colId xmlns:a16="http://schemas.microsoft.com/office/drawing/2014/main" val="3152721366"/>
                    </a:ext>
                  </a:extLst>
                </a:gridCol>
                <a:gridCol w="1233578">
                  <a:extLst>
                    <a:ext uri="{9D8B030D-6E8A-4147-A177-3AD203B41FA5}">
                      <a16:colId xmlns:a16="http://schemas.microsoft.com/office/drawing/2014/main" val="2599236381"/>
                    </a:ext>
                  </a:extLst>
                </a:gridCol>
                <a:gridCol w="508959">
                  <a:extLst>
                    <a:ext uri="{9D8B030D-6E8A-4147-A177-3AD203B41FA5}">
                      <a16:colId xmlns:a16="http://schemas.microsoft.com/office/drawing/2014/main" val="706058003"/>
                    </a:ext>
                  </a:extLst>
                </a:gridCol>
              </a:tblGrid>
              <a:tr h="349173">
                <a:tc>
                  <a:txBody>
                    <a:bodyPr/>
                    <a:lstStyle/>
                    <a:p>
                      <a:pPr algn="l"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a:solidFill>
                            <a:schemeClr val="tx1"/>
                          </a:solidFill>
                          <a:effectLst/>
                          <a:latin typeface="MULISH REGULAR ROMAN" pitchFamily="2" charset="77"/>
                        </a:rPr>
                        <a:t>Roberts</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a:solidFill>
                            <a:schemeClr val="tx1"/>
                          </a:solidFill>
                          <a:effectLst/>
                          <a:latin typeface="MULISH REGULAR ROMAN" pitchFamily="2" charset="77"/>
                        </a:rPr>
                        <a:t>Thomas</a:t>
                      </a:r>
                      <a:endParaRPr lang="en-US" sz="1100" b="1" i="0" u="none" strike="noStrike" dirty="0">
                        <a:solidFill>
                          <a:schemeClr val="tx1"/>
                        </a:solidFill>
                        <a:effectLst/>
                        <a:latin typeface="MULISH REGULAR ROMAN" pitchFamily="2" charset="77"/>
                      </a:endParaRPr>
                    </a:p>
                  </a:txBody>
                  <a:tcPr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a:solidFill>
                            <a:schemeClr val="tx1"/>
                          </a:solidFill>
                          <a:effectLst/>
                          <a:latin typeface="MULISH REGULAR ROMAN" pitchFamily="2" charset="77"/>
                        </a:rPr>
                        <a:t>Alito</a:t>
                      </a:r>
                      <a:endParaRPr lang="en-US" sz="1100" b="1" i="0" u="none" strike="noStrike" dirty="0">
                        <a:solidFill>
                          <a:schemeClr val="tx1"/>
                        </a:solidFill>
                        <a:effectLst/>
                        <a:latin typeface="MULISH REGULAR ROMAN" pitchFamily="2" charset="77"/>
                      </a:endParaRPr>
                    </a:p>
                  </a:txBody>
                  <a:tcPr marL="0"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a:solidFill>
                            <a:schemeClr val="tx1"/>
                          </a:solidFill>
                          <a:effectLst/>
                          <a:latin typeface="MULISH REGULAR ROMAN" pitchFamily="2" charset="77"/>
                        </a:rPr>
                        <a:t>Sotomayor</a:t>
                      </a:r>
                      <a:endParaRPr lang="en-US" sz="1100" b="1" i="0" u="none" strike="noStrike" dirty="0">
                        <a:solidFill>
                          <a:schemeClr val="tx1"/>
                        </a:solidFill>
                        <a:effectLst/>
                        <a:latin typeface="MULISH REGULAR ROMAN" pitchFamily="2" charset="77"/>
                      </a:endParaRPr>
                    </a:p>
                  </a:txBody>
                  <a:tcPr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a:solidFill>
                            <a:schemeClr val="tx1"/>
                          </a:solidFill>
                          <a:effectLst/>
                          <a:latin typeface="MULISH REGULAR ROMAN" pitchFamily="2" charset="77"/>
                        </a:rPr>
                        <a:t>Kagan</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a:solidFill>
                            <a:schemeClr val="tx1"/>
                          </a:solidFill>
                          <a:effectLst/>
                          <a:latin typeface="MULISH REGULAR ROMAN" pitchFamily="2" charset="77"/>
                        </a:rPr>
                        <a:t>Gorsuch</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a:solidFill>
                            <a:schemeClr val="tx1"/>
                          </a:solidFill>
                          <a:effectLst/>
                          <a:latin typeface="MULISH REGULAR ROMAN" pitchFamily="2" charset="77"/>
                        </a:rPr>
                        <a:t>Kavanaugh</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a:solidFill>
                            <a:schemeClr val="tx1"/>
                          </a:solidFill>
                          <a:effectLst/>
                          <a:latin typeface="MULISH REGULAR ROMAN" pitchFamily="2" charset="77"/>
                        </a:rPr>
                        <a:t>Barrett</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a:solidFill>
                            <a:schemeClr val="tx1"/>
                          </a:solidFill>
                          <a:effectLst/>
                          <a:latin typeface="MULISH REGULAR ROMAN" pitchFamily="2" charset="77"/>
                        </a:rPr>
                        <a:t>Jackson</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a:solidFill>
                            <a:schemeClr val="tx1"/>
                          </a:solidFill>
                          <a:effectLst/>
                          <a:latin typeface="MULISH REGULAR ROMAN" pitchFamily="2" charset="77"/>
                        </a:rPr>
                        <a:t>Total</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0"/>
                  </a:ext>
                </a:extLst>
              </a:tr>
              <a:tr h="238709">
                <a:tc rowSpan="5">
                  <a:txBody>
                    <a:bodyPr/>
                    <a:lstStyle/>
                    <a:p>
                      <a:pPr algn="ctr" fontAlgn="b"/>
                      <a:r>
                        <a:rPr lang="en-US" sz="1100" b="1" u="none" strike="noStrike">
                          <a:solidFill>
                            <a:schemeClr val="tx1"/>
                          </a:solidFill>
                          <a:effectLst/>
                          <a:latin typeface="MULISH REGULAR ROMAN" pitchFamily="2" charset="77"/>
                        </a:rPr>
                        <a:t>Majority</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fontAlgn="b"/>
                      <a:r>
                        <a:rPr lang="en-US" sz="900" b="0" u="none" strike="noStrike">
                          <a:solidFill>
                            <a:schemeClr val="tx1"/>
                          </a:solidFill>
                          <a:effectLst/>
                          <a:latin typeface="MULISH REGULAR ROMAN" pitchFamily="2" charset="77"/>
                        </a:rPr>
                        <a:t>1</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Lackey</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Bufkin</a:t>
                      </a:r>
                      <a:endParaRPr lang="en-US" sz="900" b="0" i="0" u="none" strike="noStrike" dirty="0">
                        <a:solidFill>
                          <a:schemeClr val="tx1"/>
                        </a:solidFill>
                        <a:effectLst/>
                        <a:latin typeface="MULISH REGULAR ROMAN" pitchFamily="2" charset="77"/>
                      </a:endParaRPr>
                    </a:p>
                  </a:txBody>
                  <a:tcPr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Waetzig</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Hungary</a:t>
                      </a:r>
                      <a:endParaRPr lang="en-US" sz="900" b="0" i="0" u="none" strike="noStrike" dirty="0">
                        <a:solidFill>
                          <a:schemeClr val="tx1"/>
                        </a:solidFill>
                        <a:effectLst/>
                        <a:latin typeface="MULISH REGULAR ROMAN" pitchFamily="2" charset="77"/>
                      </a:endParaRPr>
                    </a:p>
                  </a:txBody>
                  <a:tcPr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Royal Canin</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Vanderstok</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E.M.D. Sales</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Medical Marijuana</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a:effectLst/>
                        </a:rPr>
                        <a:t>Bouarafa</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rowSpan="5">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238709">
                <a:tc vMerge="1">
                  <a:txBody>
                    <a:bodyPr/>
                    <a:lstStyle/>
                    <a:p>
                      <a:endParaRPr lang="en-US"/>
                    </a:p>
                  </a:txBody>
                  <a:tcPr marL="3315" marR="3315" marT="3315" marB="0" anchor="b"/>
                </a:tc>
                <a:tc>
                  <a:txBody>
                    <a:bodyPr/>
                    <a:lstStyle/>
                    <a:p>
                      <a:pPr algn="ctr" fontAlgn="b"/>
                      <a:r>
                        <a:rPr lang="en-US" sz="900" b="0" u="none" strike="noStrike">
                          <a:solidFill>
                            <a:schemeClr val="tx1"/>
                          </a:solidFill>
                          <a:effectLst/>
                          <a:latin typeface="MULISH REGULAR ROMAN" pitchFamily="2" charset="77"/>
                        </a:rPr>
                        <a:t>2</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Thompson</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Delligatti</a:t>
                      </a:r>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SF v. EPA</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Glossip</a:t>
                      </a:r>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Wisconsin Bell</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Velazquez</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Williams</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Advocate Christ Medical</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Miller</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238709">
                <a:tc vMerge="1">
                  <a:txBody>
                    <a:bodyPr/>
                    <a:lstStyle/>
                    <a:p>
                      <a:endParaRPr lang="en-US"/>
                    </a:p>
                  </a:txBody>
                  <a:tcPr marL="3315" marR="3315" marT="3315" marB="0" anchor="b"/>
                </a:tc>
                <a:tc>
                  <a:txBody>
                    <a:bodyPr/>
                    <a:lstStyle/>
                    <a:p>
                      <a:pPr algn="ctr" fontAlgn="b"/>
                      <a:r>
                        <a:rPr lang="en-US" sz="900" b="0" u="none" strike="noStrike">
                          <a:solidFill>
                            <a:schemeClr val="tx1"/>
                          </a:solidFill>
                          <a:effectLst/>
                          <a:latin typeface="MULISH REGULAR ROMAN" pitchFamily="2" charset="77"/>
                        </a:rPr>
                        <a:t>3</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Blom Bank</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Wages &amp; White Lion</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Cunningham</a:t>
                      </a:r>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Dewberry</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Feliciano</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Seven County</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err="1">
                          <a:solidFill>
                            <a:schemeClr val="tx1"/>
                          </a:solidFill>
                          <a:effectLst/>
                          <a:latin typeface="MULISH REGULAR ROMAN" pitchFamily="2" charset="77"/>
                        </a:rPr>
                        <a:t>Kousisis</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Ames</a:t>
                      </a:r>
                    </a:p>
                  </a:txBody>
                  <a:tcPr marL="3315" marR="3315" marT="331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238709">
                <a:tc vMerge="1">
                  <a:txBody>
                    <a:bodyPr/>
                    <a:lstStyle/>
                    <a:p>
                      <a:endParaRPr lang="en-US"/>
                    </a:p>
                  </a:txBody>
                  <a:tcPr marL="3315" marR="3315" marT="3315" marB="0" anchor="b"/>
                </a:tc>
                <a:tc>
                  <a:txBody>
                    <a:bodyPr/>
                    <a:lstStyle/>
                    <a:p>
                      <a:pPr algn="ctr" fontAlgn="b"/>
                      <a:r>
                        <a:rPr lang="en-US" sz="900" b="0" u="none" strike="noStrike">
                          <a:solidFill>
                            <a:schemeClr val="tx1"/>
                          </a:solidFill>
                          <a:effectLst/>
                          <a:latin typeface="MULISH REGULAR ROMAN" pitchFamily="2" charset="77"/>
                        </a:rPr>
                        <a:t>4</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CC/Devas</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Catholic Charities</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Barnes</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238709">
                <a:tc vMerge="1">
                  <a:txBody>
                    <a:bodyPr/>
                    <a:lstStyle/>
                    <a:p>
                      <a:endParaRPr lang="en-US"/>
                    </a:p>
                  </a:txBody>
                  <a:tcPr marL="3315" marR="3315" marT="3315" marB="0" anchor="b"/>
                </a:tc>
                <a:tc>
                  <a:txBody>
                    <a:bodyPr/>
                    <a:lstStyle/>
                    <a:p>
                      <a:pPr algn="ctr" fontAlgn="b"/>
                      <a:r>
                        <a:rPr lang="en-US" sz="900" b="0" u="none" strike="noStrike">
                          <a:solidFill>
                            <a:schemeClr val="tx1"/>
                          </a:solidFill>
                          <a:effectLst/>
                          <a:latin typeface="MULISH REGULAR ROMAN" pitchFamily="2" charset="77"/>
                        </a:rPr>
                        <a:t>5</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Smith &amp; Wesson</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238709">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9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2964347164"/>
                  </a:ext>
                </a:extLst>
              </a:tr>
              <a:tr h="238709">
                <a:tc rowSpan="7">
                  <a:txBody>
                    <a:bodyPr/>
                    <a:lstStyle/>
                    <a:p>
                      <a:pPr algn="ctr"/>
                      <a:r>
                        <a:rPr lang="en-US" sz="1100" b="1">
                          <a:latin typeface="MULISH REGULAR ROMAN" pitchFamily="2" charset="77"/>
                        </a:rPr>
                        <a:t>Concurring</a:t>
                      </a:r>
                      <a:endParaRPr lang="en-US" sz="1100" b="1" dirty="0">
                        <a:latin typeface="MULISH REGULAR ROMAN" pitchFamily="2" charset="77"/>
                      </a:endParaRPr>
                    </a:p>
                  </a:txBody>
                  <a:tcPr marL="3315" marR="3315" marT="3315" marB="0" anchor="ctr">
                    <a:lnT>
                      <a:noFill/>
                    </a:lnT>
                  </a:tcPr>
                </a:tc>
                <a:tc>
                  <a:txBody>
                    <a:bodyPr/>
                    <a:lstStyle/>
                    <a:p>
                      <a:pPr algn="ctr" fontAlgn="b"/>
                      <a:r>
                        <a:rPr lang="en-US" sz="900" b="0" u="none" strike="noStrike">
                          <a:solidFill>
                            <a:schemeClr val="tx1"/>
                          </a:solidFill>
                          <a:effectLst/>
                          <a:latin typeface="MULISH REGULAR ROMAN" pitchFamily="2" charset="77"/>
                        </a:rPr>
                        <a:t>1</a:t>
                      </a:r>
                      <a:endParaRPr lang="en-US" sz="900" b="0" i="0" u="none" strike="noStrike" dirty="0">
                        <a:solidFill>
                          <a:schemeClr val="tx1"/>
                        </a:solidFill>
                        <a:effectLst/>
                        <a:latin typeface="MULISH REGULAR ROMAN" pitchFamily="2" charset="77"/>
                      </a:endParaRPr>
                    </a:p>
                  </a:txBody>
                  <a:tcPr marL="3315" marR="3315" marT="3315" marB="0" anchor="ctr">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Wisconsin Bell</a:t>
                      </a:r>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Andrew</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TikTok</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E.M.D. Sales</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Wisconsin Bell</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Glossip</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Thompson</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rowSpan="7">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13"/>
                  </a:ext>
                </a:extLst>
              </a:tr>
              <a:tr h="238709">
                <a:tc vMerge="1">
                  <a:txBody>
                    <a:bodyPr/>
                    <a:lstStyle/>
                    <a:p>
                      <a:endParaRPr lang="en-US"/>
                    </a:p>
                  </a:txBody>
                  <a:tcPr marL="3315" marR="3315" marT="3315" marB="0" anchor="b"/>
                </a:tc>
                <a:tc>
                  <a:txBody>
                    <a:bodyPr/>
                    <a:lstStyle/>
                    <a:p>
                      <a:pPr algn="ctr" fontAlgn="b"/>
                      <a:r>
                        <a:rPr lang="en-US" sz="900" b="0" u="none" strike="noStrike">
                          <a:solidFill>
                            <a:schemeClr val="tx1"/>
                          </a:solidFill>
                          <a:effectLst/>
                          <a:latin typeface="MULISH REGULAR ROMAN" pitchFamily="2" charset="77"/>
                        </a:rPr>
                        <a:t>2</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err="1">
                          <a:solidFill>
                            <a:schemeClr val="tx1"/>
                          </a:solidFill>
                          <a:effectLst/>
                          <a:latin typeface="MULISH REGULAR ROMAN" pitchFamily="2" charset="77"/>
                        </a:rPr>
                        <a:t>Kousisis</a:t>
                      </a:r>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Thompson</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Dewberry</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TikTok</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Vanderstok</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SF v. EPA</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Vanderstok</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4"/>
                  </a:ext>
                </a:extLst>
              </a:tr>
              <a:tr h="238709">
                <a:tc vMerge="1">
                  <a:txBody>
                    <a:bodyPr/>
                    <a:lstStyle/>
                    <a:p>
                      <a:endParaRPr lang="en-US"/>
                    </a:p>
                  </a:txBody>
                  <a:tcPr marL="3315" marR="3315" marT="3315" marB="0" anchor="b"/>
                </a:tc>
                <a:tc>
                  <a:txBody>
                    <a:bodyPr/>
                    <a:lstStyle/>
                    <a:p>
                      <a:pPr algn="ctr" fontAlgn="b"/>
                      <a:r>
                        <a:rPr lang="en-US" sz="900" b="0" u="none" strike="noStrike">
                          <a:solidFill>
                            <a:schemeClr val="tx1"/>
                          </a:solidFill>
                          <a:effectLst/>
                          <a:latin typeface="MULISH REGULAR ROMAN" pitchFamily="2" charset="77"/>
                        </a:rPr>
                        <a:t>3</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Ames</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Cunningham</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Vanderstok</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err="1">
                          <a:solidFill>
                            <a:schemeClr val="tx1"/>
                          </a:solidFill>
                          <a:effectLst/>
                          <a:latin typeface="MULISH REGULAR ROMAN" pitchFamily="2" charset="77"/>
                        </a:rPr>
                        <a:t>Kousisis</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Trump v. J.G.G.</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Smith &amp; Wesson</a:t>
                      </a:r>
                    </a:p>
                  </a:txBody>
                  <a:tcPr marL="3315" marR="3315" marT="331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5"/>
                  </a:ext>
                </a:extLst>
              </a:tr>
              <a:tr h="238709">
                <a:tc vMerge="1">
                  <a:txBody>
                    <a:bodyPr/>
                    <a:lstStyle/>
                    <a:p>
                      <a:endParaRPr lang="en-US"/>
                    </a:p>
                  </a:txBody>
                  <a:tcPr marL="3315" marR="3315" marT="3315" marB="0" anchor="b"/>
                </a:tc>
                <a:tc>
                  <a:txBody>
                    <a:bodyPr/>
                    <a:lstStyle/>
                    <a:p>
                      <a:pPr algn="ctr" fontAlgn="b"/>
                      <a:r>
                        <a:rPr lang="en-US" sz="900" b="0" u="none" strike="noStrike">
                          <a:solidFill>
                            <a:schemeClr val="tx1"/>
                          </a:solidFill>
                          <a:effectLst/>
                          <a:latin typeface="MULISH REGULAR ROMAN" pitchFamily="2" charset="77"/>
                        </a:rPr>
                        <a:t>4</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Smith &amp; Wesson</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Wages &amp; White Lion</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Barnes</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Catholic Charities</a:t>
                      </a:r>
                    </a:p>
                  </a:txBody>
                  <a:tcPr marL="3315" marR="3315" marT="331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6"/>
                  </a:ext>
                </a:extLst>
              </a:tr>
              <a:tr h="238709">
                <a:tc vMerge="1">
                  <a:txBody>
                    <a:bodyPr/>
                    <a:lstStyle/>
                    <a:p>
                      <a:endParaRPr lang="en-US"/>
                    </a:p>
                  </a:txBody>
                  <a:tcPr marL="3315" marR="3315" marT="3315" marB="0" anchor="b"/>
                </a:tc>
                <a:tc>
                  <a:txBody>
                    <a:bodyPr/>
                    <a:lstStyle/>
                    <a:p>
                      <a:pPr algn="ctr" fontAlgn="b"/>
                      <a:r>
                        <a:rPr lang="en-US" sz="900" b="0" u="none" strike="noStrike">
                          <a:solidFill>
                            <a:schemeClr val="tx1"/>
                          </a:solidFill>
                          <a:effectLst/>
                          <a:latin typeface="MULISH REGULAR ROMAN" pitchFamily="2" charset="77"/>
                        </a:rPr>
                        <a:t>5</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Catholic Charities</a:t>
                      </a: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Seven County</a:t>
                      </a: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Blom Bank</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17"/>
                  </a:ext>
                </a:extLst>
              </a:tr>
              <a:tr h="238709">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900" b="0" i="0" u="none" strike="noStrike">
                          <a:solidFill>
                            <a:schemeClr val="tx1"/>
                          </a:solidFill>
                          <a:effectLst/>
                          <a:latin typeface="MULISH REGULAR ROMAN" pitchFamily="2" charset="77"/>
                        </a:rPr>
                        <a:t>6</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726377539"/>
                  </a:ext>
                </a:extLst>
              </a:tr>
              <a:tr h="238709">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900" b="0" i="0" u="none" strike="noStrike">
                          <a:solidFill>
                            <a:schemeClr val="tx1"/>
                          </a:solidFill>
                          <a:effectLst/>
                          <a:latin typeface="MULISH REGULAR ROMAN" pitchFamily="2" charset="77"/>
                        </a:rPr>
                        <a:t>7</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329529959"/>
                  </a:ext>
                </a:extLst>
              </a:tr>
              <a:tr h="238709">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609626801"/>
                  </a:ext>
                </a:extLst>
              </a:tr>
              <a:tr h="238709">
                <a:tc rowSpan="5">
                  <a:txBody>
                    <a:bodyPr/>
                    <a:lstStyle/>
                    <a:p>
                      <a:pPr algn="ctr" fontAlgn="b"/>
                      <a:r>
                        <a:rPr lang="en-US" sz="1100" b="1" i="0" u="none" strike="noStrike">
                          <a:solidFill>
                            <a:schemeClr val="tx1"/>
                          </a:solidFill>
                          <a:effectLst/>
                          <a:latin typeface="MULISH REGULAR ROMAN" pitchFamily="2" charset="77"/>
                        </a:rPr>
                        <a:t>Dissenting</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fontAlgn="b"/>
                      <a:r>
                        <a:rPr lang="en-US" sz="900" b="0" i="0" u="none" strike="noStrike">
                          <a:solidFill>
                            <a:schemeClr val="tx1"/>
                          </a:solidFill>
                          <a:effectLst/>
                          <a:latin typeface="MULISH REGULAR ROMAN" pitchFamily="2" charset="77"/>
                        </a:rPr>
                        <a:t>1</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Andrew</a:t>
                      </a:r>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Vanderstok</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Trump v. J.G.G.</a:t>
                      </a:r>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DOE v. CA</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Delligatti</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Medical Marijuana</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Velazquez</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Lackey</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rowSpan="5">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756917612"/>
                  </a:ext>
                </a:extLst>
              </a:tr>
              <a:tr h="238709">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900" b="0" i="0" u="none" strike="noStrike">
                          <a:solidFill>
                            <a:schemeClr val="tx1"/>
                          </a:solidFill>
                          <a:effectLst/>
                          <a:latin typeface="MULISH REGULAR ROMAN" pitchFamily="2" charset="77"/>
                        </a:rPr>
                        <a:t>2</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Williams</a:t>
                      </a:r>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Velazquez</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Miller</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Bufkin</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596628581"/>
                  </a:ext>
                </a:extLst>
              </a:tr>
              <a:tr h="238709">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900" b="0" i="0" u="none" strike="noStrike">
                          <a:solidFill>
                            <a:schemeClr val="tx1"/>
                          </a:solidFill>
                          <a:effectLst/>
                          <a:latin typeface="MULISH REGULAR ROMAN" pitchFamily="2" charset="77"/>
                        </a:rPr>
                        <a:t>3</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Glossip</a:t>
                      </a:r>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n-US" sz="900" b="0" i="0" u="none" strike="noStrike">
                          <a:solidFill>
                            <a:schemeClr val="tx1"/>
                          </a:solidFill>
                          <a:effectLst/>
                          <a:latin typeface="MULISH REGULAR ROMAN" pitchFamily="2" charset="77"/>
                        </a:rPr>
                        <a:t>A.A.R.P v. Trump</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DOE v. CA</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294379330"/>
                  </a:ext>
                </a:extLst>
              </a:tr>
              <a:tr h="238709">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900" b="0" i="0" u="none" strike="noStrike">
                          <a:solidFill>
                            <a:schemeClr val="tx1"/>
                          </a:solidFill>
                          <a:effectLst/>
                          <a:latin typeface="MULISH REGULAR ROMAN" pitchFamily="2" charset="77"/>
                        </a:rPr>
                        <a:t>4</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Vanderstok</a:t>
                      </a:r>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Advocate Christ Medical</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545191570"/>
                  </a:ext>
                </a:extLst>
              </a:tr>
              <a:tr h="215036">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900" b="0" i="0" u="none" strike="noStrike">
                          <a:solidFill>
                            <a:schemeClr val="tx1"/>
                          </a:solidFill>
                          <a:effectLst/>
                          <a:latin typeface="MULISH REGULAR ROMAN" pitchFamily="2" charset="77"/>
                        </a:rPr>
                        <a:t>5</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Medical Marijuana</a:t>
                      </a:r>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066520741"/>
                  </a:ext>
                </a:extLst>
              </a:tr>
              <a:tr h="207034">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fontAlgn="b"/>
                      <a:r>
                        <a:rPr lang="en-US" sz="900" b="0" i="0" u="none" strike="noStrike">
                          <a:solidFill>
                            <a:schemeClr val="tx1"/>
                          </a:solidFill>
                          <a:effectLst/>
                          <a:latin typeface="MULISH REGULAR ROMAN" pitchFamily="2" charset="77"/>
                        </a:rPr>
                        <a:t>6</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Velazquez</a:t>
                      </a:r>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934924686"/>
                  </a:ext>
                </a:extLst>
              </a:tr>
              <a:tr h="238709">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1100" b="0" i="0" u="none" strike="noStrike">
                          <a:solidFill>
                            <a:schemeClr val="tx1"/>
                          </a:solidFill>
                          <a:effectLst/>
                          <a:latin typeface="MULISH REGULAR ROMAN" pitchFamily="2" charset="77"/>
                        </a:rPr>
                        <a:t>7</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Feliciano</a:t>
                      </a:r>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740884629"/>
                  </a:ext>
                </a:extLst>
              </a:tr>
              <a:tr h="238709">
                <a:tc>
                  <a:txBody>
                    <a:bodyPr/>
                    <a:lstStyle/>
                    <a:p>
                      <a:pPr algn="ctr" fontAlgn="b"/>
                      <a:r>
                        <a:rPr lang="en-US" sz="1100" b="1" i="0" u="none" strike="noStrike">
                          <a:solidFill>
                            <a:schemeClr val="tx1"/>
                          </a:solidFill>
                          <a:effectLst/>
                          <a:latin typeface="MULISH REGULAR ROMAN" pitchFamily="2" charset="77"/>
                        </a:rPr>
                        <a:t>Total</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1" u="none" strike="noStrike" dirty="0">
                        <a:solidFill>
                          <a:schemeClr val="tx1"/>
                        </a:solidFill>
                        <a:effectLst/>
                        <a:latin typeface="MULISH REGULAR ROMAN" pitchFamily="2" charset="77"/>
                      </a:endParaRPr>
                    </a:p>
                  </a:txBody>
                  <a:tcPr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680498362"/>
                  </a:ext>
                </a:extLst>
              </a:tr>
            </a:tbl>
          </a:graphicData>
        </a:graphic>
      </p:graphicFrame>
      <p:sp>
        <p:nvSpPr>
          <p:cNvPr id="10" name="Title 9">
            <a:extLst>
              <a:ext uri="{FF2B5EF4-FFF2-40B4-BE49-F238E27FC236}">
                <a16:creationId xmlns:a16="http://schemas.microsoft.com/office/drawing/2014/main" id="{D366379E-E9D8-DB42-B1E2-38F621A2306F}"/>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OPINIONS AUTHORED BY EACH JUSTICE</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DB86C6B9-BD05-508C-FE45-BCD85A385E22}"/>
              </a:ext>
            </a:extLst>
          </p:cNvPr>
          <p:cNvSpPr>
            <a:spLocks noGrp="1" noRot="1" noMove="1" noResize="1" noEditPoints="1" noAdjustHandles="1" noChangeArrowheads="1" noChangeShapeType="1"/>
          </p:cNvSpPr>
          <p:nvPr/>
        </p:nvSpPr>
        <p:spPr>
          <a:xfrm>
            <a:off x="978132" y="1027978"/>
            <a:ext cx="9604086" cy="4802043"/>
          </a:xfrm>
          <a:prstGeom prst="rect">
            <a:avLst/>
          </a:prstGeom>
          <a:solidFill>
            <a:schemeClr val="accent1">
              <a:alpha val="21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Slide Number Placeholder 4"/>
          <p:cNvSpPr>
            <a:spLocks noGrp="1"/>
          </p:cNvSpPr>
          <p:nvPr>
            <p:ph type="sldNum" sz="quarter" idx="12"/>
          </p:nvPr>
        </p:nvSpPr>
        <p:spPr>
          <a:xfrm>
            <a:off x="9448800" y="6492875"/>
            <a:ext cx="2743200" cy="365125"/>
          </a:xfrm>
        </p:spPr>
        <p:txBody>
          <a:bodyPr/>
          <a:lstStyle/>
          <a:p>
            <a:fld id="{5E212BD6-99D2-4430-8307-3DFF6CB1AF68}" type="slidenum">
              <a:rPr lang="en-US" sz="800" smtClean="0">
                <a:latin typeface="Century Schoolbook" panose="02040604050505020304" pitchFamily="18" charset="0"/>
              </a:rPr>
              <a:t>11</a:t>
            </a:fld>
            <a:endParaRPr lang="en-US" sz="800">
              <a:latin typeface="Century Schoolbook" panose="02040604050505020304" pitchFamily="18" charset="0"/>
            </a:endParaRPr>
          </a:p>
        </p:txBody>
      </p:sp>
      <p:sp>
        <p:nvSpPr>
          <p:cNvPr id="7" name="Title 9">
            <a:extLst>
              <a:ext uri="{FF2B5EF4-FFF2-40B4-BE49-F238E27FC236}">
                <a16:creationId xmlns:a16="http://schemas.microsoft.com/office/drawing/2014/main" id="{86565480-92B6-5A4E-8946-30A6E964E5AD}"/>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OPINIONS AUTHORED BY EACH JUSTICE (Cont.)</a:t>
            </a:r>
          </a:p>
        </p:txBody>
      </p:sp>
      <p:sp>
        <p:nvSpPr>
          <p:cNvPr id="9" name="TextBox 8">
            <a:extLst>
              <a:ext uri="{FF2B5EF4-FFF2-40B4-BE49-F238E27FC236}">
                <a16:creationId xmlns:a16="http://schemas.microsoft.com/office/drawing/2014/main" id="{947E37C0-7C6B-D515-8322-D32828E334A1}"/>
              </a:ext>
            </a:extLst>
          </p:cNvPr>
          <p:cNvSpPr txBox="1"/>
          <p:nvPr/>
        </p:nvSpPr>
        <p:spPr>
          <a:xfrm>
            <a:off x="838200" y="6083077"/>
            <a:ext cx="9883950" cy="461665"/>
          </a:xfrm>
          <a:prstGeom prst="rect">
            <a:avLst/>
          </a:prstGeom>
          <a:noFill/>
          <a:ln>
            <a:solidFill>
              <a:schemeClr val="tx1"/>
            </a:solidFill>
          </a:ln>
        </p:spPr>
        <p:txBody>
          <a:bodyPr wrap="square" rtlCol="0">
            <a:spAutoFit/>
          </a:bodyPr>
          <a:lstStyle/>
          <a:p>
            <a:pPr algn="ctr"/>
            <a:r>
              <a:rPr lang="en-US" sz="1200" dirty="0">
                <a:latin typeface="MULISH REGULAR ROMAN"/>
              </a:rPr>
              <a:t>Figure shows the volume &amp; proportion of opinions (by type) authored by each Justice during the 2024 Term. </a:t>
            </a:r>
            <a:br>
              <a:rPr lang="en-US" sz="1200" dirty="0">
                <a:latin typeface="MULISH REGULAR ROMAN"/>
              </a:rPr>
            </a:br>
            <a:r>
              <a:rPr lang="en-US" sz="1200" dirty="0">
                <a:latin typeface="MULISH REGULAR ROMAN"/>
              </a:rPr>
              <a:t>Special concurrences (</a:t>
            </a:r>
            <a:r>
              <a:rPr lang="en-US" sz="1200" i="1" dirty="0">
                <a:latin typeface="MULISH REGULAR ROMAN"/>
              </a:rPr>
              <a:t>In Part</a:t>
            </a:r>
            <a:r>
              <a:rPr lang="en-US" sz="1200" dirty="0">
                <a:latin typeface="MULISH REGULAR ROMAN"/>
              </a:rPr>
              <a:t>) and those concurring </a:t>
            </a:r>
            <a:r>
              <a:rPr lang="en-US" sz="1200" i="1" dirty="0">
                <a:latin typeface="MULISH REGULAR ROMAN"/>
              </a:rPr>
              <a:t>in judgement </a:t>
            </a:r>
            <a:r>
              <a:rPr lang="en-US" sz="1200" dirty="0">
                <a:latin typeface="MULISH REGULAR ROMAN"/>
              </a:rPr>
              <a:t>are similarly coded as Concurrences.</a:t>
            </a:r>
          </a:p>
        </p:txBody>
      </p:sp>
      <p:pic>
        <p:nvPicPr>
          <p:cNvPr id="4" name="Picture 3" descr="A graph with different colored squares&#10;&#10;AI-generated content may be incorrect.">
            <a:extLst>
              <a:ext uri="{FF2B5EF4-FFF2-40B4-BE49-F238E27FC236}">
                <a16:creationId xmlns:a16="http://schemas.microsoft.com/office/drawing/2014/main" id="{A1A87933-5D5D-6A24-6C3D-6F179C2C055B}"/>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978133" y="1035392"/>
            <a:ext cx="9604086" cy="4802043"/>
          </a:xfrm>
          <a:prstGeom prst="rect">
            <a:avLst/>
          </a:prstGeom>
        </p:spPr>
      </p:pic>
    </p:spTree>
    <p:extLst>
      <p:ext uri="{BB962C8B-B14F-4D97-AF65-F5344CB8AC3E}">
        <p14:creationId xmlns:p14="http://schemas.microsoft.com/office/powerpoint/2010/main" val="416285910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6DA1D1-F953-5D16-7EBA-10112726D9E9}"/>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5845C80D-8C0C-274C-7C9C-C0B644388436}"/>
              </a:ext>
            </a:extLst>
          </p:cNvPr>
          <p:cNvSpPr>
            <a:spLocks noGrp="1" noRot="1" noMove="1" noResize="1" noEditPoints="1" noAdjustHandles="1" noChangeArrowheads="1" noChangeShapeType="1"/>
          </p:cNvSpPr>
          <p:nvPr/>
        </p:nvSpPr>
        <p:spPr>
          <a:xfrm>
            <a:off x="5384800" y="230909"/>
            <a:ext cx="6299200" cy="3749964"/>
          </a:xfrm>
          <a:prstGeom prst="rect">
            <a:avLst/>
          </a:prstGeom>
          <a:solidFill>
            <a:schemeClr val="accent1">
              <a:alpha val="18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Slide Number Placeholder 3">
            <a:extLst>
              <a:ext uri="{FF2B5EF4-FFF2-40B4-BE49-F238E27FC236}">
                <a16:creationId xmlns:a16="http://schemas.microsoft.com/office/drawing/2014/main" id="{8EA6C3B9-A2FC-D321-C691-CFFF5EA1F038}"/>
              </a:ext>
            </a:extLst>
          </p:cNvPr>
          <p:cNvSpPr>
            <a:spLocks noGrp="1"/>
          </p:cNvSpPr>
          <p:nvPr>
            <p:ph type="sldNum" sz="quarter" idx="12"/>
          </p:nvPr>
        </p:nvSpPr>
        <p:spPr>
          <a:xfrm>
            <a:off x="9448800" y="6483696"/>
            <a:ext cx="2743200" cy="365125"/>
          </a:xfrm>
        </p:spPr>
        <p:txBody>
          <a:bodyPr/>
          <a:lstStyle/>
          <a:p>
            <a:fld id="{5E212BD6-99D2-4430-8307-3DFF6CB1AF68}" type="slidenum">
              <a:rPr lang="en-US" sz="800" smtClean="0">
                <a:latin typeface="Century Schoolbook" panose="02040604050505020304" pitchFamily="18" charset="0"/>
              </a:rPr>
              <a:t>12</a:t>
            </a:fld>
            <a:endParaRPr lang="en-US" sz="800" dirty="0">
              <a:latin typeface="Century Schoolbook" panose="02040604050505020304" pitchFamily="18" charset="0"/>
            </a:endParaRPr>
          </a:p>
        </p:txBody>
      </p:sp>
      <p:graphicFrame>
        <p:nvGraphicFramePr>
          <p:cNvPr id="10" name="Table 9">
            <a:extLst>
              <a:ext uri="{FF2B5EF4-FFF2-40B4-BE49-F238E27FC236}">
                <a16:creationId xmlns:a16="http://schemas.microsoft.com/office/drawing/2014/main" id="{966D5FF6-606B-C211-0B63-2E90696B73ED}"/>
              </a:ext>
            </a:extLst>
          </p:cNvPr>
          <p:cNvGraphicFramePr>
            <a:graphicFrameLocks noGrp="1"/>
          </p:cNvGraphicFramePr>
          <p:nvPr>
            <p:extLst>
              <p:ext uri="{D42A27DB-BD31-4B8C-83A1-F6EECF244321}">
                <p14:modId xmlns:p14="http://schemas.microsoft.com/office/powerpoint/2010/main" val="3686089863"/>
              </p:ext>
            </p:extLst>
          </p:nvPr>
        </p:nvGraphicFramePr>
        <p:xfrm>
          <a:off x="290312" y="4048229"/>
          <a:ext cx="11141083" cy="2470929"/>
        </p:xfrm>
        <a:graphic>
          <a:graphicData uri="http://schemas.openxmlformats.org/drawingml/2006/table">
            <a:tbl>
              <a:tblPr firstRow="1" bandRow="1">
                <a:tableStyleId>{C083E6E3-FA7D-4D7B-A595-EF9225AFEA82}</a:tableStyleId>
              </a:tblPr>
              <a:tblGrid>
                <a:gridCol w="904859">
                  <a:extLst>
                    <a:ext uri="{9D8B030D-6E8A-4147-A177-3AD203B41FA5}">
                      <a16:colId xmlns:a16="http://schemas.microsoft.com/office/drawing/2014/main" val="20000"/>
                    </a:ext>
                  </a:extLst>
                </a:gridCol>
                <a:gridCol w="768100">
                  <a:extLst>
                    <a:ext uri="{9D8B030D-6E8A-4147-A177-3AD203B41FA5}">
                      <a16:colId xmlns:a16="http://schemas.microsoft.com/office/drawing/2014/main" val="20001"/>
                    </a:ext>
                  </a:extLst>
                </a:gridCol>
                <a:gridCol w="2554941">
                  <a:extLst>
                    <a:ext uri="{9D8B030D-6E8A-4147-A177-3AD203B41FA5}">
                      <a16:colId xmlns:a16="http://schemas.microsoft.com/office/drawing/2014/main" val="20002"/>
                    </a:ext>
                  </a:extLst>
                </a:gridCol>
                <a:gridCol w="912222">
                  <a:extLst>
                    <a:ext uri="{9D8B030D-6E8A-4147-A177-3AD203B41FA5}">
                      <a16:colId xmlns:a16="http://schemas.microsoft.com/office/drawing/2014/main" val="20003"/>
                    </a:ext>
                  </a:extLst>
                </a:gridCol>
                <a:gridCol w="1249105">
                  <a:extLst>
                    <a:ext uri="{9D8B030D-6E8A-4147-A177-3AD203B41FA5}">
                      <a16:colId xmlns:a16="http://schemas.microsoft.com/office/drawing/2014/main" val="20004"/>
                    </a:ext>
                  </a:extLst>
                </a:gridCol>
                <a:gridCol w="1313491">
                  <a:extLst>
                    <a:ext uri="{9D8B030D-6E8A-4147-A177-3AD203B41FA5}">
                      <a16:colId xmlns:a16="http://schemas.microsoft.com/office/drawing/2014/main" val="20005"/>
                    </a:ext>
                  </a:extLst>
                </a:gridCol>
                <a:gridCol w="1622550">
                  <a:extLst>
                    <a:ext uri="{9D8B030D-6E8A-4147-A177-3AD203B41FA5}">
                      <a16:colId xmlns:a16="http://schemas.microsoft.com/office/drawing/2014/main" val="20006"/>
                    </a:ext>
                  </a:extLst>
                </a:gridCol>
                <a:gridCol w="1815815">
                  <a:extLst>
                    <a:ext uri="{9D8B030D-6E8A-4147-A177-3AD203B41FA5}">
                      <a16:colId xmlns:a16="http://schemas.microsoft.com/office/drawing/2014/main" val="20007"/>
                    </a:ext>
                  </a:extLst>
                </a:gridCol>
              </a:tblGrid>
              <a:tr h="290014">
                <a:tc>
                  <a:txBody>
                    <a:bodyPr/>
                    <a:lstStyle/>
                    <a:p>
                      <a:pPr algn="l"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Rank</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Case</a:t>
                      </a:r>
                      <a:endParaRPr lang="en-US" sz="1100" b="1" i="0" u="none" strike="noStrike" dirty="0">
                        <a:solidFill>
                          <a:schemeClr val="tx1"/>
                        </a:solidFill>
                        <a:effectLst/>
                        <a:latin typeface="MULISH REGULAR ROMAN" pitchFamily="2" charset="77"/>
                      </a:endParaRPr>
                    </a:p>
                  </a:txBody>
                  <a:tcPr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dirty="0">
                          <a:solidFill>
                            <a:schemeClr val="tx1"/>
                          </a:solidFill>
                          <a:effectLst/>
                          <a:latin typeface="MULISH REGULAR ROMAN" pitchFamily="2" charset="77"/>
                        </a:rPr>
                        <a:t>Opinion Type</a:t>
                      </a:r>
                    </a:p>
                  </a:txBody>
                  <a:tcPr marL="0"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Author</a:t>
                      </a:r>
                      <a:endParaRPr lang="en-US" sz="1100" b="1" i="0" u="none" strike="noStrike" dirty="0">
                        <a:solidFill>
                          <a:schemeClr val="tx1"/>
                        </a:solidFill>
                        <a:effectLst/>
                        <a:latin typeface="MULISH REGULAR ROMAN" pitchFamily="2" charset="77"/>
                      </a:endParaRPr>
                    </a:p>
                  </a:txBody>
                  <a:tcPr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Vote</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Word Count</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Decided</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0"/>
                  </a:ext>
                </a:extLst>
              </a:tr>
              <a:tr h="198265">
                <a:tc rowSpan="5">
                  <a:txBody>
                    <a:bodyPr/>
                    <a:lstStyle/>
                    <a:p>
                      <a:pPr algn="ctr" fontAlgn="b"/>
                      <a:r>
                        <a:rPr lang="en-US" sz="1100" b="1" u="none" strike="noStrike" dirty="0">
                          <a:solidFill>
                            <a:schemeClr val="tx1"/>
                          </a:solidFill>
                          <a:effectLst/>
                          <a:latin typeface="MULISH REGULAR ROMAN" pitchFamily="2" charset="77"/>
                        </a:rPr>
                        <a:t>Shortest</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solidFill>
                      <a:schemeClr val="bg1"/>
                    </a:solidFill>
                  </a:tcPr>
                </a:tc>
                <a:tc>
                  <a:txBody>
                    <a:bodyPr/>
                    <a:lstStyle/>
                    <a:p>
                      <a:pPr algn="ctr" fontAlgn="b"/>
                      <a:r>
                        <a:rPr lang="en-US" sz="1100" b="0" u="none" strike="noStrike" dirty="0">
                          <a:solidFill>
                            <a:schemeClr val="tx1"/>
                          </a:solidFill>
                          <a:effectLst/>
                          <a:latin typeface="MULISH REGULAR ROMAN" pitchFamily="2" charset="77"/>
                        </a:rPr>
                        <a:t>1</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NVIDIA</a:t>
                      </a:r>
                    </a:p>
                  </a:txBody>
                  <a:tcPr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14</a:t>
                      </a: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12/11/2024</a:t>
                      </a: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198265">
                <a:tc vMerge="1">
                  <a:txBody>
                    <a:bodyPr/>
                    <a:lstStyle/>
                    <a:p>
                      <a:endParaRPr lang="en-US"/>
                    </a:p>
                  </a:txBody>
                  <a:tcPr marL="3315" marR="3315" marT="3315" marB="0" anchor="b"/>
                </a:tc>
                <a:tc>
                  <a:txBody>
                    <a:bodyPr/>
                    <a:lstStyle/>
                    <a:p>
                      <a:pPr algn="ctr" fontAlgn="b"/>
                      <a:r>
                        <a:rPr lang="en-US" sz="1100" b="0" u="none" strike="noStrike">
                          <a:solidFill>
                            <a:schemeClr val="tx1"/>
                          </a:solidFill>
                          <a:effectLst/>
                          <a:latin typeface="MULISH REGULAR ROMAN" pitchFamily="2" charset="77"/>
                        </a:rPr>
                        <a:t>2</a:t>
                      </a:r>
                      <a:endParaRPr lang="en-US" sz="1100" b="0" i="0" u="none" strike="noStrike">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Facebook</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14</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11/22/2024</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3</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Laboratory Corp</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14</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06/05/2025</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198265">
                <a:tc vMerge="1">
                  <a:txBody>
                    <a:bodyPr/>
                    <a:lstStyle/>
                    <a:p>
                      <a:endParaRPr lang="en-US"/>
                    </a:p>
                  </a:txBody>
                  <a:tcPr marL="3315" marR="3315" marT="3315" marB="0" anchor="b"/>
                </a:tc>
                <a:tc>
                  <a:txBody>
                    <a:bodyPr/>
                    <a:lstStyle/>
                    <a:p>
                      <a:pPr algn="ctr" fontAlgn="b"/>
                      <a:r>
                        <a:rPr lang="en-US" sz="1100" b="0" u="none" strike="noStrike">
                          <a:solidFill>
                            <a:schemeClr val="tx1"/>
                          </a:solidFill>
                          <a:effectLst/>
                          <a:latin typeface="MULISH REGULAR ROMAN" pitchFamily="2" charset="77"/>
                        </a:rPr>
                        <a:t>4</a:t>
                      </a:r>
                      <a:endParaRPr lang="en-US" sz="1100" b="0" i="0" u="none" strike="noStrike">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Hamm</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21</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11/04/2024</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5</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Drummond</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4-4</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23</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05/22/2025</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198265">
                <a:tc rowSpan="6">
                  <a:txBody>
                    <a:bodyPr/>
                    <a:lstStyle/>
                    <a:p>
                      <a:pPr algn="ctr" fontAlgn="b"/>
                      <a:r>
                        <a:rPr lang="en-US" sz="1100" b="1" u="none" strike="noStrike" dirty="0">
                          <a:solidFill>
                            <a:schemeClr val="tx1"/>
                          </a:solidFill>
                          <a:effectLst/>
                          <a:latin typeface="MULISH REGULAR ROMAN" pitchFamily="2" charset="77"/>
                        </a:rPr>
                        <a:t>Longest</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2"/>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1</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Glossip</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Dissent</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Thomas</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6-2</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14,532</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02/25/2025</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3"/>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2</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Wages &amp; White Lion</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Majority</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Alito</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9-0</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14,299</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04/02/2025</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4"/>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3</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Glossip</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Majority</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Sotomayor</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6-2</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9,621</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02/25/2025</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5"/>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4</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Medical Marijuana</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Dissent</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Kavanaugh</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5-4</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8,325</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04/02/2025</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6"/>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5</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Vanderstok</a:t>
                      </a: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Dissent</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Thomas</a:t>
                      </a: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7-2</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8,036</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03/26/2025</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17"/>
                  </a:ext>
                </a:extLst>
              </a:tr>
            </a:tbl>
          </a:graphicData>
        </a:graphic>
      </p:graphicFrame>
      <p:graphicFrame>
        <p:nvGraphicFramePr>
          <p:cNvPr id="12" name="Table 11">
            <a:extLst>
              <a:ext uri="{FF2B5EF4-FFF2-40B4-BE49-F238E27FC236}">
                <a16:creationId xmlns:a16="http://schemas.microsoft.com/office/drawing/2014/main" id="{C055A2D1-3EB2-32ED-D5C2-F143FE54C265}"/>
              </a:ext>
            </a:extLst>
          </p:cNvPr>
          <p:cNvGraphicFramePr>
            <a:graphicFrameLocks noGrp="1"/>
          </p:cNvGraphicFramePr>
          <p:nvPr>
            <p:extLst>
              <p:ext uri="{D42A27DB-BD31-4B8C-83A1-F6EECF244321}">
                <p14:modId xmlns:p14="http://schemas.microsoft.com/office/powerpoint/2010/main" val="1115072971"/>
              </p:ext>
            </p:extLst>
          </p:nvPr>
        </p:nvGraphicFramePr>
        <p:xfrm>
          <a:off x="441315" y="808786"/>
          <a:ext cx="2743200" cy="2932045"/>
        </p:xfrm>
        <a:graphic>
          <a:graphicData uri="http://schemas.openxmlformats.org/drawingml/2006/table">
            <a:tbl>
              <a:tblPr bandRow="1">
                <a:tableStyleId>{C083E6E3-FA7D-4D7B-A595-EF9225AFEA82}</a:tableStyleId>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tblGrid>
              <a:tr h="0">
                <a:tc gridSpan="2">
                  <a:txBody>
                    <a:bodyPr/>
                    <a:lstStyle/>
                    <a:p>
                      <a:pPr algn="ctr" fontAlgn="b"/>
                      <a:endParaRPr lang="en-US" sz="1400" b="1" i="0" u="none" strike="noStrike" dirty="0">
                        <a:solidFill>
                          <a:schemeClr val="tx1"/>
                        </a:solidFill>
                        <a:effectLst/>
                        <a:latin typeface="MULISH BOLD ROMAN" pitchFamily="2" charset="77"/>
                      </a:endParaRPr>
                    </a:p>
                  </a:txBody>
                  <a:tcPr marL="9525" marR="9525" marT="9525" marB="0" anchor="ctr">
                    <a:lnL>
                      <a:noFill/>
                    </a:lnL>
                    <a:lnR>
                      <a:noFill/>
                    </a:lnR>
                    <a:lnT w="12700" cmpd="sng">
                      <a:noFill/>
                    </a:lnT>
                    <a:lnB>
                      <a:noFill/>
                    </a:lnB>
                    <a:lnTlToBr w="12700" cmpd="sng">
                      <a:noFill/>
                      <a:prstDash val="solid"/>
                    </a:lnTlToBr>
                    <a:lnBlToTr w="12700" cmpd="sng">
                      <a:noFill/>
                      <a:prstDash val="solid"/>
                    </a:lnBlToTr>
                    <a:solidFill>
                      <a:schemeClr val="bg1">
                        <a:alpha val="20000"/>
                      </a:schemeClr>
                    </a:solidFill>
                  </a:tcPr>
                </a:tc>
                <a:tc hMerge="1">
                  <a:txBody>
                    <a:bodyPr/>
                    <a:lstStyle/>
                    <a:p>
                      <a:endParaRPr lang="en-US"/>
                    </a:p>
                  </a:txBody>
                  <a:tcPr/>
                </a:tc>
                <a:extLst>
                  <a:ext uri="{0D108BD9-81ED-4DB2-BD59-A6C34878D82A}">
                    <a16:rowId xmlns:a16="http://schemas.microsoft.com/office/drawing/2014/main" val="1513308354"/>
                  </a:ext>
                </a:extLst>
              </a:tr>
              <a:tr h="448584">
                <a:tc gridSpan="2">
                  <a:txBody>
                    <a:bodyPr/>
                    <a:lstStyle/>
                    <a:p>
                      <a:pPr algn="ctr" fontAlgn="b"/>
                      <a:r>
                        <a:rPr lang="en-US" sz="1300" b="1" i="0" u="none" strike="noStrike" dirty="0">
                          <a:solidFill>
                            <a:schemeClr val="tx1"/>
                          </a:solidFill>
                          <a:effectLst/>
                          <a:latin typeface="MULISH BOLD ROMAN" pitchFamily="2" charset="77"/>
                        </a:rPr>
                        <a:t>Average Opinion Length by Justice</a:t>
                      </a:r>
                    </a:p>
                  </a:txBody>
                  <a:tcPr marL="9525" marR="9525" marT="9525" marB="0" anchor="ctr">
                    <a:lnL>
                      <a:noFill/>
                    </a:lnL>
                    <a:lnR>
                      <a:noFill/>
                    </a:lnR>
                    <a:lnT w="12700" cmpd="sng">
                      <a:noFill/>
                    </a:lnT>
                    <a:lnB>
                      <a:noFill/>
                    </a:lnB>
                    <a:lnTlToBr w="12700" cmpd="sng">
                      <a:noFill/>
                      <a:prstDash val="solid"/>
                    </a:lnTlToBr>
                    <a:lnBlToTr w="12700" cmpd="sng">
                      <a:noFill/>
                      <a:prstDash val="solid"/>
                    </a:lnBlToTr>
                  </a:tcPr>
                </a:tc>
                <a:tc hMerge="1">
                  <a:txBody>
                    <a:bodyPr/>
                    <a:lstStyle/>
                    <a:p>
                      <a:endParaRPr lang="en-US"/>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5B9BD5"/>
                    </a:solidFill>
                  </a:tcPr>
                </a:tc>
                <a:extLst>
                  <a:ext uri="{0D108BD9-81ED-4DB2-BD59-A6C34878D82A}">
                    <a16:rowId xmlns:a16="http://schemas.microsoft.com/office/drawing/2014/main" val="10000"/>
                  </a:ext>
                </a:extLst>
              </a:tr>
              <a:tr h="254523">
                <a:tc>
                  <a:txBody>
                    <a:bodyPr/>
                    <a:lstStyle/>
                    <a:p>
                      <a:pPr algn="ctr" fontAlgn="b"/>
                      <a:r>
                        <a:rPr lang="en-US" sz="1100" b="0" i="0" u="none" strike="noStrike" dirty="0">
                          <a:solidFill>
                            <a:srgbClr val="000000"/>
                          </a:solidFill>
                          <a:effectLst/>
                          <a:latin typeface="MULISH REGULAR ROMAN" pitchFamily="2" charset="77"/>
                        </a:rPr>
                        <a:t>Roberts</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3414</a:t>
                      </a:r>
                    </a:p>
                  </a:txBody>
                  <a:tcPr marL="9525" marR="9525" marT="9525" marB="0" anchor="b">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254523">
                <a:tc>
                  <a:txBody>
                    <a:bodyPr/>
                    <a:lstStyle/>
                    <a:p>
                      <a:pPr algn="ctr" fontAlgn="b"/>
                      <a:r>
                        <a:rPr lang="en-US" sz="1100" b="0" u="none" strike="noStrike" dirty="0">
                          <a:solidFill>
                            <a:srgbClr val="000000"/>
                          </a:solidFill>
                          <a:effectLst/>
                          <a:latin typeface="MULISH REGULAR ROMAN" pitchFamily="2" charset="77"/>
                        </a:rPr>
                        <a:t>Thomas</a:t>
                      </a:r>
                      <a:endParaRPr lang="en-US" sz="1100" b="0" i="0" u="none" strike="noStrike" dirty="0">
                        <a:solidFill>
                          <a:srgbClr val="000000"/>
                        </a:solidFill>
                        <a:effectLst/>
                        <a:latin typeface="MULISH REGULAR ROMAN" pitchFamily="2" charset="77"/>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5050.73</a:t>
                      </a:r>
                    </a:p>
                  </a:txBody>
                  <a:tcPr marL="9525" marR="9525" marT="9525" marB="0" anchor="b">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224392">
                <a:tc>
                  <a:txBody>
                    <a:bodyPr/>
                    <a:lstStyle/>
                    <a:p>
                      <a:pPr algn="ctr" fontAlgn="b"/>
                      <a:r>
                        <a:rPr lang="en-US" sz="1100" b="0" i="0" u="none" strike="noStrike" dirty="0">
                          <a:solidFill>
                            <a:srgbClr val="000000"/>
                          </a:solidFill>
                          <a:effectLst/>
                          <a:latin typeface="MULISH REGULAR ROMAN" pitchFamily="2" charset="77"/>
                        </a:rPr>
                        <a:t>Alito</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3907.4</a:t>
                      </a:r>
                    </a:p>
                  </a:txBody>
                  <a:tcPr marL="9525" marR="9525" marT="9525" marB="0" anchor="b">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254523">
                <a:tc>
                  <a:txBody>
                    <a:bodyPr/>
                    <a:lstStyle/>
                    <a:p>
                      <a:pPr algn="ctr" fontAlgn="b"/>
                      <a:r>
                        <a:rPr lang="en-US" sz="1100" b="0" u="none" strike="noStrike" dirty="0">
                          <a:solidFill>
                            <a:srgbClr val="000000"/>
                          </a:solidFill>
                          <a:effectLst/>
                          <a:latin typeface="MULISH REGULAR ROMAN" pitchFamily="2" charset="77"/>
                        </a:rPr>
                        <a:t>Sotomayor</a:t>
                      </a:r>
                      <a:endParaRPr lang="en-US" sz="1100" b="0" i="0" u="none" strike="noStrike" dirty="0">
                        <a:solidFill>
                          <a:srgbClr val="000000"/>
                        </a:solidFill>
                        <a:effectLst/>
                        <a:latin typeface="MULISH REGULAR ROMAN" pitchFamily="2" charset="77"/>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3446.55</a:t>
                      </a:r>
                    </a:p>
                  </a:txBody>
                  <a:tcPr marL="9525" marR="9525" marT="9525" marB="0" anchor="b">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254523">
                <a:tc>
                  <a:txBody>
                    <a:bodyPr/>
                    <a:lstStyle/>
                    <a:p>
                      <a:pPr algn="ctr" fontAlgn="b"/>
                      <a:r>
                        <a:rPr lang="en-US" sz="1100" b="0" u="none" strike="noStrike" dirty="0">
                          <a:solidFill>
                            <a:srgbClr val="000000"/>
                          </a:solidFill>
                          <a:effectLst/>
                          <a:latin typeface="MULISH REGULAR ROMAN" pitchFamily="2" charset="77"/>
                        </a:rPr>
                        <a:t>Kagan</a:t>
                      </a:r>
                      <a:endParaRPr lang="en-US" sz="1100" b="0" i="0" u="none" strike="noStrike" dirty="0">
                        <a:solidFill>
                          <a:srgbClr val="000000"/>
                        </a:solidFill>
                        <a:effectLst/>
                        <a:latin typeface="MULISH REGULAR ROMAN" pitchFamily="2" charset="77"/>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3476</a:t>
                      </a:r>
                    </a:p>
                  </a:txBody>
                  <a:tcPr marL="9525" marR="9525" marT="9525" marB="0" anchor="b">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254523">
                <a:tc>
                  <a:txBody>
                    <a:bodyPr/>
                    <a:lstStyle/>
                    <a:p>
                      <a:pPr algn="ctr" fontAlgn="b"/>
                      <a:r>
                        <a:rPr lang="en-US" sz="1100" b="0" i="0" u="none" strike="noStrike" dirty="0">
                          <a:solidFill>
                            <a:srgbClr val="000000"/>
                          </a:solidFill>
                          <a:effectLst/>
                          <a:latin typeface="MULISH REGULAR ROMAN" pitchFamily="2" charset="77"/>
                        </a:rPr>
                        <a:t>Gorsuch</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3824.88</a:t>
                      </a:r>
                    </a:p>
                  </a:txBody>
                  <a:tcPr marL="9525" marR="9525" marT="9525" marB="0" anchor="b">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6"/>
                  </a:ext>
                </a:extLst>
              </a:tr>
              <a:tr h="254523">
                <a:tc>
                  <a:txBody>
                    <a:bodyPr/>
                    <a:lstStyle/>
                    <a:p>
                      <a:pPr algn="ctr" fontAlgn="b"/>
                      <a:r>
                        <a:rPr lang="en-US" sz="1100" b="0" u="none" strike="noStrike" dirty="0">
                          <a:solidFill>
                            <a:srgbClr val="000000"/>
                          </a:solidFill>
                          <a:effectLst/>
                          <a:latin typeface="MULISH REGULAR ROMAN" pitchFamily="2" charset="77"/>
                        </a:rPr>
                        <a:t>Kavanaugh</a:t>
                      </a:r>
                      <a:endParaRPr lang="en-US" sz="1100" b="0" i="0" u="none" strike="noStrike" dirty="0">
                        <a:solidFill>
                          <a:srgbClr val="000000"/>
                        </a:solidFill>
                        <a:effectLst/>
                        <a:latin typeface="MULISH REGULAR ROMAN" pitchFamily="2" charset="77"/>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2441.4</a:t>
                      </a:r>
                    </a:p>
                  </a:txBody>
                  <a:tcPr marL="9525" marR="9525" marT="9525" marB="0" anchor="b">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7"/>
                  </a:ext>
                </a:extLst>
              </a:tr>
              <a:tr h="254523">
                <a:tc>
                  <a:txBody>
                    <a:bodyPr/>
                    <a:lstStyle/>
                    <a:p>
                      <a:pPr algn="ctr" fontAlgn="b"/>
                      <a:r>
                        <a:rPr lang="en-US" sz="1100" b="0" i="0" u="none" strike="noStrike" dirty="0">
                          <a:solidFill>
                            <a:srgbClr val="000000"/>
                          </a:solidFill>
                          <a:effectLst/>
                          <a:latin typeface="MULISH REGULAR ROMAN" pitchFamily="2" charset="77"/>
                        </a:rPr>
                        <a:t>Barrett</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3888.17</a:t>
                      </a:r>
                    </a:p>
                  </a:txBody>
                  <a:tcPr marL="9525" marR="9525" marT="9525" marB="0" anchor="b">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8"/>
                  </a:ext>
                </a:extLst>
              </a:tr>
              <a:tr h="254523">
                <a:tc>
                  <a:txBody>
                    <a:bodyPr/>
                    <a:lstStyle/>
                    <a:p>
                      <a:pPr algn="ctr" fontAlgn="b"/>
                      <a:r>
                        <a:rPr lang="en-US" sz="1100" b="0" i="0" u="none" strike="noStrike" dirty="0">
                          <a:solidFill>
                            <a:srgbClr val="000000"/>
                          </a:solidFill>
                          <a:effectLst/>
                          <a:latin typeface="MULISH REGULAR ROMAN" pitchFamily="2" charset="77"/>
                        </a:rPr>
                        <a:t>Jackson</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2912.5</a:t>
                      </a:r>
                    </a:p>
                  </a:txBody>
                  <a:tcPr marL="9525" marR="9525" marT="9525" marB="0" anchor="b">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9"/>
                  </a:ext>
                </a:extLst>
              </a:tr>
            </a:tbl>
          </a:graphicData>
        </a:graphic>
      </p:graphicFrame>
      <p:sp>
        <p:nvSpPr>
          <p:cNvPr id="8" name="Title 9">
            <a:extLst>
              <a:ext uri="{FF2B5EF4-FFF2-40B4-BE49-F238E27FC236}">
                <a16:creationId xmlns:a16="http://schemas.microsoft.com/office/drawing/2014/main" id="{2AB498F5-9DEA-9996-05E5-B004EE4EB6FA}"/>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OPINION LENGTHS</a:t>
            </a:r>
          </a:p>
        </p:txBody>
      </p:sp>
      <p:sp>
        <p:nvSpPr>
          <p:cNvPr id="6" name="TextBox 5">
            <a:extLst>
              <a:ext uri="{FF2B5EF4-FFF2-40B4-BE49-F238E27FC236}">
                <a16:creationId xmlns:a16="http://schemas.microsoft.com/office/drawing/2014/main" id="{32F922FD-F592-A078-E545-83CAC25E94C3}"/>
              </a:ext>
            </a:extLst>
          </p:cNvPr>
          <p:cNvSpPr txBox="1"/>
          <p:nvPr/>
        </p:nvSpPr>
        <p:spPr>
          <a:xfrm>
            <a:off x="3459192" y="1123062"/>
            <a:ext cx="1846054" cy="292388"/>
          </a:xfrm>
          <a:prstGeom prst="rect">
            <a:avLst/>
          </a:prstGeom>
          <a:noFill/>
        </p:spPr>
        <p:txBody>
          <a:bodyPr wrap="square" rtlCol="0">
            <a:spAutoFit/>
          </a:bodyPr>
          <a:lstStyle/>
          <a:p>
            <a:r>
              <a:rPr lang="en-US" sz="1300" b="1" dirty="0">
                <a:latin typeface="MULISH BOLD ROMAN" pitchFamily="2" charset="77"/>
              </a:rPr>
              <a:t>Average Length by Term</a:t>
            </a:r>
          </a:p>
        </p:txBody>
      </p:sp>
      <p:sp>
        <p:nvSpPr>
          <p:cNvPr id="11" name="TextBox 10">
            <a:extLst>
              <a:ext uri="{FF2B5EF4-FFF2-40B4-BE49-F238E27FC236}">
                <a16:creationId xmlns:a16="http://schemas.microsoft.com/office/drawing/2014/main" id="{3AEF5CA2-F1A9-891D-4280-9F7C20513281}"/>
              </a:ext>
            </a:extLst>
          </p:cNvPr>
          <p:cNvSpPr txBox="1"/>
          <p:nvPr/>
        </p:nvSpPr>
        <p:spPr>
          <a:xfrm>
            <a:off x="3536830" y="1415450"/>
            <a:ext cx="1690777" cy="1277273"/>
          </a:xfrm>
          <a:prstGeom prst="rect">
            <a:avLst/>
          </a:prstGeom>
          <a:noFill/>
          <a:ln>
            <a:solidFill>
              <a:schemeClr val="tx1"/>
            </a:solidFill>
          </a:ln>
        </p:spPr>
        <p:txBody>
          <a:bodyPr wrap="square" rtlCol="0">
            <a:spAutoFit/>
          </a:bodyPr>
          <a:lstStyle/>
          <a:p>
            <a:r>
              <a:rPr lang="en-US" sz="1100" dirty="0">
                <a:latin typeface="MULISH REGULAR ROMAN"/>
              </a:rPr>
              <a:t>Figure shows the average length (in words) of opinions issued by the Court by type between the 2016 and 2024 terms. Bars represent 25</a:t>
            </a:r>
            <a:r>
              <a:rPr lang="en-US" sz="1100" baseline="30000" dirty="0">
                <a:latin typeface="MULISH REGULAR ROMAN"/>
              </a:rPr>
              <a:t>th</a:t>
            </a:r>
            <a:r>
              <a:rPr lang="en-US" sz="1100" dirty="0">
                <a:latin typeface="MULISH REGULAR ROMAN"/>
              </a:rPr>
              <a:t> and 75</a:t>
            </a:r>
            <a:r>
              <a:rPr lang="en-US" sz="1100" baseline="30000" dirty="0">
                <a:latin typeface="MULISH REGULAR ROMAN"/>
              </a:rPr>
              <a:t>th</a:t>
            </a:r>
            <a:r>
              <a:rPr lang="en-US" sz="1100" dirty="0">
                <a:latin typeface="MULISH REGULAR ROMAN"/>
              </a:rPr>
              <a:t> Percentiles.  </a:t>
            </a:r>
          </a:p>
        </p:txBody>
      </p:sp>
      <p:pic>
        <p:nvPicPr>
          <p:cNvPr id="5" name="Picture 4" descr="A graph of different types of graphs&#10;&#10;AI-generated content may be incorrect.">
            <a:extLst>
              <a:ext uri="{FF2B5EF4-FFF2-40B4-BE49-F238E27FC236}">
                <a16:creationId xmlns:a16="http://schemas.microsoft.com/office/drawing/2014/main" id="{CDE99BBF-7F0D-DB74-83BA-2DCE4D0D09E8}"/>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382884" y="230909"/>
            <a:ext cx="6301116" cy="3780669"/>
          </a:xfrm>
          <a:prstGeom prst="rect">
            <a:avLst/>
          </a:prstGeom>
        </p:spPr>
      </p:pic>
    </p:spTree>
    <p:extLst>
      <p:ext uri="{BB962C8B-B14F-4D97-AF65-F5344CB8AC3E}">
        <p14:creationId xmlns:p14="http://schemas.microsoft.com/office/powerpoint/2010/main" val="57877241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E715974D-D7CA-E5A2-5169-621B7C50A8A7}"/>
              </a:ext>
            </a:extLst>
          </p:cNvPr>
          <p:cNvSpPr>
            <a:spLocks noGrp="1" noRot="1" noMove="1" noResize="1" noEditPoints="1" noAdjustHandles="1" noChangeArrowheads="1" noChangeShapeType="1"/>
          </p:cNvSpPr>
          <p:nvPr/>
        </p:nvSpPr>
        <p:spPr>
          <a:xfrm>
            <a:off x="1208167" y="827825"/>
            <a:ext cx="8705775" cy="5202350"/>
          </a:xfrm>
          <a:prstGeom prst="rect">
            <a:avLst/>
          </a:prstGeom>
          <a:solidFill>
            <a:schemeClr val="accent1">
              <a:alpha val="21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Slide Number Placeholder 3">
            <a:extLst>
              <a:ext uri="{FF2B5EF4-FFF2-40B4-BE49-F238E27FC236}">
                <a16:creationId xmlns:a16="http://schemas.microsoft.com/office/drawing/2014/main" id="{17E557FA-BC6E-B449-8985-9E04B64336DB}"/>
              </a:ext>
            </a:extLst>
          </p:cNvPr>
          <p:cNvSpPr>
            <a:spLocks noGrp="1"/>
          </p:cNvSpPr>
          <p:nvPr>
            <p:ph type="sldNum" sz="quarter" idx="12"/>
          </p:nvPr>
        </p:nvSpPr>
        <p:spPr/>
        <p:txBody>
          <a:bodyPr/>
          <a:lstStyle/>
          <a:p>
            <a:fld id="{5E212BD6-99D2-4430-8307-3DFF6CB1AF68}" type="slidenum">
              <a:rPr lang="en-US" smtClean="0"/>
              <a:t>13</a:t>
            </a:fld>
            <a:endParaRPr lang="en-US"/>
          </a:p>
        </p:txBody>
      </p:sp>
      <p:sp>
        <p:nvSpPr>
          <p:cNvPr id="5" name="Title 9">
            <a:extLst>
              <a:ext uri="{FF2B5EF4-FFF2-40B4-BE49-F238E27FC236}">
                <a16:creationId xmlns:a16="http://schemas.microsoft.com/office/drawing/2014/main" id="{A42EFDFD-5356-C64A-8AC1-9F4719D73C82}"/>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FREQUENCY IN THE MAJORITY – All Cases</a:t>
            </a:r>
          </a:p>
        </p:txBody>
      </p:sp>
      <p:sp>
        <p:nvSpPr>
          <p:cNvPr id="7" name="TextBox 6">
            <a:extLst>
              <a:ext uri="{FF2B5EF4-FFF2-40B4-BE49-F238E27FC236}">
                <a16:creationId xmlns:a16="http://schemas.microsoft.com/office/drawing/2014/main" id="{2E272E9D-6C12-7836-DC1A-B40C8237C709}"/>
              </a:ext>
            </a:extLst>
          </p:cNvPr>
          <p:cNvSpPr txBox="1"/>
          <p:nvPr/>
        </p:nvSpPr>
        <p:spPr>
          <a:xfrm>
            <a:off x="838200" y="6083077"/>
            <a:ext cx="9883950" cy="276999"/>
          </a:xfrm>
          <a:prstGeom prst="rect">
            <a:avLst/>
          </a:prstGeom>
          <a:noFill/>
          <a:ln>
            <a:solidFill>
              <a:schemeClr val="tx1"/>
            </a:solidFill>
          </a:ln>
        </p:spPr>
        <p:txBody>
          <a:bodyPr wrap="square" rtlCol="0">
            <a:spAutoFit/>
          </a:bodyPr>
          <a:lstStyle/>
          <a:p>
            <a:r>
              <a:rPr lang="en-US" sz="1200" dirty="0">
                <a:latin typeface="MULISH REGULAR ROMAN"/>
              </a:rPr>
              <a:t>Figure shows the percentage of cases where each Justice was in the Majority coalition among all cases (including those decided unanimously or </a:t>
            </a:r>
            <a:r>
              <a:rPr lang="en-US" sz="1200" i="1" dirty="0">
                <a:latin typeface="MULISH REGULAR ROMAN"/>
              </a:rPr>
              <a:t>Per Curiam</a:t>
            </a:r>
            <a:r>
              <a:rPr lang="en-US" sz="1200" dirty="0">
                <a:latin typeface="MULISH REGULAR ROMAN"/>
              </a:rPr>
              <a:t>).</a:t>
            </a:r>
          </a:p>
        </p:txBody>
      </p:sp>
      <p:pic>
        <p:nvPicPr>
          <p:cNvPr id="6" name="Picture 5" descr="A group of people in a row&#10;&#10;AI-generated content may be incorrect.">
            <a:extLst>
              <a:ext uri="{FF2B5EF4-FFF2-40B4-BE49-F238E27FC236}">
                <a16:creationId xmlns:a16="http://schemas.microsoft.com/office/drawing/2014/main" id="{5AF574D2-0E32-67F9-26B6-7C29B3CBCE7F}"/>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208165" y="827825"/>
            <a:ext cx="8705775" cy="5223465"/>
          </a:xfrm>
          <a:prstGeom prst="rect">
            <a:avLst/>
          </a:prstGeom>
        </p:spPr>
      </p:pic>
    </p:spTree>
    <p:extLst>
      <p:ext uri="{BB962C8B-B14F-4D97-AF65-F5344CB8AC3E}">
        <p14:creationId xmlns:p14="http://schemas.microsoft.com/office/powerpoint/2010/main" val="140728157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4946CD-FD59-BE72-0D30-5EA780C1FA01}"/>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73C501CA-B9A4-9ABB-5102-8B2239FF11DD}"/>
              </a:ext>
            </a:extLst>
          </p:cNvPr>
          <p:cNvSpPr>
            <a:spLocks noGrp="1" noRot="1" noMove="1" noResize="1" noEditPoints="1" noAdjustHandles="1" noChangeArrowheads="1" noChangeShapeType="1"/>
          </p:cNvSpPr>
          <p:nvPr/>
        </p:nvSpPr>
        <p:spPr>
          <a:xfrm>
            <a:off x="1208166" y="859611"/>
            <a:ext cx="8705776" cy="5223465"/>
          </a:xfrm>
          <a:prstGeom prst="rect">
            <a:avLst/>
          </a:prstGeom>
          <a:solidFill>
            <a:schemeClr val="accent1">
              <a:alpha val="21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Slide Number Placeholder 3">
            <a:extLst>
              <a:ext uri="{FF2B5EF4-FFF2-40B4-BE49-F238E27FC236}">
                <a16:creationId xmlns:a16="http://schemas.microsoft.com/office/drawing/2014/main" id="{2E65A474-791B-DE92-F90F-37978615A889}"/>
              </a:ext>
            </a:extLst>
          </p:cNvPr>
          <p:cNvSpPr>
            <a:spLocks noGrp="1"/>
          </p:cNvSpPr>
          <p:nvPr>
            <p:ph type="sldNum" sz="quarter" idx="12"/>
          </p:nvPr>
        </p:nvSpPr>
        <p:spPr/>
        <p:txBody>
          <a:bodyPr/>
          <a:lstStyle/>
          <a:p>
            <a:fld id="{5E212BD6-99D2-4430-8307-3DFF6CB1AF68}" type="slidenum">
              <a:rPr lang="en-US" smtClean="0"/>
              <a:t>14</a:t>
            </a:fld>
            <a:endParaRPr lang="en-US"/>
          </a:p>
        </p:txBody>
      </p:sp>
      <p:sp>
        <p:nvSpPr>
          <p:cNvPr id="5" name="Title 9">
            <a:extLst>
              <a:ext uri="{FF2B5EF4-FFF2-40B4-BE49-F238E27FC236}">
                <a16:creationId xmlns:a16="http://schemas.microsoft.com/office/drawing/2014/main" id="{749467DC-1EAB-3FDD-987D-C824F1D6A432}"/>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FREQUENCY IN THE MAJORITY – Non-Unanimous Cases</a:t>
            </a:r>
          </a:p>
        </p:txBody>
      </p:sp>
      <p:sp>
        <p:nvSpPr>
          <p:cNvPr id="2" name="TextBox 1">
            <a:extLst>
              <a:ext uri="{FF2B5EF4-FFF2-40B4-BE49-F238E27FC236}">
                <a16:creationId xmlns:a16="http://schemas.microsoft.com/office/drawing/2014/main" id="{686EDD36-9373-EC80-CD19-FC4FF90D8C86}"/>
              </a:ext>
            </a:extLst>
          </p:cNvPr>
          <p:cNvSpPr txBox="1"/>
          <p:nvPr/>
        </p:nvSpPr>
        <p:spPr>
          <a:xfrm>
            <a:off x="838200" y="6083077"/>
            <a:ext cx="9883950" cy="276999"/>
          </a:xfrm>
          <a:prstGeom prst="rect">
            <a:avLst/>
          </a:prstGeom>
          <a:noFill/>
          <a:ln>
            <a:solidFill>
              <a:schemeClr val="tx1"/>
            </a:solidFill>
          </a:ln>
        </p:spPr>
        <p:txBody>
          <a:bodyPr wrap="square" rtlCol="0">
            <a:spAutoFit/>
          </a:bodyPr>
          <a:lstStyle/>
          <a:p>
            <a:pPr algn="ctr"/>
            <a:r>
              <a:rPr lang="en-US" sz="1200" dirty="0">
                <a:latin typeface="MULISH REGULAR ROMAN"/>
              </a:rPr>
              <a:t>Figure shows the percentage of cases where each Justice was in the Majority coalition among cases decided without a unanimous majority.</a:t>
            </a:r>
          </a:p>
        </p:txBody>
      </p:sp>
      <p:pic>
        <p:nvPicPr>
          <p:cNvPr id="8" name="Picture 7" descr="A group of people standing in front of a graph&#10;&#10;AI-generated content may be incorrect.">
            <a:extLst>
              <a:ext uri="{FF2B5EF4-FFF2-40B4-BE49-F238E27FC236}">
                <a16:creationId xmlns:a16="http://schemas.microsoft.com/office/drawing/2014/main" id="{E79867E3-7120-5B8C-86B9-961009F07ECC}"/>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208166" y="859610"/>
            <a:ext cx="8705776" cy="5223465"/>
          </a:xfrm>
          <a:prstGeom prst="rect">
            <a:avLst/>
          </a:prstGeom>
        </p:spPr>
      </p:pic>
    </p:spTree>
    <p:extLst>
      <p:ext uri="{BB962C8B-B14F-4D97-AF65-F5344CB8AC3E}">
        <p14:creationId xmlns:p14="http://schemas.microsoft.com/office/powerpoint/2010/main" val="187424305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6EF1A1FB-105D-32D2-911A-2624F78E4F7B}"/>
              </a:ext>
            </a:extLst>
          </p:cNvPr>
          <p:cNvSpPr>
            <a:spLocks noGrp="1" noRot="1" noMove="1" noResize="1" noEditPoints="1" noAdjustHandles="1" noChangeArrowheads="1" noChangeShapeType="1"/>
          </p:cNvSpPr>
          <p:nvPr/>
        </p:nvSpPr>
        <p:spPr>
          <a:xfrm>
            <a:off x="1208166" y="827825"/>
            <a:ext cx="8705776" cy="5202350"/>
          </a:xfrm>
          <a:prstGeom prst="rect">
            <a:avLst/>
          </a:prstGeom>
          <a:solidFill>
            <a:schemeClr val="accent1">
              <a:alpha val="21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Slide Number Placeholder 3">
            <a:extLst>
              <a:ext uri="{FF2B5EF4-FFF2-40B4-BE49-F238E27FC236}">
                <a16:creationId xmlns:a16="http://schemas.microsoft.com/office/drawing/2014/main" id="{17E557FA-BC6E-B449-8985-9E04B64336DB}"/>
              </a:ext>
            </a:extLst>
          </p:cNvPr>
          <p:cNvSpPr>
            <a:spLocks noGrp="1"/>
          </p:cNvSpPr>
          <p:nvPr>
            <p:ph type="sldNum" sz="quarter" idx="12"/>
          </p:nvPr>
        </p:nvSpPr>
        <p:spPr/>
        <p:txBody>
          <a:bodyPr/>
          <a:lstStyle/>
          <a:p>
            <a:fld id="{5E212BD6-99D2-4430-8307-3DFF6CB1AF68}" type="slidenum">
              <a:rPr lang="en-US" smtClean="0"/>
              <a:t>15</a:t>
            </a:fld>
            <a:endParaRPr lang="en-US"/>
          </a:p>
        </p:txBody>
      </p:sp>
      <p:sp>
        <p:nvSpPr>
          <p:cNvPr id="5" name="Title 9">
            <a:extLst>
              <a:ext uri="{FF2B5EF4-FFF2-40B4-BE49-F238E27FC236}">
                <a16:creationId xmlns:a16="http://schemas.microsoft.com/office/drawing/2014/main" id="{A42EFDFD-5356-C64A-8AC1-9F4719D73C82}"/>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FREQUENCY IN THE MAJORITY – Closely Divided Cases</a:t>
            </a:r>
          </a:p>
        </p:txBody>
      </p:sp>
      <p:sp>
        <p:nvSpPr>
          <p:cNvPr id="7" name="TextBox 6">
            <a:extLst>
              <a:ext uri="{FF2B5EF4-FFF2-40B4-BE49-F238E27FC236}">
                <a16:creationId xmlns:a16="http://schemas.microsoft.com/office/drawing/2014/main" id="{9750E56B-0F8A-2CC3-BA2B-DC94F2BF48A6}"/>
              </a:ext>
            </a:extLst>
          </p:cNvPr>
          <p:cNvSpPr txBox="1"/>
          <p:nvPr/>
        </p:nvSpPr>
        <p:spPr>
          <a:xfrm>
            <a:off x="838200" y="6083077"/>
            <a:ext cx="9883950" cy="276999"/>
          </a:xfrm>
          <a:prstGeom prst="rect">
            <a:avLst/>
          </a:prstGeom>
          <a:noFill/>
          <a:ln>
            <a:solidFill>
              <a:schemeClr val="tx1"/>
            </a:solidFill>
          </a:ln>
        </p:spPr>
        <p:txBody>
          <a:bodyPr wrap="square" rtlCol="0">
            <a:spAutoFit/>
          </a:bodyPr>
          <a:lstStyle/>
          <a:p>
            <a:pPr algn="ctr"/>
            <a:r>
              <a:rPr lang="en-US" sz="1200" dirty="0">
                <a:latin typeface="MULISH REGULAR ROMAN"/>
              </a:rPr>
              <a:t>Figures show the percentage of cases where each Justice was in the Majority coalition among cases decided by (5-4) or (6-3) coalitions. </a:t>
            </a:r>
          </a:p>
        </p:txBody>
      </p:sp>
      <p:pic>
        <p:nvPicPr>
          <p:cNvPr id="6" name="Picture 5" descr="A group of people standing in front of a graph&#10;&#10;AI-generated content may be incorrect.">
            <a:extLst>
              <a:ext uri="{FF2B5EF4-FFF2-40B4-BE49-F238E27FC236}">
                <a16:creationId xmlns:a16="http://schemas.microsoft.com/office/drawing/2014/main" id="{870A191A-CA80-9040-CBCA-46F6742B579F}"/>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208166" y="827825"/>
            <a:ext cx="8705776" cy="5223465"/>
          </a:xfrm>
          <a:prstGeom prst="rect">
            <a:avLst/>
          </a:prstGeom>
        </p:spPr>
      </p:pic>
    </p:spTree>
    <p:extLst>
      <p:ext uri="{BB962C8B-B14F-4D97-AF65-F5344CB8AC3E}">
        <p14:creationId xmlns:p14="http://schemas.microsoft.com/office/powerpoint/2010/main" val="406066623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Content Placeholder 4"/>
          <p:cNvGraphicFramePr>
            <a:graphicFrameLocks noGrp="1"/>
          </p:cNvGraphicFramePr>
          <p:nvPr>
            <p:ph idx="1"/>
            <p:extLst>
              <p:ext uri="{D42A27DB-BD31-4B8C-83A1-F6EECF244321}">
                <p14:modId xmlns:p14="http://schemas.microsoft.com/office/powerpoint/2010/main" val="851131078"/>
              </p:ext>
            </p:extLst>
          </p:nvPr>
        </p:nvGraphicFramePr>
        <p:xfrm>
          <a:off x="429138" y="1100876"/>
          <a:ext cx="10733394" cy="2850675"/>
        </p:xfrm>
        <a:graphic>
          <a:graphicData uri="http://schemas.openxmlformats.org/drawingml/2006/table">
            <a:tbl>
              <a:tblPr firstRow="1" bandRow="1">
                <a:tableStyleId>{C083E6E3-FA7D-4D7B-A595-EF9225AFEA82}</a:tableStyleId>
              </a:tblPr>
              <a:tblGrid>
                <a:gridCol w="1313440">
                  <a:extLst>
                    <a:ext uri="{9D8B030D-6E8A-4147-A177-3AD203B41FA5}">
                      <a16:colId xmlns:a16="http://schemas.microsoft.com/office/drawing/2014/main" val="20000"/>
                    </a:ext>
                  </a:extLst>
                </a:gridCol>
                <a:gridCol w="1344322">
                  <a:extLst>
                    <a:ext uri="{9D8B030D-6E8A-4147-A177-3AD203B41FA5}">
                      <a16:colId xmlns:a16="http://schemas.microsoft.com/office/drawing/2014/main" val="20001"/>
                    </a:ext>
                  </a:extLst>
                </a:gridCol>
                <a:gridCol w="1344322">
                  <a:extLst>
                    <a:ext uri="{9D8B030D-6E8A-4147-A177-3AD203B41FA5}">
                      <a16:colId xmlns:a16="http://schemas.microsoft.com/office/drawing/2014/main" val="20002"/>
                    </a:ext>
                  </a:extLst>
                </a:gridCol>
                <a:gridCol w="1344322">
                  <a:extLst>
                    <a:ext uri="{9D8B030D-6E8A-4147-A177-3AD203B41FA5}">
                      <a16:colId xmlns:a16="http://schemas.microsoft.com/office/drawing/2014/main" val="20003"/>
                    </a:ext>
                  </a:extLst>
                </a:gridCol>
                <a:gridCol w="1344322">
                  <a:extLst>
                    <a:ext uri="{9D8B030D-6E8A-4147-A177-3AD203B41FA5}">
                      <a16:colId xmlns:a16="http://schemas.microsoft.com/office/drawing/2014/main" val="20004"/>
                    </a:ext>
                  </a:extLst>
                </a:gridCol>
                <a:gridCol w="1344322">
                  <a:extLst>
                    <a:ext uri="{9D8B030D-6E8A-4147-A177-3AD203B41FA5}">
                      <a16:colId xmlns:a16="http://schemas.microsoft.com/office/drawing/2014/main" val="20005"/>
                    </a:ext>
                  </a:extLst>
                </a:gridCol>
                <a:gridCol w="1344322">
                  <a:extLst>
                    <a:ext uri="{9D8B030D-6E8A-4147-A177-3AD203B41FA5}">
                      <a16:colId xmlns:a16="http://schemas.microsoft.com/office/drawing/2014/main" val="20006"/>
                    </a:ext>
                  </a:extLst>
                </a:gridCol>
                <a:gridCol w="1354022">
                  <a:extLst>
                    <a:ext uri="{9D8B030D-6E8A-4147-A177-3AD203B41FA5}">
                      <a16:colId xmlns:a16="http://schemas.microsoft.com/office/drawing/2014/main" val="20007"/>
                    </a:ext>
                  </a:extLst>
                </a:gridCol>
              </a:tblGrid>
              <a:tr h="393195">
                <a:tc>
                  <a:txBody>
                    <a:bodyPr/>
                    <a:lstStyle/>
                    <a:p>
                      <a:pPr algn="l"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w="12700" cmpd="sng">
                      <a:noFill/>
                    </a:lnT>
                    <a:lnB>
                      <a:noFill/>
                    </a:lnB>
                    <a:lnTlToBr w="12700" cmpd="sng">
                      <a:noFill/>
                      <a:prstDash val="solid"/>
                    </a:lnTlToBr>
                    <a:lnBlToTr w="12700" cmpd="sng">
                      <a:noFill/>
                      <a:prstDash val="solid"/>
                    </a:lnBlToTr>
                    <a:solidFill>
                      <a:schemeClr val="bg1"/>
                    </a:solidFill>
                  </a:tcPr>
                </a:tc>
                <a:tc>
                  <a:txBody>
                    <a:bodyPr/>
                    <a:lstStyle/>
                    <a:p>
                      <a:pPr algn="ctr" fontAlgn="b"/>
                      <a:r>
                        <a:rPr lang="en-US" sz="1200" b="1" u="none" strike="noStrike" dirty="0">
                          <a:solidFill>
                            <a:schemeClr val="tx1"/>
                          </a:solidFill>
                          <a:effectLst/>
                          <a:latin typeface="MULISH REGULAR ROMAN" pitchFamily="2" charset="77"/>
                        </a:rPr>
                        <a:t>Total </a:t>
                      </a:r>
                      <a:r>
                        <a:rPr lang="en-US" sz="1200" b="1" i="0" u="none" strike="noStrike" dirty="0">
                          <a:solidFill>
                            <a:schemeClr val="tx1"/>
                          </a:solidFill>
                          <a:effectLst/>
                          <a:latin typeface="MULISH REGULAR ROMAN" pitchFamily="2" charset="77"/>
                        </a:rPr>
                        <a:t>opinions</a:t>
                      </a:r>
                    </a:p>
                  </a:txBody>
                  <a:tcPr marL="0"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200" b="1" u="none" strike="noStrike" dirty="0">
                          <a:solidFill>
                            <a:schemeClr val="tx1"/>
                          </a:solidFill>
                          <a:effectLst/>
                          <a:latin typeface="MULISH REGULAR ROMAN" pitchFamily="2" charset="77"/>
                        </a:rPr>
                        <a:t>9-0 </a:t>
                      </a:r>
                      <a:r>
                        <a:rPr lang="en-US" sz="1200" b="1" i="0" u="none" strike="noStrike" dirty="0">
                          <a:solidFill>
                            <a:schemeClr val="tx1"/>
                          </a:solidFill>
                          <a:effectLst/>
                          <a:latin typeface="MULISH REGULAR ROMAN" pitchFamily="2" charset="77"/>
                        </a:rPr>
                        <a:t>opinions</a:t>
                      </a:r>
                    </a:p>
                  </a:txBody>
                  <a:tcPr marL="0"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200" b="1" u="none" strike="noStrike" dirty="0">
                          <a:solidFill>
                            <a:schemeClr val="tx1"/>
                          </a:solidFill>
                          <a:effectLst/>
                          <a:latin typeface="MULISH REGULAR ROMAN" pitchFamily="2" charset="77"/>
                        </a:rPr>
                        <a:t>8-1 </a:t>
                      </a:r>
                      <a:r>
                        <a:rPr lang="en-US" sz="1200" b="1" i="0" u="none" strike="noStrike" dirty="0">
                          <a:solidFill>
                            <a:schemeClr val="tx1"/>
                          </a:solidFill>
                          <a:effectLst/>
                          <a:latin typeface="MULISH REGULAR ROMAN" pitchFamily="2" charset="77"/>
                        </a:rPr>
                        <a:t>opinions</a:t>
                      </a:r>
                    </a:p>
                  </a:txBody>
                  <a:tcPr marL="0"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200" b="1" u="none" strike="noStrike" dirty="0">
                          <a:solidFill>
                            <a:schemeClr val="tx1"/>
                          </a:solidFill>
                          <a:effectLst/>
                          <a:latin typeface="MULISH REGULAR ROMAN" pitchFamily="2" charset="77"/>
                        </a:rPr>
                        <a:t>7-2 </a:t>
                      </a:r>
                      <a:r>
                        <a:rPr lang="en-US" sz="1200" b="1" i="0" u="none" strike="noStrike" dirty="0">
                          <a:solidFill>
                            <a:schemeClr val="tx1"/>
                          </a:solidFill>
                          <a:effectLst/>
                          <a:latin typeface="MULISH REGULAR ROMAN" pitchFamily="2" charset="77"/>
                        </a:rPr>
                        <a:t>opinions</a:t>
                      </a:r>
                    </a:p>
                  </a:txBody>
                  <a:tcPr marL="0"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200" b="1" u="none" strike="noStrike" dirty="0">
                          <a:solidFill>
                            <a:schemeClr val="tx1"/>
                          </a:solidFill>
                          <a:effectLst/>
                          <a:latin typeface="MULISH REGULAR ROMAN" pitchFamily="2" charset="77"/>
                        </a:rPr>
                        <a:t>6-3 </a:t>
                      </a:r>
                      <a:r>
                        <a:rPr lang="en-US" sz="1200" b="1" i="0" u="none" strike="noStrike" dirty="0">
                          <a:solidFill>
                            <a:schemeClr val="tx1"/>
                          </a:solidFill>
                          <a:effectLst/>
                          <a:latin typeface="MULISH REGULAR ROMAN" pitchFamily="2" charset="77"/>
                        </a:rPr>
                        <a:t>opinions</a:t>
                      </a:r>
                    </a:p>
                  </a:txBody>
                  <a:tcPr marL="0"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200" b="1" u="none" strike="noStrike" dirty="0">
                          <a:solidFill>
                            <a:schemeClr val="tx1"/>
                          </a:solidFill>
                          <a:effectLst/>
                          <a:latin typeface="MULISH REGULAR ROMAN" pitchFamily="2" charset="77"/>
                        </a:rPr>
                        <a:t>5-4 </a:t>
                      </a:r>
                      <a:r>
                        <a:rPr lang="en-US" sz="1200" b="1" i="0" u="none" strike="noStrike" dirty="0">
                          <a:solidFill>
                            <a:schemeClr val="tx1"/>
                          </a:solidFill>
                          <a:effectLst/>
                          <a:latin typeface="MULISH REGULAR ROMAN" pitchFamily="2" charset="77"/>
                        </a:rPr>
                        <a:t>opinions</a:t>
                      </a:r>
                    </a:p>
                  </a:txBody>
                  <a:tcPr marL="0"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200" b="1" u="none" strike="noStrike" dirty="0">
                          <a:solidFill>
                            <a:schemeClr val="tx1"/>
                          </a:solidFill>
                          <a:effectLst/>
                          <a:latin typeface="MULISH REGULAR ROMAN" pitchFamily="2" charset="77"/>
                        </a:rPr>
                        <a:t>Average majority</a:t>
                      </a:r>
                      <a:endParaRPr lang="en-US" sz="1200" b="1" i="0" u="none" strike="noStrike" dirty="0">
                        <a:solidFill>
                          <a:schemeClr val="tx1"/>
                        </a:solidFill>
                        <a:effectLst/>
                        <a:latin typeface="MULISH REGULAR ROMAN" pitchFamily="2" charset="77"/>
                      </a:endParaRPr>
                    </a:p>
                  </a:txBody>
                  <a:tcPr marL="0" marR="9525" marT="9525" marB="0" anchor="ctr">
                    <a:lnL>
                      <a:noFill/>
                    </a:lnL>
                    <a:lnR>
                      <a:noFill/>
                    </a:lnR>
                    <a:lnT w="12700" cmpd="sng">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245748">
                <a:tc>
                  <a:txBody>
                    <a:bodyPr/>
                    <a:lstStyle/>
                    <a:p>
                      <a:pPr algn="l" fontAlgn="b"/>
                      <a:r>
                        <a:rPr lang="en-US" sz="1100" b="1" u="none" strike="noStrike" dirty="0">
                          <a:solidFill>
                            <a:schemeClr val="tx1"/>
                          </a:solidFill>
                          <a:effectLst/>
                          <a:latin typeface="MULISH REGULAR ROMAN" pitchFamily="2" charset="77"/>
                        </a:rPr>
                        <a:t>Roberts</a:t>
                      </a:r>
                      <a:endParaRPr lang="en-US" sz="1100" b="1"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algn="ctr" fontAlgn="b"/>
                      <a:r>
                        <a:rPr lang="en-US" sz="1100" b="0" i="0" u="none" strike="noStrike">
                          <a:solidFill>
                            <a:srgbClr val="000000"/>
                          </a:solidFill>
                          <a:effectLst/>
                          <a:latin typeface="MULISH BLACK ROMAN"/>
                        </a:rPr>
                        <a:t>2</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8</a:t>
                      </a:r>
                    </a:p>
                  </a:txBody>
                  <a:tcPr marL="9525" marR="9525" marT="9525" marB="0" anchor="b">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245748">
                <a:tc>
                  <a:txBody>
                    <a:bodyPr/>
                    <a:lstStyle/>
                    <a:p>
                      <a:pPr algn="l" fontAlgn="b"/>
                      <a:r>
                        <a:rPr lang="en-US" sz="1100" b="1" u="none" strike="noStrike" dirty="0">
                          <a:solidFill>
                            <a:schemeClr val="tx1"/>
                          </a:solidFill>
                          <a:effectLst/>
                          <a:latin typeface="MULISH REGULAR ROMAN" pitchFamily="2" charset="77"/>
                        </a:rPr>
                        <a:t>Thomas</a:t>
                      </a:r>
                      <a:endParaRPr lang="en-US" sz="1100" b="1"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algn="ctr" fontAlgn="b"/>
                      <a:r>
                        <a:rPr lang="en-US" sz="1100" b="0" i="0" u="none" strike="noStrike">
                          <a:solidFill>
                            <a:srgbClr val="000000"/>
                          </a:solidFill>
                          <a:effectLst/>
                          <a:latin typeface="MULISH BLACK ROMAN"/>
                        </a:rPr>
                        <a:t>3</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2</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7.67</a:t>
                      </a:r>
                    </a:p>
                  </a:txBody>
                  <a:tcPr marL="9525" marR="9525" marT="9525" marB="0" anchor="b">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245748">
                <a:tc>
                  <a:txBody>
                    <a:bodyPr/>
                    <a:lstStyle/>
                    <a:p>
                      <a:pPr algn="l" fontAlgn="b"/>
                      <a:r>
                        <a:rPr lang="en-US" sz="1100" b="1" i="0" u="none" strike="noStrike" dirty="0">
                          <a:solidFill>
                            <a:schemeClr val="tx1"/>
                          </a:solidFill>
                          <a:effectLst/>
                          <a:latin typeface="MULISH REGULAR ROMAN" pitchFamily="2" charset="77"/>
                        </a:rPr>
                        <a:t>Alito</a:t>
                      </a:r>
                    </a:p>
                  </a:txBody>
                  <a:tcPr marR="9525" marT="9525"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algn="ctr" fontAlgn="b"/>
                      <a:r>
                        <a:rPr lang="en-US" sz="1100" b="0" i="0" u="none" strike="noStrike">
                          <a:solidFill>
                            <a:srgbClr val="000000"/>
                          </a:solidFill>
                          <a:effectLst/>
                          <a:latin typeface="MULISH BLACK ROMAN"/>
                        </a:rPr>
                        <a:t>4</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4</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a:t>
                      </a:r>
                    </a:p>
                  </a:txBody>
                  <a:tcPr marL="9525" marR="9525" marT="9525" marB="0" anchor="b">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245748">
                <a:tc>
                  <a:txBody>
                    <a:bodyPr/>
                    <a:lstStyle/>
                    <a:p>
                      <a:pPr algn="l" fontAlgn="b"/>
                      <a:r>
                        <a:rPr lang="en-US" sz="1100" b="1" i="0" u="none" strike="noStrike" dirty="0">
                          <a:solidFill>
                            <a:schemeClr val="tx1"/>
                          </a:solidFill>
                          <a:effectLst/>
                          <a:latin typeface="MULISH REGULAR ROMAN" pitchFamily="2" charset="77"/>
                        </a:rPr>
                        <a:t>Sotomayor</a:t>
                      </a:r>
                    </a:p>
                  </a:txBody>
                  <a:tcPr marR="9525" marT="9525"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algn="ctr" fontAlgn="b"/>
                      <a:r>
                        <a:rPr lang="en-US" sz="1100" b="0" i="0" u="none" strike="noStrike">
                          <a:solidFill>
                            <a:srgbClr val="000000"/>
                          </a:solidFill>
                          <a:effectLst/>
                          <a:latin typeface="MULISH BLACK ROMAN"/>
                        </a:rPr>
                        <a:t>4</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3</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8.25</a:t>
                      </a:r>
                    </a:p>
                  </a:txBody>
                  <a:tcPr marL="9525" marR="9525" marT="9525" marB="0" anchor="b">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245748">
                <a:tc>
                  <a:txBody>
                    <a:bodyPr/>
                    <a:lstStyle/>
                    <a:p>
                      <a:pPr algn="l" fontAlgn="b"/>
                      <a:r>
                        <a:rPr lang="en-US" sz="1100" b="1" i="0" u="none" strike="noStrike" dirty="0">
                          <a:solidFill>
                            <a:schemeClr val="tx1"/>
                          </a:solidFill>
                          <a:effectLst/>
                          <a:latin typeface="MULISH REGULAR ROMAN" pitchFamily="2" charset="77"/>
                        </a:rPr>
                        <a:t>Kagan</a:t>
                      </a:r>
                    </a:p>
                  </a:txBody>
                  <a:tcPr marR="9525" marT="9525"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algn="ctr" fontAlgn="b"/>
                      <a:r>
                        <a:rPr lang="en-US" sz="1100" b="0" i="0" u="none" strike="noStrike">
                          <a:solidFill>
                            <a:srgbClr val="000000"/>
                          </a:solidFill>
                          <a:effectLst/>
                          <a:latin typeface="MULISH BLACK ROMAN"/>
                        </a:rPr>
                        <a:t>5</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5</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a:t>
                      </a:r>
                    </a:p>
                  </a:txBody>
                  <a:tcPr marL="9525" marR="9525" marT="9525" marB="0" anchor="b">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6"/>
                  </a:ext>
                </a:extLst>
              </a:tr>
              <a:tr h="245748">
                <a:tc>
                  <a:txBody>
                    <a:bodyPr/>
                    <a:lstStyle/>
                    <a:p>
                      <a:pPr algn="l" fontAlgn="b"/>
                      <a:r>
                        <a:rPr lang="en-US" sz="1100" b="1" i="0" u="none" strike="noStrike" dirty="0">
                          <a:solidFill>
                            <a:schemeClr val="tx1"/>
                          </a:solidFill>
                          <a:effectLst/>
                          <a:latin typeface="MULISH REGULAR ROMAN" pitchFamily="2" charset="77"/>
                        </a:rPr>
                        <a:t>Gorsuch</a:t>
                      </a:r>
                    </a:p>
                  </a:txBody>
                  <a:tcPr marR="9525" marT="9525"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algn="ctr" fontAlgn="b"/>
                      <a:r>
                        <a:rPr lang="en-US" sz="1100" b="0" i="0" u="none" strike="noStrike">
                          <a:solidFill>
                            <a:srgbClr val="000000"/>
                          </a:solidFill>
                          <a:effectLst/>
                          <a:latin typeface="MULISH BLACK ROMAN"/>
                        </a:rPr>
                        <a:t>3</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6</a:t>
                      </a:r>
                    </a:p>
                  </a:txBody>
                  <a:tcPr marL="9525" marR="9525" marT="9525" marB="0" anchor="b">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7"/>
                  </a:ext>
                </a:extLst>
              </a:tr>
              <a:tr h="245748">
                <a:tc>
                  <a:txBody>
                    <a:bodyPr/>
                    <a:lstStyle/>
                    <a:p>
                      <a:pPr algn="l" fontAlgn="b"/>
                      <a:r>
                        <a:rPr lang="en-US" sz="1100" b="1" i="0" u="none" strike="noStrike" dirty="0">
                          <a:solidFill>
                            <a:schemeClr val="tx1"/>
                          </a:solidFill>
                          <a:effectLst/>
                          <a:latin typeface="MULISH REGULAR ROMAN" pitchFamily="2" charset="77"/>
                        </a:rPr>
                        <a:t>Kavanaugh</a:t>
                      </a:r>
                    </a:p>
                  </a:txBody>
                  <a:tcPr marR="9525" marT="9525"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algn="ctr" fontAlgn="b"/>
                      <a:r>
                        <a:rPr lang="en-US" sz="1100" b="0" i="0" u="none" strike="noStrike">
                          <a:solidFill>
                            <a:srgbClr val="000000"/>
                          </a:solidFill>
                          <a:effectLst/>
                          <a:latin typeface="MULISH BLACK ROMAN"/>
                        </a:rPr>
                        <a:t>3</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7.33</a:t>
                      </a:r>
                    </a:p>
                  </a:txBody>
                  <a:tcPr marL="9525" marR="9525" marT="9525" marB="0" anchor="b">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8"/>
                  </a:ext>
                </a:extLst>
              </a:tr>
              <a:tr h="245748">
                <a:tc>
                  <a:txBody>
                    <a:bodyPr/>
                    <a:lstStyle/>
                    <a:p>
                      <a:pPr algn="l" fontAlgn="b"/>
                      <a:r>
                        <a:rPr lang="en-US" sz="1100" b="1" i="0" u="none" strike="noStrike" dirty="0">
                          <a:solidFill>
                            <a:schemeClr val="tx1"/>
                          </a:solidFill>
                          <a:effectLst/>
                          <a:latin typeface="MULISH REGULAR ROMAN" pitchFamily="2" charset="77"/>
                        </a:rPr>
                        <a:t>Barrett</a:t>
                      </a:r>
                    </a:p>
                  </a:txBody>
                  <a:tcPr marR="9525" marT="9525"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algn="ctr" fontAlgn="b"/>
                      <a:r>
                        <a:rPr lang="en-US" sz="1100" b="0" i="0" u="none" strike="noStrike">
                          <a:solidFill>
                            <a:srgbClr val="000000"/>
                          </a:solidFill>
                          <a:effectLst/>
                          <a:latin typeface="MULISH BLACK ROMAN"/>
                        </a:rPr>
                        <a:t>3</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7</a:t>
                      </a:r>
                    </a:p>
                  </a:txBody>
                  <a:tcPr marL="9525" marR="9525" marT="9525" marB="0" anchor="b">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9"/>
                  </a:ext>
                </a:extLst>
              </a:tr>
              <a:tr h="245748">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l" fontAlgn="b"/>
                      <a:r>
                        <a:rPr lang="en-US" sz="1100" b="1" i="0" u="none" strike="noStrike" dirty="0">
                          <a:solidFill>
                            <a:schemeClr val="tx1"/>
                          </a:solidFill>
                          <a:effectLst/>
                          <a:latin typeface="MULISH REGULAR ROMAN" pitchFamily="2" charset="77"/>
                        </a:rPr>
                        <a:t>Jackson</a:t>
                      </a:r>
                    </a:p>
                  </a:txBody>
                  <a:tcPr marR="9525" marT="952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1100" b="0" i="0" u="none" strike="noStrike">
                          <a:solidFill>
                            <a:srgbClr val="000000"/>
                          </a:solidFill>
                          <a:effectLst/>
                          <a:latin typeface="MULISH BLACK ROMAN"/>
                        </a:rPr>
                        <a:t>3</a:t>
                      </a:r>
                    </a:p>
                  </a:txBody>
                  <a:tcPr marL="9525" marR="9525" marT="9525" marB="0" anchor="b">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2</a:t>
                      </a:r>
                    </a:p>
                  </a:txBody>
                  <a:tcPr marL="9525" marR="9525" marT="9525" marB="0" anchor="b">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a:t>
                      </a:r>
                    </a:p>
                  </a:txBody>
                  <a:tcPr marL="9525" marR="9525" marT="9525" marB="0" anchor="b">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b">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b">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b">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8.67</a:t>
                      </a:r>
                    </a:p>
                  </a:txBody>
                  <a:tcPr marL="9525" marR="9525" marT="9525" marB="0" anchor="b">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010"/>
                  </a:ext>
                </a:extLst>
              </a:tr>
              <a:tr h="245748">
                <a:tc>
                  <a:txBody>
                    <a:bodyPr/>
                    <a:lstStyle/>
                    <a:p>
                      <a:pPr algn="ctr" fontAlgn="b"/>
                      <a:r>
                        <a:rPr lang="en-US" sz="1200" b="1" i="0" u="none" strike="noStrike" dirty="0">
                          <a:solidFill>
                            <a:schemeClr val="tx1"/>
                          </a:solidFill>
                          <a:effectLst/>
                          <a:latin typeface="MULISH REGULAR ROMAN" pitchFamily="2" charset="77"/>
                        </a:rPr>
                        <a:t>Total</a:t>
                      </a:r>
                    </a:p>
                  </a:txBody>
                  <a:tcPr marR="9525" marT="952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marL="0" algn="ctr" rtl="0" eaLnBrk="1" fontAlgn="b" latinLnBrk="0" hangingPunct="1">
                        <a:spcBef>
                          <a:spcPts val="0"/>
                        </a:spcBef>
                        <a:spcAft>
                          <a:spcPts val="0"/>
                        </a:spcAft>
                      </a:pPr>
                      <a:endParaRPr lang="en-US" sz="1100" b="1" dirty="0">
                        <a:solidFill>
                          <a:schemeClr val="tx1"/>
                        </a:solidFill>
                        <a:effectLst/>
                        <a:latin typeface="MULISH REGULAR ROMAN" pitchFamily="2" charset="77"/>
                      </a:endParaRPr>
                    </a:p>
                  </a:txBody>
                  <a:tcPr marL="0" marR="0" marT="0"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0" marR="9525" marT="952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0" marR="9525" marT="952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0" marR="9525" marT="952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0" marR="9525" marT="952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0" marR="9525" marT="952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0" marR="9525" marT="952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11"/>
                  </a:ext>
                </a:extLst>
              </a:tr>
            </a:tbl>
          </a:graphicData>
        </a:graphic>
      </p:graphicFrame>
      <p:sp>
        <p:nvSpPr>
          <p:cNvPr id="4" name="Slide Number Placeholder 3"/>
          <p:cNvSpPr>
            <a:spLocks noGrp="1"/>
          </p:cNvSpPr>
          <p:nvPr>
            <p:ph type="sldNum" sz="quarter" idx="12"/>
          </p:nvPr>
        </p:nvSpPr>
        <p:spPr>
          <a:xfrm>
            <a:off x="9448800" y="6492875"/>
            <a:ext cx="2743200" cy="365125"/>
          </a:xfrm>
        </p:spPr>
        <p:txBody>
          <a:bodyPr/>
          <a:lstStyle/>
          <a:p>
            <a:fld id="{5E212BD6-99D2-4430-8307-3DFF6CB1AF68}" type="slidenum">
              <a:rPr lang="en-US" sz="800" smtClean="0">
                <a:latin typeface="Century Schoolbook" panose="02040604050505020304" pitchFamily="18" charset="0"/>
              </a:rPr>
              <a:t>16</a:t>
            </a:fld>
            <a:endParaRPr lang="en-US" sz="800" dirty="0">
              <a:latin typeface="Century Schoolbook" panose="02040604050505020304" pitchFamily="18" charset="0"/>
            </a:endParaRPr>
          </a:p>
        </p:txBody>
      </p:sp>
      <p:graphicFrame>
        <p:nvGraphicFramePr>
          <p:cNvPr id="9" name="Table 8"/>
          <p:cNvGraphicFramePr>
            <a:graphicFrameLocks noGrp="1"/>
          </p:cNvGraphicFramePr>
          <p:nvPr>
            <p:extLst>
              <p:ext uri="{D42A27DB-BD31-4B8C-83A1-F6EECF244321}">
                <p14:modId xmlns:p14="http://schemas.microsoft.com/office/powerpoint/2010/main" val="2898672879"/>
              </p:ext>
            </p:extLst>
          </p:nvPr>
        </p:nvGraphicFramePr>
        <p:xfrm>
          <a:off x="401996" y="4168191"/>
          <a:ext cx="3756562" cy="2513061"/>
        </p:xfrm>
        <a:graphic>
          <a:graphicData uri="http://schemas.openxmlformats.org/drawingml/2006/table">
            <a:tbl>
              <a:tblPr firstRow="1" bandRow="1">
                <a:tableStyleId>{C083E6E3-FA7D-4D7B-A595-EF9225AFEA82}</a:tableStyleId>
              </a:tblPr>
              <a:tblGrid>
                <a:gridCol w="1878281">
                  <a:extLst>
                    <a:ext uri="{9D8B030D-6E8A-4147-A177-3AD203B41FA5}">
                      <a16:colId xmlns:a16="http://schemas.microsoft.com/office/drawing/2014/main" val="20000"/>
                    </a:ext>
                  </a:extLst>
                </a:gridCol>
                <a:gridCol w="1878281">
                  <a:extLst>
                    <a:ext uri="{9D8B030D-6E8A-4147-A177-3AD203B41FA5}">
                      <a16:colId xmlns:a16="http://schemas.microsoft.com/office/drawing/2014/main" val="20001"/>
                    </a:ext>
                  </a:extLst>
                </a:gridCol>
              </a:tblGrid>
              <a:tr h="455661">
                <a:tc gridSpan="2">
                  <a:txBody>
                    <a:bodyPr/>
                    <a:lstStyle/>
                    <a:p>
                      <a:pPr algn="ctr" fontAlgn="b"/>
                      <a:r>
                        <a:rPr lang="en-US" sz="1400" b="1" u="none" strike="noStrike" dirty="0">
                          <a:solidFill>
                            <a:schemeClr val="tx1"/>
                          </a:solidFill>
                          <a:effectLst/>
                          <a:latin typeface="MULISH REGULAR ROMAN" pitchFamily="2" charset="77"/>
                        </a:rPr>
                        <a:t>% of Opinions Decided Unanimously</a:t>
                      </a:r>
                      <a:endParaRPr lang="en-US" sz="1400" b="1" i="0" u="none" strike="noStrike" dirty="0">
                        <a:solidFill>
                          <a:schemeClr val="tx1"/>
                        </a:solidFill>
                        <a:effectLst/>
                        <a:latin typeface="MULISH REGULAR ROMAN" pitchFamily="2" charset="77"/>
                      </a:endParaRPr>
                    </a:p>
                  </a:txBody>
                  <a:tcPr marL="9525" marR="9525" marT="9525" marB="0" anchor="ctr">
                    <a:lnL>
                      <a:noFill/>
                    </a:lnL>
                    <a:lnR>
                      <a:noFill/>
                    </a:lnR>
                    <a:lnT w="12700" cmpd="sng">
                      <a:noFill/>
                    </a:lnT>
                    <a:lnB w="12700" cmpd="sng">
                      <a:noFill/>
                    </a:lnB>
                    <a:lnTlToBr w="12700" cmpd="sng">
                      <a:noFill/>
                      <a:prstDash val="solid"/>
                    </a:lnTlToBr>
                    <a:lnBlToTr w="12700" cmpd="sng">
                      <a:noFill/>
                      <a:prstDash val="solid"/>
                    </a:lnBlToTr>
                  </a:tcPr>
                </a:tc>
                <a:tc hMerge="1">
                  <a:txBody>
                    <a:bodyPr/>
                    <a:lstStyle/>
                    <a:p>
                      <a:endParaRPr lang="en-US"/>
                    </a:p>
                  </a:txBody>
                  <a:tcPr marL="9525" marR="9525" marT="9525" marB="0" anchor="b"/>
                </a:tc>
                <a:extLst>
                  <a:ext uri="{0D108BD9-81ED-4DB2-BD59-A6C34878D82A}">
                    <a16:rowId xmlns:a16="http://schemas.microsoft.com/office/drawing/2014/main" val="10000"/>
                  </a:ext>
                </a:extLst>
              </a:tr>
              <a:tr h="228600">
                <a:tc>
                  <a:txBody>
                    <a:bodyPr/>
                    <a:lstStyle/>
                    <a:p>
                      <a:pPr algn="ctr" fontAlgn="b"/>
                      <a:r>
                        <a:rPr lang="en-US" sz="1100" b="0" u="none" strike="noStrike" dirty="0">
                          <a:solidFill>
                            <a:schemeClr val="tx1"/>
                          </a:solidFill>
                          <a:effectLst/>
                          <a:latin typeface="MULISH REGULAR ROMAN" pitchFamily="2" charset="77"/>
                        </a:rPr>
                        <a:t>Roberts</a:t>
                      </a:r>
                      <a:endParaRPr lang="en-US" sz="1100" b="0" i="0" u="none" strike="noStrike" dirty="0">
                        <a:solidFill>
                          <a:schemeClr val="tx1"/>
                        </a:solidFill>
                        <a:effectLst/>
                        <a:latin typeface="MULISH REGULAR ROMAN" pitchFamily="2" charset="77"/>
                      </a:endParaRPr>
                    </a:p>
                  </a:txBody>
                  <a:tcPr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50%</a:t>
                      </a:r>
                    </a:p>
                  </a:txBody>
                  <a:tcPr marL="9525" marR="9525" marT="9525" marB="0" anchor="b">
                    <a:lnL>
                      <a:noFill/>
                    </a:lnL>
                    <a:lnR>
                      <a:noFill/>
                    </a:lnR>
                    <a:lnT w="12700" cmpd="sng">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228600">
                <a:tc>
                  <a:txBody>
                    <a:bodyPr/>
                    <a:lstStyle/>
                    <a:p>
                      <a:pPr algn="ctr" fontAlgn="b"/>
                      <a:r>
                        <a:rPr lang="en-US" sz="1100" b="0" u="none" strike="noStrike" dirty="0">
                          <a:solidFill>
                            <a:schemeClr val="tx1"/>
                          </a:solidFill>
                          <a:effectLst/>
                          <a:latin typeface="MULISH REGULAR ROMAN" pitchFamily="2" charset="77"/>
                        </a:rPr>
                        <a:t>Thomas</a:t>
                      </a:r>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33%</a:t>
                      </a:r>
                    </a:p>
                  </a:txBody>
                  <a:tcPr marL="9525" marR="9525" marT="9525" marB="0" anchor="b">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228600">
                <a:tc>
                  <a:txBody>
                    <a:bodyPr/>
                    <a:lstStyle/>
                    <a:p>
                      <a:pPr algn="ctr" fontAlgn="b"/>
                      <a:r>
                        <a:rPr lang="en-US" sz="1100" b="0" i="0" u="none" strike="noStrike" dirty="0">
                          <a:solidFill>
                            <a:schemeClr val="tx1"/>
                          </a:solidFill>
                          <a:effectLst/>
                          <a:latin typeface="MULISH REGULAR ROMAN" pitchFamily="2" charset="77"/>
                        </a:rPr>
                        <a:t>Alito</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100%</a:t>
                      </a:r>
                    </a:p>
                  </a:txBody>
                  <a:tcPr marL="9525" marR="9525" marT="9525" marB="0" anchor="b">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228600">
                <a:tc>
                  <a:txBody>
                    <a:bodyPr/>
                    <a:lstStyle/>
                    <a:p>
                      <a:pPr algn="ctr" fontAlgn="b"/>
                      <a:r>
                        <a:rPr lang="en-US" sz="1100" b="0" i="0" u="none" strike="noStrike" dirty="0">
                          <a:solidFill>
                            <a:schemeClr val="tx1"/>
                          </a:solidFill>
                          <a:effectLst/>
                          <a:latin typeface="MULISH REGULAR ROMAN" pitchFamily="2" charset="77"/>
                        </a:rPr>
                        <a:t>Sotomayor</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75%</a:t>
                      </a:r>
                    </a:p>
                  </a:txBody>
                  <a:tcPr marL="9525" marR="9525" marT="9525" marB="0" anchor="b">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228600">
                <a:tc>
                  <a:txBody>
                    <a:bodyPr/>
                    <a:lstStyle/>
                    <a:p>
                      <a:pPr algn="ctr" fontAlgn="b"/>
                      <a:r>
                        <a:rPr lang="en-US" sz="1100" b="0" i="0" u="none" strike="noStrike" dirty="0">
                          <a:solidFill>
                            <a:schemeClr val="tx1"/>
                          </a:solidFill>
                          <a:effectLst/>
                          <a:latin typeface="MULISH REGULAR ROMAN" pitchFamily="2" charset="77"/>
                        </a:rPr>
                        <a:t>Kagan</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100%</a:t>
                      </a:r>
                    </a:p>
                  </a:txBody>
                  <a:tcPr marL="9525" marR="9525" marT="9525" marB="0" anchor="b">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228600">
                <a:tc>
                  <a:txBody>
                    <a:bodyPr/>
                    <a:lstStyle/>
                    <a:p>
                      <a:pPr algn="ctr" fontAlgn="b"/>
                      <a:r>
                        <a:rPr lang="en-US" sz="1100" b="0" i="0" u="none" strike="noStrike" dirty="0">
                          <a:solidFill>
                            <a:schemeClr val="tx1"/>
                          </a:solidFill>
                          <a:effectLst/>
                          <a:latin typeface="MULISH REGULAR ROMAN" pitchFamily="2" charset="77"/>
                        </a:rPr>
                        <a:t>Gorsuch</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0%</a:t>
                      </a:r>
                    </a:p>
                  </a:txBody>
                  <a:tcPr marL="9525" marR="9525" marT="9525" marB="0" anchor="b">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6"/>
                  </a:ext>
                </a:extLst>
              </a:tr>
              <a:tr h="228600">
                <a:tc>
                  <a:txBody>
                    <a:bodyPr/>
                    <a:lstStyle/>
                    <a:p>
                      <a:pPr algn="ctr" fontAlgn="b"/>
                      <a:r>
                        <a:rPr lang="en-US" sz="1100" b="0" i="0" u="none" strike="noStrike" dirty="0">
                          <a:solidFill>
                            <a:schemeClr val="tx1"/>
                          </a:solidFill>
                          <a:effectLst/>
                          <a:latin typeface="MULISH REGULAR ROMAN" pitchFamily="2" charset="77"/>
                        </a:rPr>
                        <a:t>Kavanaugh</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33%</a:t>
                      </a:r>
                    </a:p>
                  </a:txBody>
                  <a:tcPr marL="9525" marR="9525" marT="9525" marB="0" anchor="b">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7"/>
                  </a:ext>
                </a:extLst>
              </a:tr>
              <a:tr h="228600">
                <a:tc>
                  <a:txBody>
                    <a:bodyPr/>
                    <a:lstStyle/>
                    <a:p>
                      <a:pPr algn="ctr" fontAlgn="b"/>
                      <a:r>
                        <a:rPr lang="en-US" sz="1100" b="0" i="0" u="none" strike="noStrike" dirty="0">
                          <a:solidFill>
                            <a:schemeClr val="tx1"/>
                          </a:solidFill>
                          <a:effectLst/>
                          <a:latin typeface="MULISH REGULAR ROMAN" pitchFamily="2" charset="77"/>
                        </a:rPr>
                        <a:t>Barrett</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33%</a:t>
                      </a:r>
                    </a:p>
                  </a:txBody>
                  <a:tcPr marL="9525" marR="9525" marT="9525" marB="0" anchor="b">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8"/>
                  </a:ext>
                </a:extLst>
              </a:tr>
              <a:tr h="228600">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chemeClr val="tx1"/>
                          </a:solidFill>
                          <a:effectLst/>
                          <a:latin typeface="MULISH REGULAR ROMAN" pitchFamily="2" charset="77"/>
                        </a:rPr>
                        <a:t>Jackson</a:t>
                      </a:r>
                    </a:p>
                  </a:txBody>
                  <a:tcPr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67%</a:t>
                      </a:r>
                    </a:p>
                  </a:txBody>
                  <a:tcPr marL="9525" marR="9525" marT="9525" marB="0" anchor="b">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9"/>
                  </a:ext>
                </a:extLst>
              </a:tr>
            </a:tbl>
          </a:graphicData>
        </a:graphic>
      </p:graphicFrame>
      <p:sp>
        <p:nvSpPr>
          <p:cNvPr id="11" name="Title 9">
            <a:extLst>
              <a:ext uri="{FF2B5EF4-FFF2-40B4-BE49-F238E27FC236}">
                <a16:creationId xmlns:a16="http://schemas.microsoft.com/office/drawing/2014/main" id="{53B38A24-C2D1-2542-AF2D-D68A7476B6F0}"/>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STRENGTH OF THE MAJORITY</a:t>
            </a:r>
          </a:p>
        </p:txBody>
      </p:sp>
      <p:graphicFrame>
        <p:nvGraphicFramePr>
          <p:cNvPr id="12" name="Table 11">
            <a:extLst>
              <a:ext uri="{FF2B5EF4-FFF2-40B4-BE49-F238E27FC236}">
                <a16:creationId xmlns:a16="http://schemas.microsoft.com/office/drawing/2014/main" id="{CC33FC22-44FB-C043-B5DB-9280A1B6ECB8}"/>
              </a:ext>
            </a:extLst>
          </p:cNvPr>
          <p:cNvGraphicFramePr>
            <a:graphicFrameLocks noGrp="1"/>
          </p:cNvGraphicFramePr>
          <p:nvPr>
            <p:extLst>
              <p:ext uri="{D42A27DB-BD31-4B8C-83A1-F6EECF244321}">
                <p14:modId xmlns:p14="http://schemas.microsoft.com/office/powerpoint/2010/main" val="2215049078"/>
              </p:ext>
            </p:extLst>
          </p:nvPr>
        </p:nvGraphicFramePr>
        <p:xfrm>
          <a:off x="4656537" y="4156187"/>
          <a:ext cx="6505995" cy="2513061"/>
        </p:xfrm>
        <a:graphic>
          <a:graphicData uri="http://schemas.openxmlformats.org/drawingml/2006/table">
            <a:tbl>
              <a:tblPr firstRow="1" bandRow="1">
                <a:tableStyleId>{C083E6E3-FA7D-4D7B-A595-EF9225AFEA82}</a:tableStyleId>
              </a:tblPr>
              <a:tblGrid>
                <a:gridCol w="1436915">
                  <a:extLst>
                    <a:ext uri="{9D8B030D-6E8A-4147-A177-3AD203B41FA5}">
                      <a16:colId xmlns:a16="http://schemas.microsoft.com/office/drawing/2014/main" val="20000"/>
                    </a:ext>
                  </a:extLst>
                </a:gridCol>
                <a:gridCol w="973776">
                  <a:extLst>
                    <a:ext uri="{9D8B030D-6E8A-4147-A177-3AD203B41FA5}">
                      <a16:colId xmlns:a16="http://schemas.microsoft.com/office/drawing/2014/main" val="20001"/>
                    </a:ext>
                  </a:extLst>
                </a:gridCol>
                <a:gridCol w="3015559">
                  <a:extLst>
                    <a:ext uri="{9D8B030D-6E8A-4147-A177-3AD203B41FA5}">
                      <a16:colId xmlns:a16="http://schemas.microsoft.com/office/drawing/2014/main" val="4268982242"/>
                    </a:ext>
                  </a:extLst>
                </a:gridCol>
                <a:gridCol w="1079745">
                  <a:extLst>
                    <a:ext uri="{9D8B030D-6E8A-4147-A177-3AD203B41FA5}">
                      <a16:colId xmlns:a16="http://schemas.microsoft.com/office/drawing/2014/main" val="914673701"/>
                    </a:ext>
                  </a:extLst>
                </a:gridCol>
              </a:tblGrid>
              <a:tr h="455661">
                <a:tc>
                  <a:txBody>
                    <a:bodyPr/>
                    <a:lstStyle/>
                    <a:p>
                      <a:pPr algn="l" fontAlgn="b"/>
                      <a:r>
                        <a:rPr lang="en-US" sz="1400" b="1" u="none" strike="noStrike" dirty="0">
                          <a:solidFill>
                            <a:schemeClr val="tx1"/>
                          </a:solidFill>
                          <a:effectLst/>
                          <a:latin typeface="MULISH REGULAR ROMAN" pitchFamily="2" charset="77"/>
                        </a:rPr>
                        <a:t>Solo Dissents</a:t>
                      </a:r>
                      <a:endParaRPr lang="en-US" sz="1400" b="1" i="0" u="none" strike="noStrike" dirty="0">
                        <a:solidFill>
                          <a:schemeClr val="tx1"/>
                        </a:solidFill>
                        <a:effectLst/>
                        <a:latin typeface="MULISH REGULAR ROMAN" pitchFamily="2" charset="77"/>
                      </a:endParaRPr>
                    </a:p>
                  </a:txBody>
                  <a:tcPr marL="9525" marR="9525" marT="952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dirty="0">
                          <a:solidFill>
                            <a:schemeClr val="tx1"/>
                          </a:solidFill>
                          <a:effectLst/>
                          <a:latin typeface="MULISH REGULAR ROMAN" pitchFamily="2" charset="77"/>
                        </a:rPr>
                        <a:t>OT24</a:t>
                      </a:r>
                    </a:p>
                    <a:p>
                      <a:pPr algn="ctr" fontAlgn="b"/>
                      <a:endParaRPr lang="en-US" sz="200" b="1" i="0" u="none" strike="noStrike" dirty="0">
                        <a:solidFill>
                          <a:schemeClr val="tx1"/>
                        </a:solidFill>
                        <a:effectLst/>
                        <a:latin typeface="MULISH REGULAR ROMAN" pitchFamily="2" charset="77"/>
                      </a:endParaRPr>
                    </a:p>
                  </a:txBody>
                  <a:tcPr marL="9525" marR="9525" marT="9525" marB="0" anchor="b">
                    <a:lnL>
                      <a:noFill/>
                    </a:lnL>
                    <a:lnR>
                      <a:noFill/>
                    </a:lnR>
                    <a:lnT w="12700" cmpd="sng">
                      <a:noFill/>
                    </a:lnT>
                    <a:lnB w="12700" cmpd="sng">
                      <a:noFill/>
                    </a:lnB>
                    <a:lnTlToBr w="12700" cmpd="sng">
                      <a:noFill/>
                      <a:prstDash val="solid"/>
                    </a:lnTlToBr>
                    <a:lnBlToTr w="12700" cmpd="sng">
                      <a:noFill/>
                      <a:prstDash val="solid"/>
                    </a:lnBlToTr>
                  </a:tcPr>
                </a:tc>
                <a:tc>
                  <a:txBody>
                    <a:bodyPr/>
                    <a:lstStyle/>
                    <a:p>
                      <a:pPr algn="l" fontAlgn="b"/>
                      <a:r>
                        <a:rPr lang="en-US" sz="1100" b="1" i="0" u="none" strike="noStrike" dirty="0">
                          <a:solidFill>
                            <a:schemeClr val="tx1"/>
                          </a:solidFill>
                          <a:effectLst/>
                          <a:latin typeface="MULISH REGULAR ROMAN" pitchFamily="2" charset="77"/>
                        </a:rPr>
                        <a:t>Case(s)</a:t>
                      </a:r>
                    </a:p>
                    <a:p>
                      <a:pPr algn="l" fontAlgn="b"/>
                      <a:endParaRPr lang="en-US" sz="200" b="1" i="0" u="none" strike="noStrike" dirty="0">
                        <a:solidFill>
                          <a:schemeClr val="tx1"/>
                        </a:solidFill>
                        <a:effectLst/>
                        <a:latin typeface="MULISH REGULAR ROMAN" pitchFamily="2" charset="77"/>
                      </a:endParaRPr>
                    </a:p>
                  </a:txBody>
                  <a:tcPr marL="9525" marR="9525" marT="9525" marB="0" anchor="b">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dirty="0">
                          <a:solidFill>
                            <a:schemeClr val="tx1"/>
                          </a:solidFill>
                          <a:effectLst/>
                          <a:latin typeface="MULISH REGULAR ROMAN" pitchFamily="2" charset="77"/>
                        </a:rPr>
                        <a:t>OT05-OT23</a:t>
                      </a:r>
                    </a:p>
                  </a:txBody>
                  <a:tcPr marL="9525" marR="9525" marT="9525" marB="0" anchor="b">
                    <a:lnL>
                      <a:noFill/>
                    </a:lnL>
                    <a:lnR>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0"/>
                  </a:ext>
                </a:extLst>
              </a:tr>
              <a:tr h="228600">
                <a:tc>
                  <a:txBody>
                    <a:bodyPr/>
                    <a:lstStyle/>
                    <a:p>
                      <a:pPr algn="ctr" fontAlgn="b"/>
                      <a:r>
                        <a:rPr lang="en-US" sz="1100" b="0" u="none" strike="noStrike" dirty="0">
                          <a:solidFill>
                            <a:schemeClr val="tx1"/>
                          </a:solidFill>
                          <a:effectLst/>
                          <a:latin typeface="MULISH REGULAR ROMAN" pitchFamily="2" charset="77"/>
                        </a:rPr>
                        <a:t>Roberts</a:t>
                      </a:r>
                      <a:endParaRPr lang="en-US" sz="1100" b="0" i="0" u="none" strike="noStrike" dirty="0">
                        <a:solidFill>
                          <a:schemeClr val="tx1"/>
                        </a:solidFill>
                        <a:effectLst/>
                        <a:latin typeface="MULISH REGULAR ROMAN" pitchFamily="2" charset="77"/>
                      </a:endParaRPr>
                    </a:p>
                  </a:txBody>
                  <a:tcPr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l"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a:t>
                      </a:r>
                    </a:p>
                  </a:txBody>
                  <a:tcPr marR="9525" marT="9525" marB="0" anchor="ctr">
                    <a:lnL>
                      <a:noFill/>
                    </a:lnL>
                    <a:lnR>
                      <a:noFill/>
                    </a:lnR>
                    <a:lnT w="12700" cmpd="sng">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228600">
                <a:tc>
                  <a:txBody>
                    <a:bodyPr/>
                    <a:lstStyle/>
                    <a:p>
                      <a:pPr algn="ctr" fontAlgn="b"/>
                      <a:r>
                        <a:rPr lang="en-US" sz="1100" b="0" u="none" strike="noStrike" dirty="0">
                          <a:solidFill>
                            <a:schemeClr val="tx1"/>
                          </a:solidFill>
                          <a:effectLst/>
                          <a:latin typeface="MULISH REGULAR ROMAN" pitchFamily="2" charset="77"/>
                        </a:rPr>
                        <a:t>Thomas</a:t>
                      </a:r>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l"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38</a:t>
                      </a: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228600">
                <a:tc>
                  <a:txBody>
                    <a:bodyPr/>
                    <a:lstStyle/>
                    <a:p>
                      <a:pPr algn="ctr" fontAlgn="b"/>
                      <a:r>
                        <a:rPr lang="en-US" sz="1100" b="0" i="0" u="none" strike="noStrike" dirty="0">
                          <a:solidFill>
                            <a:schemeClr val="tx1"/>
                          </a:solidFill>
                          <a:effectLst/>
                          <a:latin typeface="MULISH REGULAR ROMAN" pitchFamily="2" charset="77"/>
                        </a:rPr>
                        <a:t>Alito</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l"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12</a:t>
                      </a: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228600">
                <a:tc>
                  <a:txBody>
                    <a:bodyPr/>
                    <a:lstStyle/>
                    <a:p>
                      <a:pPr algn="ctr" fontAlgn="b"/>
                      <a:r>
                        <a:rPr lang="en-US" sz="1100" b="0" i="0" u="none" strike="noStrike" dirty="0">
                          <a:solidFill>
                            <a:schemeClr val="tx1"/>
                          </a:solidFill>
                          <a:effectLst/>
                          <a:latin typeface="MULISH REGULAR ROMAN" pitchFamily="2" charset="77"/>
                        </a:rPr>
                        <a:t>Sotomayor</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l"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16</a:t>
                      </a: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228600">
                <a:tc>
                  <a:txBody>
                    <a:bodyPr/>
                    <a:lstStyle/>
                    <a:p>
                      <a:pPr algn="ctr" fontAlgn="b"/>
                      <a:r>
                        <a:rPr lang="en-US" sz="1100" b="0" i="0" u="none" strike="noStrike" dirty="0">
                          <a:solidFill>
                            <a:schemeClr val="tx1"/>
                          </a:solidFill>
                          <a:effectLst/>
                          <a:latin typeface="MULISH REGULAR ROMAN" pitchFamily="2" charset="77"/>
                        </a:rPr>
                        <a:t>Kagan</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l"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a:t>
                      </a: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228600">
                <a:tc>
                  <a:txBody>
                    <a:bodyPr/>
                    <a:lstStyle/>
                    <a:p>
                      <a:pPr algn="ctr" fontAlgn="b"/>
                      <a:r>
                        <a:rPr lang="en-US" sz="1100" b="0" i="0" u="none" strike="noStrike" dirty="0">
                          <a:solidFill>
                            <a:schemeClr val="tx1"/>
                          </a:solidFill>
                          <a:effectLst/>
                          <a:latin typeface="MULISH REGULAR ROMAN" pitchFamily="2" charset="77"/>
                        </a:rPr>
                        <a:t>Gorsuch</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1100" b="0" i="0" u="none" strike="noStrike" dirty="0">
                          <a:solidFill>
                            <a:schemeClr val="tx1"/>
                          </a:solidFill>
                          <a:effectLst/>
                          <a:latin typeface="MULISH REGULAR ROMAN" pitchFamily="2" charset="77"/>
                        </a:rPr>
                        <a:t>Miller</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5</a:t>
                      </a: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6"/>
                  </a:ext>
                </a:extLst>
              </a:tr>
              <a:tr h="228600">
                <a:tc>
                  <a:txBody>
                    <a:bodyPr/>
                    <a:lstStyle/>
                    <a:p>
                      <a:pPr algn="ctr" fontAlgn="b"/>
                      <a:r>
                        <a:rPr lang="en-US" sz="1100" b="0" i="0" u="none" strike="noStrike" dirty="0">
                          <a:solidFill>
                            <a:schemeClr val="tx1"/>
                          </a:solidFill>
                          <a:effectLst/>
                          <a:latin typeface="MULISH REGULAR ROMAN" pitchFamily="2" charset="77"/>
                        </a:rPr>
                        <a:t>Kavanaugh</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l"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a:t>
                      </a: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7"/>
                  </a:ext>
                </a:extLst>
              </a:tr>
              <a:tr h="228600">
                <a:tc>
                  <a:txBody>
                    <a:bodyPr/>
                    <a:lstStyle/>
                    <a:p>
                      <a:pPr algn="ctr" fontAlgn="b"/>
                      <a:r>
                        <a:rPr lang="en-US" sz="1100" b="0" i="0" u="none" strike="noStrike" dirty="0">
                          <a:solidFill>
                            <a:schemeClr val="tx1"/>
                          </a:solidFill>
                          <a:effectLst/>
                          <a:latin typeface="MULISH REGULAR ROMAN" pitchFamily="2" charset="77"/>
                        </a:rPr>
                        <a:t>Barrett</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l"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a:t>
                      </a: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8"/>
                  </a:ext>
                </a:extLst>
              </a:tr>
              <a:tr h="228600">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chemeClr val="tx1"/>
                          </a:solidFill>
                          <a:effectLst/>
                          <a:latin typeface="MULISH REGULAR ROMAN" pitchFamily="2" charset="77"/>
                        </a:rPr>
                        <a:t>Jackson</a:t>
                      </a:r>
                    </a:p>
                  </a:txBody>
                  <a:tcPr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l"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2</a:t>
                      </a:r>
                    </a:p>
                  </a:txBody>
                  <a:tcPr marR="9525" marT="952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9"/>
                  </a:ext>
                </a:extLst>
              </a:tr>
            </a:tbl>
          </a:graphicData>
        </a:graphic>
      </p:graphicFrame>
    </p:spTree>
    <p:extLst>
      <p:ext uri="{BB962C8B-B14F-4D97-AF65-F5344CB8AC3E}">
        <p14:creationId xmlns:p14="http://schemas.microsoft.com/office/powerpoint/2010/main" val="110401609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9448800" y="6484944"/>
            <a:ext cx="2743200" cy="365125"/>
          </a:xfrm>
        </p:spPr>
        <p:txBody>
          <a:bodyPr/>
          <a:lstStyle/>
          <a:p>
            <a:fld id="{5E212BD6-99D2-4430-8307-3DFF6CB1AF68}" type="slidenum">
              <a:rPr lang="en-US" sz="800" smtClean="0">
                <a:latin typeface="Century Schoolbook" panose="02040604050505020304" pitchFamily="18" charset="0"/>
              </a:rPr>
              <a:t>17</a:t>
            </a:fld>
            <a:endParaRPr lang="en-US" sz="800">
              <a:latin typeface="Century Schoolbook" panose="02040604050505020304" pitchFamily="18" charset="0"/>
            </a:endParaRPr>
          </a:p>
        </p:txBody>
      </p:sp>
      <p:sp>
        <p:nvSpPr>
          <p:cNvPr id="12" name="Title 9">
            <a:extLst>
              <a:ext uri="{FF2B5EF4-FFF2-40B4-BE49-F238E27FC236}">
                <a16:creationId xmlns:a16="http://schemas.microsoft.com/office/drawing/2014/main" id="{B88B732C-F644-42AC-1E8E-622DED784E6F}"/>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MERITS DECISIONS BY VOTE SPLIT – All Cases</a:t>
            </a:r>
          </a:p>
        </p:txBody>
      </p:sp>
      <p:sp>
        <p:nvSpPr>
          <p:cNvPr id="23" name="TextBox 22">
            <a:extLst>
              <a:ext uri="{FF2B5EF4-FFF2-40B4-BE49-F238E27FC236}">
                <a16:creationId xmlns:a16="http://schemas.microsoft.com/office/drawing/2014/main" id="{91C6A3AC-C27A-C02A-3B82-A9B25D6E55A3}"/>
              </a:ext>
            </a:extLst>
          </p:cNvPr>
          <p:cNvSpPr txBox="1"/>
          <p:nvPr/>
        </p:nvSpPr>
        <p:spPr>
          <a:xfrm>
            <a:off x="1154025" y="5898411"/>
            <a:ext cx="9883950" cy="646331"/>
          </a:xfrm>
          <a:prstGeom prst="rect">
            <a:avLst/>
          </a:prstGeom>
          <a:noFill/>
          <a:ln>
            <a:solidFill>
              <a:schemeClr val="tx1"/>
            </a:solidFill>
          </a:ln>
        </p:spPr>
        <p:txBody>
          <a:bodyPr wrap="square" rtlCol="0">
            <a:spAutoFit/>
          </a:bodyPr>
          <a:lstStyle/>
          <a:p>
            <a:r>
              <a:rPr lang="en-US" sz="1200" dirty="0">
                <a:latin typeface="MULISH REGULAR ROMAN"/>
              </a:rPr>
              <a:t>Figures show the percent of cases decided by different coalition sizes between the 2005 and 2024 terms. For instances where Justices were recused or otherwise did not participate, we associated the most comparable coalition size (e.g., 8-0 decisions were included in calculating 9-0 coalitions, while 7-1 were likewise coded as 8-1 – </a:t>
            </a:r>
            <a:r>
              <a:rPr lang="en-US" sz="1200" i="1" dirty="0">
                <a:latin typeface="MULISH REGULAR ROMAN"/>
              </a:rPr>
              <a:t>the principal reference being the number of dissenting Justices</a:t>
            </a:r>
            <a:r>
              <a:rPr lang="en-US" sz="1200" dirty="0">
                <a:latin typeface="MULISH REGULAR ROMAN"/>
              </a:rPr>
              <a:t>).</a:t>
            </a:r>
          </a:p>
        </p:txBody>
      </p:sp>
      <p:pic>
        <p:nvPicPr>
          <p:cNvPr id="3" name="Picture 2" descr="A group of pie charts&#10;&#10;AI-generated content may be incorrect.">
            <a:extLst>
              <a:ext uri="{FF2B5EF4-FFF2-40B4-BE49-F238E27FC236}">
                <a16:creationId xmlns:a16="http://schemas.microsoft.com/office/drawing/2014/main" id="{AD65764E-6ACA-B3FB-93E3-321E17D2FD9B}"/>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952500" y="0"/>
            <a:ext cx="10287000" cy="685800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F77DEC-211F-AB21-3E13-710E1699BD10}"/>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0AD2246C-9F25-2F1C-66E7-1F5097AAD8B0}"/>
              </a:ext>
            </a:extLst>
          </p:cNvPr>
          <p:cNvSpPr>
            <a:spLocks noGrp="1"/>
          </p:cNvSpPr>
          <p:nvPr>
            <p:ph type="sldNum" sz="quarter" idx="12"/>
          </p:nvPr>
        </p:nvSpPr>
        <p:spPr>
          <a:xfrm>
            <a:off x="9448800" y="6484944"/>
            <a:ext cx="2743200" cy="365125"/>
          </a:xfrm>
        </p:spPr>
        <p:txBody>
          <a:bodyPr/>
          <a:lstStyle/>
          <a:p>
            <a:fld id="{5E212BD6-99D2-4430-8307-3DFF6CB1AF68}" type="slidenum">
              <a:rPr lang="en-US" sz="800" smtClean="0">
                <a:latin typeface="Century Schoolbook" panose="02040604050505020304" pitchFamily="18" charset="0"/>
              </a:rPr>
              <a:t>18</a:t>
            </a:fld>
            <a:endParaRPr lang="en-US" sz="800">
              <a:latin typeface="Century Schoolbook" panose="02040604050505020304" pitchFamily="18" charset="0"/>
            </a:endParaRPr>
          </a:p>
        </p:txBody>
      </p:sp>
      <p:sp>
        <p:nvSpPr>
          <p:cNvPr id="12" name="Title 9">
            <a:extLst>
              <a:ext uri="{FF2B5EF4-FFF2-40B4-BE49-F238E27FC236}">
                <a16:creationId xmlns:a16="http://schemas.microsoft.com/office/drawing/2014/main" id="{8A08EC0C-6929-4371-9A49-BE164F8FC8CE}"/>
              </a:ext>
            </a:extLst>
          </p:cNvPr>
          <p:cNvSpPr txBox="1">
            <a:spLocks/>
          </p:cNvSpPr>
          <p:nvPr/>
        </p:nvSpPr>
        <p:spPr>
          <a:xfrm>
            <a:off x="320849" y="128592"/>
            <a:ext cx="11662603"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MERITS DECISIONS BY VOTE SPLIT– Ideologically Split Cases</a:t>
            </a:r>
          </a:p>
        </p:txBody>
      </p:sp>
      <p:sp>
        <p:nvSpPr>
          <p:cNvPr id="5" name="TextBox 4">
            <a:extLst>
              <a:ext uri="{FF2B5EF4-FFF2-40B4-BE49-F238E27FC236}">
                <a16:creationId xmlns:a16="http://schemas.microsoft.com/office/drawing/2014/main" id="{A01AE5B9-44A6-BF9D-E556-A5230DCBA08A}"/>
              </a:ext>
            </a:extLst>
          </p:cNvPr>
          <p:cNvSpPr txBox="1"/>
          <p:nvPr/>
        </p:nvSpPr>
        <p:spPr>
          <a:xfrm>
            <a:off x="1154025" y="5898411"/>
            <a:ext cx="9883950" cy="830997"/>
          </a:xfrm>
          <a:prstGeom prst="rect">
            <a:avLst/>
          </a:prstGeom>
          <a:noFill/>
          <a:ln>
            <a:solidFill>
              <a:schemeClr val="tx1"/>
            </a:solidFill>
          </a:ln>
        </p:spPr>
        <p:txBody>
          <a:bodyPr wrap="square" rtlCol="0">
            <a:spAutoFit/>
          </a:bodyPr>
          <a:lstStyle/>
          <a:p>
            <a:r>
              <a:rPr lang="en-US" sz="1200" dirty="0">
                <a:latin typeface="MULISH REGULAR ROMAN"/>
              </a:rPr>
              <a:t>Figures show the percent of cases decided by ideologically split coalitions (e.g., 5-4 or 6-3), such that ideologically liberal and conservative Justices represent competing coalitions. Ideology was derived by referencing each Justices’ associated </a:t>
            </a:r>
            <a:r>
              <a:rPr lang="en-US" sz="1200" dirty="0">
                <a:latin typeface="MULISH REGULAR ROMAN"/>
                <a:hlinkClick r:id="rId2"/>
              </a:rPr>
              <a:t>Martin-Quinn</a:t>
            </a:r>
            <a:r>
              <a:rPr lang="en-US" sz="1200" dirty="0">
                <a:latin typeface="MULISH REGULAR ROMAN"/>
              </a:rPr>
              <a:t> score. For reference, such a split during the 2024 term would be a majority consisting of Chief Justice Roberts and Justices Thomas, Alito, Gorsuch, Kavanaugh, and Barrett – with a competing (dissenting) coalition of Justices Sotomayor, Kagan, and Jackson. </a:t>
            </a:r>
          </a:p>
        </p:txBody>
      </p:sp>
      <p:pic>
        <p:nvPicPr>
          <p:cNvPr id="3" name="Picture 2" descr="A diagram of a pie chart&#10;&#10;AI-generated content may be incorrect.">
            <a:extLst>
              <a:ext uri="{FF2B5EF4-FFF2-40B4-BE49-F238E27FC236}">
                <a16:creationId xmlns:a16="http://schemas.microsoft.com/office/drawing/2014/main" id="{9BD56634-DAF6-05D2-E49F-6D1BB407F620}"/>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952500" y="0"/>
            <a:ext cx="10287000" cy="6858000"/>
          </a:xfrm>
          <a:prstGeom prst="rect">
            <a:avLst/>
          </a:prstGeom>
        </p:spPr>
      </p:pic>
    </p:spTree>
    <p:extLst>
      <p:ext uri="{BB962C8B-B14F-4D97-AF65-F5344CB8AC3E}">
        <p14:creationId xmlns:p14="http://schemas.microsoft.com/office/powerpoint/2010/main" val="100464748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9C8066-2681-5253-BDC5-DDA62A73BF45}"/>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5779079E-2341-1D58-0A96-2CCBE00E6BDB}"/>
              </a:ext>
            </a:extLst>
          </p:cNvPr>
          <p:cNvSpPr>
            <a:spLocks noGrp="1" noRot="1" noMove="1" noResize="1" noEditPoints="1" noAdjustHandles="1" noChangeArrowheads="1" noChangeShapeType="1"/>
          </p:cNvSpPr>
          <p:nvPr/>
        </p:nvSpPr>
        <p:spPr>
          <a:xfrm>
            <a:off x="1006640" y="1147657"/>
            <a:ext cx="9144018" cy="5486410"/>
          </a:xfrm>
          <a:prstGeom prst="rect">
            <a:avLst/>
          </a:prstGeom>
          <a:solidFill>
            <a:schemeClr val="accent1">
              <a:alpha val="21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Slide Number Placeholder 3">
            <a:extLst>
              <a:ext uri="{FF2B5EF4-FFF2-40B4-BE49-F238E27FC236}">
                <a16:creationId xmlns:a16="http://schemas.microsoft.com/office/drawing/2014/main" id="{E52D7715-21A2-E234-D597-C3D90F1BF8C2}"/>
              </a:ext>
            </a:extLst>
          </p:cNvPr>
          <p:cNvSpPr>
            <a:spLocks noGrp="1"/>
          </p:cNvSpPr>
          <p:nvPr>
            <p:ph type="sldNum" sz="quarter" idx="12"/>
          </p:nvPr>
        </p:nvSpPr>
        <p:spPr>
          <a:xfrm>
            <a:off x="9448800" y="6484944"/>
            <a:ext cx="2743200" cy="365125"/>
          </a:xfrm>
        </p:spPr>
        <p:txBody>
          <a:bodyPr/>
          <a:lstStyle/>
          <a:p>
            <a:fld id="{5E212BD6-99D2-4430-8307-3DFF6CB1AF68}" type="slidenum">
              <a:rPr lang="en-US" sz="800" smtClean="0">
                <a:latin typeface="Century Schoolbook" panose="02040604050505020304" pitchFamily="18" charset="0"/>
              </a:rPr>
              <a:t>19</a:t>
            </a:fld>
            <a:endParaRPr lang="en-US" sz="800">
              <a:latin typeface="Century Schoolbook" panose="02040604050505020304" pitchFamily="18" charset="0"/>
            </a:endParaRPr>
          </a:p>
        </p:txBody>
      </p:sp>
      <p:sp>
        <p:nvSpPr>
          <p:cNvPr id="12" name="Title 9">
            <a:extLst>
              <a:ext uri="{FF2B5EF4-FFF2-40B4-BE49-F238E27FC236}">
                <a16:creationId xmlns:a16="http://schemas.microsoft.com/office/drawing/2014/main" id="{F161A7AA-3EFE-D556-94F3-FBE1D984BA36}"/>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UNANIMOUS DECISIONS</a:t>
            </a:r>
          </a:p>
        </p:txBody>
      </p:sp>
      <p:sp>
        <p:nvSpPr>
          <p:cNvPr id="5" name="TextBox 4">
            <a:extLst>
              <a:ext uri="{FF2B5EF4-FFF2-40B4-BE49-F238E27FC236}">
                <a16:creationId xmlns:a16="http://schemas.microsoft.com/office/drawing/2014/main" id="{6BF81625-A47D-0204-D5A0-3B0AA1D6E6DC}"/>
              </a:ext>
            </a:extLst>
          </p:cNvPr>
          <p:cNvSpPr txBox="1"/>
          <p:nvPr/>
        </p:nvSpPr>
        <p:spPr>
          <a:xfrm>
            <a:off x="5391207" y="314392"/>
            <a:ext cx="5874589" cy="461665"/>
          </a:xfrm>
          <a:prstGeom prst="rect">
            <a:avLst/>
          </a:prstGeom>
          <a:noFill/>
          <a:ln>
            <a:solidFill>
              <a:schemeClr val="tx1"/>
            </a:solidFill>
          </a:ln>
        </p:spPr>
        <p:txBody>
          <a:bodyPr wrap="square" rtlCol="0">
            <a:spAutoFit/>
          </a:bodyPr>
          <a:lstStyle/>
          <a:p>
            <a:r>
              <a:rPr lang="en-US" sz="1200" dirty="0"/>
              <a:t>This figure shows the raw percentage of unanimous (i.e., cases decided without any full dissents) between OT05-OT24 given the total number of cases decided in those terms. </a:t>
            </a:r>
            <a:endParaRPr lang="en-US" sz="1200" dirty="0">
              <a:latin typeface="MULISH REGULAR ROMAN"/>
            </a:endParaRPr>
          </a:p>
        </p:txBody>
      </p:sp>
      <p:pic>
        <p:nvPicPr>
          <p:cNvPr id="6" name="Picture 5" descr="A graph with numbers and lines&#10;&#10;AI-generated content may be incorrect.">
            <a:extLst>
              <a:ext uri="{FF2B5EF4-FFF2-40B4-BE49-F238E27FC236}">
                <a16:creationId xmlns:a16="http://schemas.microsoft.com/office/drawing/2014/main" id="{56AA89EB-590F-AAF4-DAB4-B6786F95CCFB}"/>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006641" y="1147658"/>
            <a:ext cx="9144018" cy="5486410"/>
          </a:xfrm>
          <a:prstGeom prst="rect">
            <a:avLst/>
          </a:prstGeom>
        </p:spPr>
      </p:pic>
    </p:spTree>
    <p:extLst>
      <p:ext uri="{BB962C8B-B14F-4D97-AF65-F5344CB8AC3E}">
        <p14:creationId xmlns:p14="http://schemas.microsoft.com/office/powerpoint/2010/main" val="81898093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F33D0D-2475-9ED6-10D5-33229B4F7CFA}"/>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80111935-5CCF-3164-7956-FE2B732E2171}"/>
              </a:ext>
            </a:extLst>
          </p:cNvPr>
          <p:cNvSpPr>
            <a:spLocks noGrp="1" noRot="1" noMove="1" noResize="1" noEditPoints="1" noAdjustHandles="1" noChangeArrowheads="1" noChangeShapeType="1"/>
          </p:cNvSpPr>
          <p:nvPr/>
        </p:nvSpPr>
        <p:spPr>
          <a:xfrm>
            <a:off x="1874920" y="1060165"/>
            <a:ext cx="8684856" cy="5789904"/>
          </a:xfrm>
          <a:prstGeom prst="rect">
            <a:avLst/>
          </a:prstGeom>
          <a:solidFill>
            <a:schemeClr val="accent1">
              <a:alpha val="21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Slide Number Placeholder 3">
            <a:extLst>
              <a:ext uri="{FF2B5EF4-FFF2-40B4-BE49-F238E27FC236}">
                <a16:creationId xmlns:a16="http://schemas.microsoft.com/office/drawing/2014/main" id="{F9CDBD8F-0245-A60E-01D9-F79F9C71C925}"/>
              </a:ext>
            </a:extLst>
          </p:cNvPr>
          <p:cNvSpPr>
            <a:spLocks noGrp="1"/>
          </p:cNvSpPr>
          <p:nvPr>
            <p:ph type="sldNum" sz="quarter" idx="12"/>
          </p:nvPr>
        </p:nvSpPr>
        <p:spPr>
          <a:xfrm>
            <a:off x="9448800" y="6484944"/>
            <a:ext cx="2743200" cy="365125"/>
          </a:xfrm>
        </p:spPr>
        <p:txBody>
          <a:bodyPr/>
          <a:lstStyle/>
          <a:p>
            <a:fld id="{5E212BD6-99D2-4430-8307-3DFF6CB1AF68}" type="slidenum">
              <a:rPr lang="en-US" sz="800" smtClean="0">
                <a:latin typeface="Century Schoolbook" panose="02040604050505020304" pitchFamily="18" charset="0"/>
              </a:rPr>
              <a:t>20</a:t>
            </a:fld>
            <a:endParaRPr lang="en-US" sz="800">
              <a:latin typeface="Century Schoolbook" panose="02040604050505020304" pitchFamily="18" charset="0"/>
            </a:endParaRPr>
          </a:p>
        </p:txBody>
      </p:sp>
      <p:sp>
        <p:nvSpPr>
          <p:cNvPr id="12" name="Title 9">
            <a:extLst>
              <a:ext uri="{FF2B5EF4-FFF2-40B4-BE49-F238E27FC236}">
                <a16:creationId xmlns:a16="http://schemas.microsoft.com/office/drawing/2014/main" id="{845D2ED7-884E-246F-F6DD-316909A50224}"/>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JUDICIAL REVIEW</a:t>
            </a:r>
          </a:p>
        </p:txBody>
      </p:sp>
      <p:sp>
        <p:nvSpPr>
          <p:cNvPr id="6" name="TextBox 5">
            <a:extLst>
              <a:ext uri="{FF2B5EF4-FFF2-40B4-BE49-F238E27FC236}">
                <a16:creationId xmlns:a16="http://schemas.microsoft.com/office/drawing/2014/main" id="{05B716E9-4B3F-CFA9-4CAB-8AAC44867806}"/>
              </a:ext>
            </a:extLst>
          </p:cNvPr>
          <p:cNvSpPr txBox="1"/>
          <p:nvPr/>
        </p:nvSpPr>
        <p:spPr>
          <a:xfrm>
            <a:off x="3958401" y="130861"/>
            <a:ext cx="7912749" cy="830997"/>
          </a:xfrm>
          <a:prstGeom prst="rect">
            <a:avLst/>
          </a:prstGeom>
          <a:noFill/>
          <a:ln>
            <a:solidFill>
              <a:schemeClr val="tx1"/>
            </a:solidFill>
          </a:ln>
        </p:spPr>
        <p:txBody>
          <a:bodyPr wrap="square" rtlCol="0">
            <a:spAutoFit/>
          </a:bodyPr>
          <a:lstStyle/>
          <a:p>
            <a:r>
              <a:rPr lang="en-US" sz="1200" dirty="0"/>
              <a:t>The top figures show the volume of cases between the 1986 and 2024 terms where (i) an existing precedent was altered (and) or (ii) the Court declared a federal, state, or municipal law or act unconstitutional. Alternatively, the bottom illustrates the total number of cases decided by the Court during those terms – including those decided without oral arguments. The colors represent the distinction between the periods where William Rehnquist or John Roberts serve as Chief Justice.  </a:t>
            </a:r>
            <a:endParaRPr lang="en-US" sz="1200" dirty="0">
              <a:latin typeface="MULISH REGULAR ROMAN"/>
            </a:endParaRPr>
          </a:p>
        </p:txBody>
      </p:sp>
      <p:pic>
        <p:nvPicPr>
          <p:cNvPr id="7" name="Picture 6" descr="Several different types of graphs&#10;&#10;AI-generated content may be incorrect.">
            <a:extLst>
              <a:ext uri="{FF2B5EF4-FFF2-40B4-BE49-F238E27FC236}">
                <a16:creationId xmlns:a16="http://schemas.microsoft.com/office/drawing/2014/main" id="{472080D0-F0F1-91F9-3172-1F4E77EEE989}"/>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874919" y="1068095"/>
            <a:ext cx="8684857" cy="5789905"/>
          </a:xfrm>
          <a:prstGeom prst="rect">
            <a:avLst/>
          </a:prstGeom>
        </p:spPr>
      </p:pic>
    </p:spTree>
    <p:extLst>
      <p:ext uri="{BB962C8B-B14F-4D97-AF65-F5344CB8AC3E}">
        <p14:creationId xmlns:p14="http://schemas.microsoft.com/office/powerpoint/2010/main" val="402592179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B1ADE8-1AB5-A888-B8A7-341D95B43CBB}"/>
            </a:ext>
          </a:extLst>
        </p:cNvPr>
        <p:cNvGrpSpPr/>
        <p:nvPr/>
      </p:nvGrpSpPr>
      <p:grpSpPr>
        <a:xfrm>
          <a:off x="0" y="0"/>
          <a:ext cx="0" cy="0"/>
          <a:chOff x="0" y="0"/>
          <a:chExt cx="0" cy="0"/>
        </a:xfrm>
      </p:grpSpPr>
      <p:graphicFrame>
        <p:nvGraphicFramePr>
          <p:cNvPr id="5" name="Content Placeholder 4">
            <a:extLst>
              <a:ext uri="{FF2B5EF4-FFF2-40B4-BE49-F238E27FC236}">
                <a16:creationId xmlns:a16="http://schemas.microsoft.com/office/drawing/2014/main" id="{EFBDF338-444A-A00C-DA93-E1A5F1C07D6F}"/>
              </a:ext>
            </a:extLst>
          </p:cNvPr>
          <p:cNvGraphicFramePr>
            <a:graphicFrameLocks noGrp="1"/>
          </p:cNvGraphicFramePr>
          <p:nvPr>
            <p:ph idx="1"/>
            <p:extLst>
              <p:ext uri="{D42A27DB-BD31-4B8C-83A1-F6EECF244321}">
                <p14:modId xmlns:p14="http://schemas.microsoft.com/office/powerpoint/2010/main" val="3367022051"/>
              </p:ext>
            </p:extLst>
          </p:nvPr>
        </p:nvGraphicFramePr>
        <p:xfrm>
          <a:off x="320850" y="845389"/>
          <a:ext cx="11538585" cy="1920004"/>
        </p:xfrm>
        <a:graphic>
          <a:graphicData uri="http://schemas.openxmlformats.org/drawingml/2006/table">
            <a:tbl>
              <a:tblPr firstRow="1" bandRow="1">
                <a:tableStyleId>{F5AB1C69-6EDB-4FF4-983F-18BD219EF322}</a:tableStyleId>
              </a:tblPr>
              <a:tblGrid>
                <a:gridCol w="4669544">
                  <a:extLst>
                    <a:ext uri="{9D8B030D-6E8A-4147-A177-3AD203B41FA5}">
                      <a16:colId xmlns:a16="http://schemas.microsoft.com/office/drawing/2014/main" val="20000"/>
                    </a:ext>
                  </a:extLst>
                </a:gridCol>
                <a:gridCol w="1533236">
                  <a:extLst>
                    <a:ext uri="{9D8B030D-6E8A-4147-A177-3AD203B41FA5}">
                      <a16:colId xmlns:a16="http://schemas.microsoft.com/office/drawing/2014/main" val="20001"/>
                    </a:ext>
                  </a:extLst>
                </a:gridCol>
                <a:gridCol w="5335805">
                  <a:extLst>
                    <a:ext uri="{9D8B030D-6E8A-4147-A177-3AD203B41FA5}">
                      <a16:colId xmlns:a16="http://schemas.microsoft.com/office/drawing/2014/main" val="20002"/>
                    </a:ext>
                  </a:extLst>
                </a:gridCol>
              </a:tblGrid>
              <a:tr h="257552">
                <a:tc gridSpan="3">
                  <a:txBody>
                    <a:bodyPr/>
                    <a:lstStyle/>
                    <a:p>
                      <a:pPr algn="ctr" fontAlgn="b"/>
                      <a:r>
                        <a:rPr lang="en-US" sz="1600" b="1" u="none" strike="noStrike" dirty="0">
                          <a:solidFill>
                            <a:schemeClr val="tx1"/>
                          </a:solidFill>
                          <a:effectLst/>
                          <a:latin typeface="MULISH REGULAR ROMAN"/>
                        </a:rPr>
                        <a:t>Alignment of the Majority (OT24)</a:t>
                      </a:r>
                      <a:endParaRPr lang="en-US" sz="1600" b="1" i="0" u="none" strike="noStrike" dirty="0">
                        <a:solidFill>
                          <a:schemeClr val="tx1"/>
                        </a:solidFill>
                        <a:effectLst/>
                        <a:latin typeface="MULISH REGULAR ROMAN"/>
                      </a:endParaRPr>
                    </a:p>
                  </a:txBody>
                  <a:tcPr marL="5672" marR="5672" marT="5672"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noFill/>
                  </a:tcPr>
                </a:tc>
                <a:tc hMerge="1">
                  <a:txBody>
                    <a:bodyPr/>
                    <a:lstStyle/>
                    <a:p>
                      <a:endParaRPr lang="en-US"/>
                    </a:p>
                  </a:txBody>
                  <a:tcPr marL="5672" marR="5672" marT="5672" marB="0" anchor="b"/>
                </a:tc>
                <a:tc hMerge="1">
                  <a:txBody>
                    <a:bodyPr/>
                    <a:lstStyle/>
                    <a:p>
                      <a:endParaRPr lang="en-US"/>
                    </a:p>
                  </a:txBody>
                  <a:tcPr marL="5672" marR="5672" marT="5672" marB="0" anchor="b"/>
                </a:tc>
                <a:extLst>
                  <a:ext uri="{0D108BD9-81ED-4DB2-BD59-A6C34878D82A}">
                    <a16:rowId xmlns:a16="http://schemas.microsoft.com/office/drawing/2014/main" val="10000"/>
                  </a:ext>
                </a:extLst>
              </a:tr>
              <a:tr h="251606">
                <a:tc>
                  <a:txBody>
                    <a:bodyPr/>
                    <a:lstStyle/>
                    <a:p>
                      <a:pPr algn="ctr" fontAlgn="b"/>
                      <a:r>
                        <a:rPr lang="en-US" sz="1200" b="1" u="none" strike="noStrike" dirty="0">
                          <a:effectLst/>
                          <a:latin typeface="MULISH REGULAR ROMAN"/>
                        </a:rPr>
                        <a:t>Majority Coalition</a:t>
                      </a:r>
                      <a:endParaRPr lang="en-US" sz="1200" b="1" i="0" u="none" strike="noStrike" dirty="0">
                        <a:solidFill>
                          <a:srgbClr val="000000"/>
                        </a:solidFill>
                        <a:effectLst/>
                        <a:latin typeface="MULISH REGULAR ROMAN"/>
                      </a:endParaRPr>
                    </a:p>
                  </a:txBody>
                  <a:tcPr marR="5672" marT="5672" marB="0" anchor="ctr">
                    <a:lnL w="12700" cap="flat" cmpd="sng" algn="ctr">
                      <a:solidFill>
                        <a:schemeClr val="tx1"/>
                      </a:solidFill>
                      <a:prstDash val="solid"/>
                      <a:round/>
                      <a:headEnd type="none" w="med" len="med"/>
                      <a:tailEnd type="none" w="med" len="med"/>
                    </a:lnL>
                  </a:tcPr>
                </a:tc>
                <a:tc>
                  <a:txBody>
                    <a:bodyPr/>
                    <a:lstStyle/>
                    <a:p>
                      <a:pPr algn="ctr" fontAlgn="b"/>
                      <a:r>
                        <a:rPr lang="en-US" sz="1200" b="1" u="none" strike="noStrike" dirty="0">
                          <a:solidFill>
                            <a:srgbClr val="000000"/>
                          </a:solidFill>
                          <a:effectLst/>
                          <a:latin typeface="MULISH REGULAR ROMAN"/>
                        </a:rPr>
                        <a:t>Frequency</a:t>
                      </a:r>
                      <a:endParaRPr lang="en-US" sz="1200" b="1" i="0" u="none" strike="noStrike" dirty="0">
                        <a:solidFill>
                          <a:srgbClr val="000000"/>
                        </a:solidFill>
                        <a:effectLst/>
                        <a:latin typeface="MULISH REGULAR ROMAN"/>
                      </a:endParaRPr>
                    </a:p>
                  </a:txBody>
                  <a:tcPr marR="5672" marT="5672" marB="0" anchor="ctr"/>
                </a:tc>
                <a:tc>
                  <a:txBody>
                    <a:bodyPr/>
                    <a:lstStyle/>
                    <a:p>
                      <a:pPr algn="ctr" fontAlgn="b"/>
                      <a:r>
                        <a:rPr lang="en-US" sz="1200" b="1" u="none" strike="noStrike" dirty="0">
                          <a:effectLst/>
                          <a:latin typeface="MULISH REGULAR ROMAN"/>
                        </a:rPr>
                        <a:t>Cases</a:t>
                      </a:r>
                      <a:endParaRPr lang="en-US" sz="1200" b="1" i="0" u="none" strike="noStrike" dirty="0">
                        <a:solidFill>
                          <a:srgbClr val="000000"/>
                        </a:solidFill>
                        <a:effectLst/>
                        <a:latin typeface="MULISH REGULAR ROMAN"/>
                      </a:endParaRPr>
                    </a:p>
                  </a:txBody>
                  <a:tcPr marR="5672" marT="5672" marB="0" anchor="ctr">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1"/>
                  </a:ext>
                </a:extLst>
              </a:tr>
              <a:tr h="374476">
                <a:tc>
                  <a:txBody>
                    <a:bodyPr/>
                    <a:lstStyle/>
                    <a:p>
                      <a:pPr algn="l" fontAlgn="b"/>
                      <a:r>
                        <a:rPr lang="en-US" sz="1200" dirty="0">
                          <a:effectLst/>
                          <a:latin typeface="MULISH REGULAR ROMAN"/>
                        </a:rPr>
                        <a:t>Roberts, Alito, Thomas, Sotomayor, Kagan, Kavanaugh, Barrett</a:t>
                      </a:r>
                      <a:endParaRPr lang="en-US" sz="1200" b="0" i="0" u="none" strike="noStrike" dirty="0">
                        <a:solidFill>
                          <a:srgbClr val="000000"/>
                        </a:solidFill>
                        <a:effectLst/>
                        <a:latin typeface="MULISH REGULAR ROMAN"/>
                      </a:endParaRPr>
                    </a:p>
                  </a:txBody>
                  <a:tcPr marR="5672" marT="5672" marB="0" anchor="ctr">
                    <a:lnL w="12700" cap="flat" cmpd="sng" algn="ctr">
                      <a:solidFill>
                        <a:schemeClr val="tx1"/>
                      </a:solidFill>
                      <a:prstDash val="solid"/>
                      <a:round/>
                      <a:headEnd type="none" w="med" len="med"/>
                      <a:tailEnd type="none" w="med" len="med"/>
                    </a:lnL>
                  </a:tcPr>
                </a:tc>
                <a:tc>
                  <a:txBody>
                    <a:bodyPr/>
                    <a:lstStyle/>
                    <a:p>
                      <a:pPr algn="ctr" fontAlgn="b"/>
                      <a:r>
                        <a:rPr lang="en-US" sz="1200" b="0" u="none" strike="noStrike" dirty="0">
                          <a:solidFill>
                            <a:srgbClr val="000000"/>
                          </a:solidFill>
                          <a:effectLst/>
                          <a:latin typeface="MULISH REGULAR ROMAN"/>
                        </a:rPr>
                        <a:t>2</a:t>
                      </a:r>
                      <a:endParaRPr lang="en-US" sz="1200" b="0" i="0" u="none" strike="noStrike" dirty="0">
                        <a:solidFill>
                          <a:srgbClr val="000000"/>
                        </a:solidFill>
                        <a:effectLst/>
                        <a:latin typeface="MULISH REGULAR ROMAN"/>
                      </a:endParaRPr>
                    </a:p>
                  </a:txBody>
                  <a:tcPr marR="5672" marT="5672" marB="0" anchor="ctr"/>
                </a:tc>
                <a:tc>
                  <a:txBody>
                    <a:bodyPr/>
                    <a:lstStyle/>
                    <a:p>
                      <a:pPr algn="l" fontAlgn="b"/>
                      <a:r>
                        <a:rPr lang="en-US" sz="1200" b="0" i="1" u="none" strike="noStrike" dirty="0">
                          <a:solidFill>
                            <a:srgbClr val="000000"/>
                          </a:solidFill>
                          <a:effectLst/>
                          <a:latin typeface="MULISH REGULAR ROMAN"/>
                        </a:rPr>
                        <a:t>Bufkin, Delligatti</a:t>
                      </a:r>
                      <a:endParaRPr lang="en-US" altLang="de-DE" sz="1200" b="0" i="1" u="none" strike="noStrike" dirty="0">
                        <a:solidFill>
                          <a:srgbClr val="000000"/>
                        </a:solidFill>
                        <a:effectLst/>
                        <a:latin typeface="MULISH REGULAR ROMAN"/>
                      </a:endParaRPr>
                    </a:p>
                  </a:txBody>
                  <a:tcPr marR="5672" marT="5672" marB="0" anchor="ctr">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2"/>
                  </a:ext>
                </a:extLst>
              </a:tr>
              <a:tr h="374476">
                <a:tc>
                  <a:txBody>
                    <a:bodyPr/>
                    <a:lstStyle/>
                    <a:p>
                      <a:pPr algn="l" fontAlgn="b"/>
                      <a:r>
                        <a:rPr lang="en-US" sz="1200" dirty="0">
                          <a:effectLst/>
                        </a:rPr>
                        <a:t>Roberts, Alito, Thomas, Kagan, Gorsuch, Kavanaugh, Barrett</a:t>
                      </a:r>
                      <a:endParaRPr lang="en-US" sz="1200" b="0" i="0" u="none" strike="noStrike" dirty="0">
                        <a:solidFill>
                          <a:srgbClr val="000000"/>
                        </a:solidFill>
                        <a:effectLst/>
                        <a:latin typeface="MULISH REGULAR ROMAN"/>
                      </a:endParaRPr>
                    </a:p>
                  </a:txBody>
                  <a:tcPr marR="5672" marT="5672" marB="0" anchor="ctr">
                    <a:lnL w="12700" cap="flat" cmpd="sng" algn="ctr">
                      <a:solidFill>
                        <a:schemeClr val="tx1"/>
                      </a:solidFill>
                      <a:prstDash val="solid"/>
                      <a:round/>
                      <a:headEnd type="none" w="med" len="med"/>
                      <a:tailEnd type="none" w="med" len="med"/>
                    </a:lnL>
                  </a:tcPr>
                </a:tc>
                <a:tc>
                  <a:txBody>
                    <a:bodyPr/>
                    <a:lstStyle/>
                    <a:p>
                      <a:pPr algn="ctr" fontAlgn="b"/>
                      <a:r>
                        <a:rPr lang="en-US" sz="1200" b="0" i="0" u="none" strike="noStrike" dirty="0">
                          <a:solidFill>
                            <a:srgbClr val="000000"/>
                          </a:solidFill>
                          <a:effectLst/>
                          <a:latin typeface="MULISH REGULAR ROMAN"/>
                        </a:rPr>
                        <a:t>2</a:t>
                      </a:r>
                    </a:p>
                  </a:txBody>
                  <a:tcPr marR="5672" marT="5672" marB="0" anchor="ctr"/>
                </a:tc>
                <a:tc>
                  <a:txBody>
                    <a:bodyPr/>
                    <a:lstStyle/>
                    <a:p>
                      <a:pPr algn="l" fontAlgn="b"/>
                      <a:r>
                        <a:rPr lang="en-US" altLang="de-DE" sz="1200" b="0" i="1" u="none" strike="noStrike" dirty="0">
                          <a:solidFill>
                            <a:srgbClr val="000000"/>
                          </a:solidFill>
                          <a:effectLst/>
                          <a:latin typeface="MULISH REGULAR ROMAN"/>
                        </a:rPr>
                        <a:t>Lackey; Advocate Christ Medical</a:t>
                      </a:r>
                    </a:p>
                  </a:txBody>
                  <a:tcPr marR="5672" marT="5672" marB="0" anchor="ctr">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38856231"/>
                  </a:ext>
                </a:extLst>
              </a:tr>
              <a:tr h="330947">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200" dirty="0">
                          <a:effectLst/>
                          <a:latin typeface="MULISH REGULAR ROMAN"/>
                        </a:rPr>
                        <a:t>Roberts, Sotomayor, Kagan, Gorsuch, Kavanaugh, Barrett, Jackson</a:t>
                      </a:r>
                      <a:endParaRPr lang="en-US" sz="1200" b="0" i="0" u="none" strike="noStrike" dirty="0">
                        <a:solidFill>
                          <a:srgbClr val="000000"/>
                        </a:solidFill>
                        <a:effectLst/>
                        <a:latin typeface="MULISH REGULAR ROMAN"/>
                      </a:endParaRPr>
                    </a:p>
                  </a:txBody>
                  <a:tcPr marR="5672" marT="5672" marB="0" anchor="ctr">
                    <a:lnL w="12700" cap="flat" cmpd="sng" algn="ctr">
                      <a:solidFill>
                        <a:schemeClr val="tx1"/>
                      </a:solidFill>
                      <a:prstDash val="solid"/>
                      <a:round/>
                      <a:headEnd type="none" w="med" len="med"/>
                      <a:tailEnd type="none" w="med" len="med"/>
                    </a:lnL>
                  </a:tcPr>
                </a:tc>
                <a:tc>
                  <a:txBody>
                    <a:bodyPr/>
                    <a:lstStyle/>
                    <a:p>
                      <a:pPr algn="ctr" fontAlgn="b"/>
                      <a:r>
                        <a:rPr lang="en-US" sz="1200" b="0" u="none" strike="noStrike" dirty="0">
                          <a:solidFill>
                            <a:srgbClr val="000000"/>
                          </a:solidFill>
                          <a:effectLst/>
                          <a:latin typeface="MULISH REGULAR ROMAN"/>
                        </a:rPr>
                        <a:t>2</a:t>
                      </a:r>
                      <a:endParaRPr lang="en-US" sz="1200" b="0" i="0" u="none" strike="noStrike" dirty="0">
                        <a:solidFill>
                          <a:srgbClr val="000000"/>
                        </a:solidFill>
                        <a:effectLst/>
                        <a:latin typeface="MULISH REGULAR ROMAN"/>
                      </a:endParaRPr>
                    </a:p>
                  </a:txBody>
                  <a:tcPr marR="5672" marT="5672" marB="0" anchor="ctr"/>
                </a:tc>
                <a:tc>
                  <a:txBody>
                    <a:bodyPr/>
                    <a:lstStyle/>
                    <a:p>
                      <a:pPr algn="l" fontAlgn="b"/>
                      <a:r>
                        <a:rPr lang="en-US" sz="1200" b="0" i="1" u="none" strike="noStrike" dirty="0">
                          <a:solidFill>
                            <a:srgbClr val="000000"/>
                          </a:solidFill>
                          <a:effectLst/>
                          <a:latin typeface="MULISH REGULAR ROMAN"/>
                        </a:rPr>
                        <a:t>Vanderstok; A.A.R.P v. Trump</a:t>
                      </a:r>
                    </a:p>
                  </a:txBody>
                  <a:tcPr marR="5672" marT="5672" marB="0" anchor="ctr">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3"/>
                  </a:ext>
                </a:extLst>
              </a:tr>
              <a:tr h="330947">
                <a:tc>
                  <a:txBody>
                    <a:bodyPr/>
                    <a:lstStyle/>
                    <a:p>
                      <a:pPr algn="l" fontAlgn="b">
                        <a:buNone/>
                      </a:pPr>
                      <a:r>
                        <a:rPr lang="en-US" sz="1200" dirty="0">
                          <a:effectLst/>
                          <a:latin typeface="MULISH REGULAR ROMAN"/>
                        </a:rPr>
                        <a:t>Alito, Thomas, Gorsuch, Kavanaugh, Barrett </a:t>
                      </a:r>
                      <a:endParaRPr lang="en-US" sz="1200" b="0" i="0" u="none" strike="noStrike" dirty="0">
                        <a:solidFill>
                          <a:srgbClr val="000000"/>
                        </a:solidFill>
                        <a:effectLst/>
                        <a:latin typeface="MULISH REGULAR ROMAN"/>
                      </a:endParaRPr>
                    </a:p>
                  </a:txBody>
                  <a:tcPr marR="5672" marT="5672" marB="0" anchor="ctr">
                    <a:lnL w="12700" cap="flat" cmpd="sng" algn="ctr">
                      <a:solidFill>
                        <a:schemeClr val="tx1"/>
                      </a:solidFill>
                      <a:prstDash val="solid"/>
                      <a:round/>
                      <a:headEnd type="none" w="med" len="med"/>
                      <a:tailEnd type="none" w="med" len="med"/>
                    </a:lnL>
                  </a:tcPr>
                </a:tc>
                <a:tc>
                  <a:txBody>
                    <a:bodyPr/>
                    <a:lstStyle/>
                    <a:p>
                      <a:pPr algn="ctr" fontAlgn="b">
                        <a:buNone/>
                      </a:pPr>
                      <a:r>
                        <a:rPr lang="en-US" sz="1200" b="0" u="none" strike="noStrike" dirty="0">
                          <a:solidFill>
                            <a:srgbClr val="000000"/>
                          </a:solidFill>
                          <a:effectLst/>
                          <a:latin typeface="MULISH REGULAR ROMAN"/>
                        </a:rPr>
                        <a:t>1</a:t>
                      </a:r>
                      <a:endParaRPr lang="en-US" sz="1200" b="0" i="0" u="none" strike="noStrike" dirty="0">
                        <a:solidFill>
                          <a:srgbClr val="000000"/>
                        </a:solidFill>
                        <a:effectLst/>
                        <a:latin typeface="MULISH REGULAR ROMAN"/>
                      </a:endParaRPr>
                    </a:p>
                  </a:txBody>
                  <a:tcPr marR="5672" marT="5672" marB="0" anchor="ctr"/>
                </a:tc>
                <a:tc>
                  <a:txBody>
                    <a:bodyPr/>
                    <a:lstStyle/>
                    <a:p>
                      <a:pPr algn="l" fontAlgn="b">
                        <a:buNone/>
                      </a:pPr>
                      <a:r>
                        <a:rPr lang="en-US" sz="1200" b="0" i="1" u="none" strike="noStrike" dirty="0">
                          <a:solidFill>
                            <a:srgbClr val="000000"/>
                          </a:solidFill>
                          <a:effectLst/>
                          <a:latin typeface="MULISH REGULAR ROMAN"/>
                        </a:rPr>
                        <a:t>DOE v. VA</a:t>
                      </a:r>
                    </a:p>
                  </a:txBody>
                  <a:tcPr marR="5672" marT="5672" marB="0" anchor="ctr">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4"/>
                  </a:ext>
                </a:extLst>
              </a:tr>
            </a:tbl>
          </a:graphicData>
        </a:graphic>
      </p:graphicFrame>
      <p:sp>
        <p:nvSpPr>
          <p:cNvPr id="4" name="Slide Number Placeholder 3">
            <a:extLst>
              <a:ext uri="{FF2B5EF4-FFF2-40B4-BE49-F238E27FC236}">
                <a16:creationId xmlns:a16="http://schemas.microsoft.com/office/drawing/2014/main" id="{47A4C42D-3A43-B349-64E4-C73C0B6EF4F0}"/>
              </a:ext>
            </a:extLst>
          </p:cNvPr>
          <p:cNvSpPr>
            <a:spLocks noGrp="1"/>
          </p:cNvSpPr>
          <p:nvPr>
            <p:ph type="sldNum" sz="quarter" idx="12"/>
          </p:nvPr>
        </p:nvSpPr>
        <p:spPr>
          <a:xfrm>
            <a:off x="9448800" y="6492875"/>
            <a:ext cx="2743200" cy="365125"/>
          </a:xfrm>
        </p:spPr>
        <p:txBody>
          <a:bodyPr/>
          <a:lstStyle/>
          <a:p>
            <a:fld id="{5E212BD6-99D2-4430-8307-3DFF6CB1AF68}" type="slidenum">
              <a:rPr lang="en-US" sz="800" smtClean="0">
                <a:latin typeface="Century Schoolbook" panose="02040604050505020304" pitchFamily="18" charset="0"/>
              </a:rPr>
              <a:t>21</a:t>
            </a:fld>
            <a:endParaRPr lang="en-US" sz="800" dirty="0">
              <a:latin typeface="Century Schoolbook" panose="02040604050505020304" pitchFamily="18" charset="0"/>
            </a:endParaRPr>
          </a:p>
        </p:txBody>
      </p:sp>
      <p:graphicFrame>
        <p:nvGraphicFramePr>
          <p:cNvPr id="7" name="Table 6">
            <a:extLst>
              <a:ext uri="{FF2B5EF4-FFF2-40B4-BE49-F238E27FC236}">
                <a16:creationId xmlns:a16="http://schemas.microsoft.com/office/drawing/2014/main" id="{7384F9A6-BEA8-460B-7EDC-9C7C0EF7552F}"/>
              </a:ext>
            </a:extLst>
          </p:cNvPr>
          <p:cNvGraphicFramePr>
            <a:graphicFrameLocks noGrp="1"/>
          </p:cNvGraphicFramePr>
          <p:nvPr>
            <p:extLst>
              <p:ext uri="{D42A27DB-BD31-4B8C-83A1-F6EECF244321}">
                <p14:modId xmlns:p14="http://schemas.microsoft.com/office/powerpoint/2010/main" val="2365064320"/>
              </p:ext>
            </p:extLst>
          </p:nvPr>
        </p:nvGraphicFramePr>
        <p:xfrm>
          <a:off x="327329" y="2765393"/>
          <a:ext cx="11538586" cy="3829720"/>
        </p:xfrm>
        <a:graphic>
          <a:graphicData uri="http://schemas.openxmlformats.org/drawingml/2006/table">
            <a:tbl>
              <a:tblPr firstRow="1" bandRow="1">
                <a:tableStyleId>{F5AB1C69-6EDB-4FF4-983F-18BD219EF322}</a:tableStyleId>
              </a:tblPr>
              <a:tblGrid>
                <a:gridCol w="1288093">
                  <a:extLst>
                    <a:ext uri="{9D8B030D-6E8A-4147-A177-3AD203B41FA5}">
                      <a16:colId xmlns:a16="http://schemas.microsoft.com/office/drawing/2014/main" val="20000"/>
                    </a:ext>
                  </a:extLst>
                </a:gridCol>
                <a:gridCol w="2905022">
                  <a:extLst>
                    <a:ext uri="{9D8B030D-6E8A-4147-A177-3AD203B41FA5}">
                      <a16:colId xmlns:a16="http://schemas.microsoft.com/office/drawing/2014/main" val="20001"/>
                    </a:ext>
                  </a:extLst>
                </a:gridCol>
                <a:gridCol w="2760893">
                  <a:extLst>
                    <a:ext uri="{9D8B030D-6E8A-4147-A177-3AD203B41FA5}">
                      <a16:colId xmlns:a16="http://schemas.microsoft.com/office/drawing/2014/main" val="20002"/>
                    </a:ext>
                  </a:extLst>
                </a:gridCol>
                <a:gridCol w="2318003">
                  <a:extLst>
                    <a:ext uri="{9D8B030D-6E8A-4147-A177-3AD203B41FA5}">
                      <a16:colId xmlns:a16="http://schemas.microsoft.com/office/drawing/2014/main" val="20003"/>
                    </a:ext>
                  </a:extLst>
                </a:gridCol>
                <a:gridCol w="2266575">
                  <a:extLst>
                    <a:ext uri="{9D8B030D-6E8A-4147-A177-3AD203B41FA5}">
                      <a16:colId xmlns:a16="http://schemas.microsoft.com/office/drawing/2014/main" val="20006"/>
                    </a:ext>
                  </a:extLst>
                </a:gridCol>
              </a:tblGrid>
              <a:tr h="610067">
                <a:tc>
                  <a:txBody>
                    <a:bodyPr/>
                    <a:lstStyle>
                      <a:defPPr>
                        <a:defRPr lang="en-US" b="1">
                          <a:solidFill>
                            <a:schemeClr val="lt1"/>
                          </a:solidFill>
                        </a:defRPr>
                      </a:defPPr>
                      <a:lvl1pPr marL="0" algn="l" defTabSz="914400" rtl="0" eaLnBrk="1" latinLnBrk="0" hangingPunct="1">
                        <a:defRPr sz="1800" b="1" kern="1200">
                          <a:solidFill>
                            <a:schemeClr val="lt1"/>
                          </a:solidFill>
                          <a:latin typeface="+mn-lt"/>
                          <a:ea typeface="+mn-ea"/>
                          <a:cs typeface="+mn-cs"/>
                        </a:defRPr>
                      </a:lvl1pPr>
                      <a:lvl2pPr marL="457200" algn="l" defTabSz="914400" rtl="0" eaLnBrk="1" latinLnBrk="0" hangingPunct="1">
                        <a:defRPr sz="1800" b="1" kern="1200">
                          <a:solidFill>
                            <a:schemeClr val="lt1"/>
                          </a:solidFill>
                          <a:latin typeface="+mn-lt"/>
                          <a:ea typeface="+mn-ea"/>
                          <a:cs typeface="+mn-cs"/>
                        </a:defRPr>
                      </a:lvl2pPr>
                      <a:lvl3pPr marL="914400" algn="l" defTabSz="914400" rtl="0" eaLnBrk="1" latinLnBrk="0" hangingPunct="1">
                        <a:defRPr sz="1800" b="1" kern="1200">
                          <a:solidFill>
                            <a:schemeClr val="lt1"/>
                          </a:solidFill>
                          <a:latin typeface="+mn-lt"/>
                          <a:ea typeface="+mn-ea"/>
                          <a:cs typeface="+mn-cs"/>
                        </a:defRPr>
                      </a:lvl3pPr>
                      <a:lvl4pPr marL="1371600" algn="l" defTabSz="914400" rtl="0" eaLnBrk="1" latinLnBrk="0" hangingPunct="1">
                        <a:defRPr sz="1800" b="1" kern="1200">
                          <a:solidFill>
                            <a:schemeClr val="lt1"/>
                          </a:solidFill>
                          <a:latin typeface="+mn-lt"/>
                          <a:ea typeface="+mn-ea"/>
                          <a:cs typeface="+mn-cs"/>
                        </a:defRPr>
                      </a:lvl4pPr>
                      <a:lvl5pPr marL="1828800" algn="l" defTabSz="914400" rtl="0" eaLnBrk="1" latinLnBrk="0" hangingPunct="1">
                        <a:defRPr sz="1800" b="1" kern="1200">
                          <a:solidFill>
                            <a:schemeClr val="lt1"/>
                          </a:solidFill>
                          <a:latin typeface="+mn-lt"/>
                          <a:ea typeface="+mn-ea"/>
                          <a:cs typeface="+mn-cs"/>
                        </a:defRPr>
                      </a:lvl5pPr>
                      <a:lvl6pPr marL="2286000" algn="l" defTabSz="914400" rtl="0" eaLnBrk="1" latinLnBrk="0" hangingPunct="1">
                        <a:defRPr sz="1800" b="1" kern="1200">
                          <a:solidFill>
                            <a:schemeClr val="lt1"/>
                          </a:solidFill>
                          <a:latin typeface="+mn-lt"/>
                          <a:ea typeface="+mn-ea"/>
                          <a:cs typeface="+mn-cs"/>
                        </a:defRPr>
                      </a:lvl6pPr>
                      <a:lvl7pPr marL="2743200" algn="l" defTabSz="914400" rtl="0" eaLnBrk="1" latinLnBrk="0" hangingPunct="1">
                        <a:defRPr sz="1800" b="1" kern="1200">
                          <a:solidFill>
                            <a:schemeClr val="lt1"/>
                          </a:solidFill>
                          <a:latin typeface="+mn-lt"/>
                          <a:ea typeface="+mn-ea"/>
                          <a:cs typeface="+mn-cs"/>
                        </a:defRPr>
                      </a:lvl7pPr>
                      <a:lvl8pPr marL="3200400" algn="l" defTabSz="914400" rtl="0" eaLnBrk="1" latinLnBrk="0" hangingPunct="1">
                        <a:defRPr sz="1800" b="1" kern="1200">
                          <a:solidFill>
                            <a:schemeClr val="lt1"/>
                          </a:solidFill>
                          <a:latin typeface="+mn-lt"/>
                          <a:ea typeface="+mn-ea"/>
                          <a:cs typeface="+mn-cs"/>
                        </a:defRPr>
                      </a:lvl8pPr>
                      <a:lvl9pPr marL="3657600" algn="l" defTabSz="914400" rtl="0" eaLnBrk="1" latinLnBrk="0" hangingPunct="1">
                        <a:defRPr sz="1800" b="1" kern="1200">
                          <a:solidFill>
                            <a:schemeClr val="lt1"/>
                          </a:solidFill>
                          <a:latin typeface="+mn-lt"/>
                          <a:ea typeface="+mn-ea"/>
                          <a:cs typeface="+mn-cs"/>
                        </a:defRPr>
                      </a:lvl9pPr>
                    </a:lstStyle>
                    <a:p>
                      <a:pPr algn="ctr" fontAlgn="b"/>
                      <a:r>
                        <a:rPr lang="en-US" sz="1200" b="1" u="none" strike="noStrike" dirty="0">
                          <a:solidFill>
                            <a:schemeClr val="tx1"/>
                          </a:solidFill>
                          <a:effectLst/>
                          <a:latin typeface="MULISH REGULAR ROMAN"/>
                        </a:rPr>
                        <a:t>Term</a:t>
                      </a:r>
                      <a:endParaRPr lang="en-US" sz="1200" b="1" i="0" u="none" strike="noStrike" dirty="0">
                        <a:solidFill>
                          <a:schemeClr val="tx1"/>
                        </a:solidFill>
                        <a:effectLst/>
                        <a:latin typeface="MULISH REGULAR ROMAN"/>
                      </a:endParaRPr>
                    </a:p>
                  </a:txBody>
                  <a:tcPr marL="9525" marR="9525" marT="9525" marB="0"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noFill/>
                  </a:tcPr>
                </a:tc>
                <a:tc>
                  <a:txBody>
                    <a:bodyPr/>
                    <a:lstStyle>
                      <a:defPPr>
                        <a:defRPr lang="en-US" b="1">
                          <a:solidFill>
                            <a:schemeClr val="lt1"/>
                          </a:solidFill>
                        </a:defRPr>
                      </a:defPPr>
                      <a:lvl1pPr marL="0" algn="l" defTabSz="914400" rtl="0" eaLnBrk="1" latinLnBrk="0" hangingPunct="1">
                        <a:defRPr sz="1800" b="1" kern="1200">
                          <a:solidFill>
                            <a:schemeClr val="lt1"/>
                          </a:solidFill>
                          <a:latin typeface="+mn-lt"/>
                          <a:ea typeface="+mn-ea"/>
                          <a:cs typeface="+mn-cs"/>
                        </a:defRPr>
                      </a:lvl1pPr>
                      <a:lvl2pPr marL="457200" algn="l" defTabSz="914400" rtl="0" eaLnBrk="1" latinLnBrk="0" hangingPunct="1">
                        <a:defRPr sz="1800" b="1" kern="1200">
                          <a:solidFill>
                            <a:schemeClr val="lt1"/>
                          </a:solidFill>
                          <a:latin typeface="+mn-lt"/>
                          <a:ea typeface="+mn-ea"/>
                          <a:cs typeface="+mn-cs"/>
                        </a:defRPr>
                      </a:lvl2pPr>
                      <a:lvl3pPr marL="914400" algn="l" defTabSz="914400" rtl="0" eaLnBrk="1" latinLnBrk="0" hangingPunct="1">
                        <a:defRPr sz="1800" b="1" kern="1200">
                          <a:solidFill>
                            <a:schemeClr val="lt1"/>
                          </a:solidFill>
                          <a:latin typeface="+mn-lt"/>
                          <a:ea typeface="+mn-ea"/>
                          <a:cs typeface="+mn-cs"/>
                        </a:defRPr>
                      </a:lvl3pPr>
                      <a:lvl4pPr marL="1371600" algn="l" defTabSz="914400" rtl="0" eaLnBrk="1" latinLnBrk="0" hangingPunct="1">
                        <a:defRPr sz="1800" b="1" kern="1200">
                          <a:solidFill>
                            <a:schemeClr val="lt1"/>
                          </a:solidFill>
                          <a:latin typeface="+mn-lt"/>
                          <a:ea typeface="+mn-ea"/>
                          <a:cs typeface="+mn-cs"/>
                        </a:defRPr>
                      </a:lvl4pPr>
                      <a:lvl5pPr marL="1828800" algn="l" defTabSz="914400" rtl="0" eaLnBrk="1" latinLnBrk="0" hangingPunct="1">
                        <a:defRPr sz="1800" b="1" kern="1200">
                          <a:solidFill>
                            <a:schemeClr val="lt1"/>
                          </a:solidFill>
                          <a:latin typeface="+mn-lt"/>
                          <a:ea typeface="+mn-ea"/>
                          <a:cs typeface="+mn-cs"/>
                        </a:defRPr>
                      </a:lvl5pPr>
                      <a:lvl6pPr marL="2286000" algn="l" defTabSz="914400" rtl="0" eaLnBrk="1" latinLnBrk="0" hangingPunct="1">
                        <a:defRPr sz="1800" b="1" kern="1200">
                          <a:solidFill>
                            <a:schemeClr val="lt1"/>
                          </a:solidFill>
                          <a:latin typeface="+mn-lt"/>
                          <a:ea typeface="+mn-ea"/>
                          <a:cs typeface="+mn-cs"/>
                        </a:defRPr>
                      </a:lvl6pPr>
                      <a:lvl7pPr marL="2743200" algn="l" defTabSz="914400" rtl="0" eaLnBrk="1" latinLnBrk="0" hangingPunct="1">
                        <a:defRPr sz="1800" b="1" kern="1200">
                          <a:solidFill>
                            <a:schemeClr val="lt1"/>
                          </a:solidFill>
                          <a:latin typeface="+mn-lt"/>
                          <a:ea typeface="+mn-ea"/>
                          <a:cs typeface="+mn-cs"/>
                        </a:defRPr>
                      </a:lvl7pPr>
                      <a:lvl8pPr marL="3200400" algn="l" defTabSz="914400" rtl="0" eaLnBrk="1" latinLnBrk="0" hangingPunct="1">
                        <a:defRPr sz="1800" b="1" kern="1200">
                          <a:solidFill>
                            <a:schemeClr val="lt1"/>
                          </a:solidFill>
                          <a:latin typeface="+mn-lt"/>
                          <a:ea typeface="+mn-ea"/>
                          <a:cs typeface="+mn-cs"/>
                        </a:defRPr>
                      </a:lvl8pPr>
                      <a:lvl9pPr marL="3657600" algn="l" defTabSz="914400" rtl="0" eaLnBrk="1" latinLnBrk="0" hangingPunct="1">
                        <a:defRPr sz="1800" b="1" kern="1200">
                          <a:solidFill>
                            <a:schemeClr val="lt1"/>
                          </a:solidFill>
                          <a:latin typeface="+mn-lt"/>
                          <a:ea typeface="+mn-ea"/>
                          <a:cs typeface="+mn-cs"/>
                        </a:defRPr>
                      </a:lvl9pPr>
                    </a:lstStyle>
                    <a:p>
                      <a:pPr algn="ctr" fontAlgn="b"/>
                      <a:r>
                        <a:rPr lang="en-US" sz="1200" b="1" u="none" strike="noStrike" dirty="0">
                          <a:solidFill>
                            <a:schemeClr val="tx1"/>
                          </a:solidFill>
                          <a:effectLst/>
                          <a:latin typeface="MULISH REGULAR ROMAN"/>
                        </a:rPr>
                        <a:t>Cases Decided by</a:t>
                      </a:r>
                      <a:br>
                        <a:rPr lang="en-US" sz="1200" b="1" u="none" strike="noStrike" dirty="0">
                          <a:solidFill>
                            <a:schemeClr val="tx1"/>
                          </a:solidFill>
                          <a:effectLst/>
                          <a:latin typeface="MULISH REGULAR ROMAN"/>
                        </a:rPr>
                      </a:br>
                      <a:r>
                        <a:rPr lang="en-US" sz="1200" b="1" u="none" strike="noStrike" dirty="0">
                          <a:solidFill>
                            <a:schemeClr val="tx1"/>
                          </a:solidFill>
                          <a:effectLst/>
                          <a:latin typeface="MULISH REGULAR ROMAN"/>
                        </a:rPr>
                        <a:t>5 </a:t>
                      </a:r>
                      <a:r>
                        <a:rPr lang="en-US" sz="1200" b="1" u="sng" strike="noStrike" dirty="0">
                          <a:solidFill>
                            <a:schemeClr val="tx1"/>
                          </a:solidFill>
                          <a:effectLst/>
                          <a:latin typeface="MULISH REGULAR ROMAN"/>
                        </a:rPr>
                        <a:t>or</a:t>
                      </a:r>
                      <a:r>
                        <a:rPr lang="en-US" sz="1200" b="1" u="none" strike="noStrike" dirty="0">
                          <a:solidFill>
                            <a:schemeClr val="tx1"/>
                          </a:solidFill>
                          <a:effectLst/>
                          <a:latin typeface="MULISH REGULAR ROMAN"/>
                        </a:rPr>
                        <a:t> 6-Justice Majorities</a:t>
                      </a:r>
                      <a:endParaRPr lang="en-US" sz="1200" b="1" i="0" u="none" strike="noStrike" dirty="0">
                        <a:solidFill>
                          <a:schemeClr val="tx1"/>
                        </a:solidFill>
                        <a:effectLst/>
                        <a:latin typeface="MULISH REGULAR ROMAN"/>
                      </a:endParaRPr>
                    </a:p>
                  </a:txBody>
                  <a:tcPr marL="9525" marR="9525" marT="9525" marB="0" anchor="ctr">
                    <a:lnT w="12700" cap="flat" cmpd="sng" algn="ctr">
                      <a:solidFill>
                        <a:schemeClr val="tx1"/>
                      </a:solidFill>
                      <a:prstDash val="solid"/>
                      <a:round/>
                      <a:headEnd type="none" w="med" len="med"/>
                      <a:tailEnd type="none" w="med" len="med"/>
                    </a:lnT>
                    <a:noFill/>
                  </a:tcPr>
                </a:tc>
                <a:tc>
                  <a:txBody>
                    <a:bodyPr/>
                    <a:lstStyle>
                      <a:defPPr>
                        <a:defRPr lang="en-US" b="1">
                          <a:solidFill>
                            <a:schemeClr val="lt1"/>
                          </a:solidFill>
                        </a:defRPr>
                      </a:defPPr>
                      <a:lvl1pPr marL="0" algn="l" defTabSz="914400" rtl="0" eaLnBrk="1" latinLnBrk="0" hangingPunct="1">
                        <a:defRPr sz="1800" b="1" kern="1200">
                          <a:solidFill>
                            <a:schemeClr val="lt1"/>
                          </a:solidFill>
                          <a:latin typeface="+mn-lt"/>
                          <a:ea typeface="+mn-ea"/>
                          <a:cs typeface="+mn-cs"/>
                        </a:defRPr>
                      </a:lvl1pPr>
                      <a:lvl2pPr marL="457200" algn="l" defTabSz="914400" rtl="0" eaLnBrk="1" latinLnBrk="0" hangingPunct="1">
                        <a:defRPr sz="1800" b="1" kern="1200">
                          <a:solidFill>
                            <a:schemeClr val="lt1"/>
                          </a:solidFill>
                          <a:latin typeface="+mn-lt"/>
                          <a:ea typeface="+mn-ea"/>
                          <a:cs typeface="+mn-cs"/>
                        </a:defRPr>
                      </a:lvl2pPr>
                      <a:lvl3pPr marL="914400" algn="l" defTabSz="914400" rtl="0" eaLnBrk="1" latinLnBrk="0" hangingPunct="1">
                        <a:defRPr sz="1800" b="1" kern="1200">
                          <a:solidFill>
                            <a:schemeClr val="lt1"/>
                          </a:solidFill>
                          <a:latin typeface="+mn-lt"/>
                          <a:ea typeface="+mn-ea"/>
                          <a:cs typeface="+mn-cs"/>
                        </a:defRPr>
                      </a:lvl3pPr>
                      <a:lvl4pPr marL="1371600" algn="l" defTabSz="914400" rtl="0" eaLnBrk="1" latinLnBrk="0" hangingPunct="1">
                        <a:defRPr sz="1800" b="1" kern="1200">
                          <a:solidFill>
                            <a:schemeClr val="lt1"/>
                          </a:solidFill>
                          <a:latin typeface="+mn-lt"/>
                          <a:ea typeface="+mn-ea"/>
                          <a:cs typeface="+mn-cs"/>
                        </a:defRPr>
                      </a:lvl4pPr>
                      <a:lvl5pPr marL="1828800" algn="l" defTabSz="914400" rtl="0" eaLnBrk="1" latinLnBrk="0" hangingPunct="1">
                        <a:defRPr sz="1800" b="1" kern="1200">
                          <a:solidFill>
                            <a:schemeClr val="lt1"/>
                          </a:solidFill>
                          <a:latin typeface="+mn-lt"/>
                          <a:ea typeface="+mn-ea"/>
                          <a:cs typeface="+mn-cs"/>
                        </a:defRPr>
                      </a:lvl5pPr>
                      <a:lvl6pPr marL="2286000" algn="l" defTabSz="914400" rtl="0" eaLnBrk="1" latinLnBrk="0" hangingPunct="1">
                        <a:defRPr sz="1800" b="1" kern="1200">
                          <a:solidFill>
                            <a:schemeClr val="lt1"/>
                          </a:solidFill>
                          <a:latin typeface="+mn-lt"/>
                          <a:ea typeface="+mn-ea"/>
                          <a:cs typeface="+mn-cs"/>
                        </a:defRPr>
                      </a:lvl6pPr>
                      <a:lvl7pPr marL="2743200" algn="l" defTabSz="914400" rtl="0" eaLnBrk="1" latinLnBrk="0" hangingPunct="1">
                        <a:defRPr sz="1800" b="1" kern="1200">
                          <a:solidFill>
                            <a:schemeClr val="lt1"/>
                          </a:solidFill>
                          <a:latin typeface="+mn-lt"/>
                          <a:ea typeface="+mn-ea"/>
                          <a:cs typeface="+mn-cs"/>
                        </a:defRPr>
                      </a:lvl7pPr>
                      <a:lvl8pPr marL="3200400" algn="l" defTabSz="914400" rtl="0" eaLnBrk="1" latinLnBrk="0" hangingPunct="1">
                        <a:defRPr sz="1800" b="1" kern="1200">
                          <a:solidFill>
                            <a:schemeClr val="lt1"/>
                          </a:solidFill>
                          <a:latin typeface="+mn-lt"/>
                          <a:ea typeface="+mn-ea"/>
                          <a:cs typeface="+mn-cs"/>
                        </a:defRPr>
                      </a:lvl8pPr>
                      <a:lvl9pPr marL="3657600" algn="l" defTabSz="914400" rtl="0" eaLnBrk="1" latinLnBrk="0" hangingPunct="1">
                        <a:defRPr sz="1800" b="1" kern="1200">
                          <a:solidFill>
                            <a:schemeClr val="lt1"/>
                          </a:solidFill>
                          <a:latin typeface="+mn-lt"/>
                          <a:ea typeface="+mn-ea"/>
                          <a:cs typeface="+mn-cs"/>
                        </a:defRPr>
                      </a:lvl9pPr>
                    </a:lstStyle>
                    <a:p>
                      <a:pPr algn="ctr" fontAlgn="b"/>
                      <a:r>
                        <a:rPr lang="en-US" sz="1200" b="1" u="none" strike="noStrike" dirty="0">
                          <a:solidFill>
                            <a:schemeClr val="tx1"/>
                          </a:solidFill>
                          <a:effectLst/>
                          <a:latin typeface="MULISH REGULAR ROMAN"/>
                        </a:rPr>
                        <a:t>% of </a:t>
                      </a:r>
                    </a:p>
                    <a:p>
                      <a:pPr algn="ctr" fontAlgn="b"/>
                      <a:r>
                        <a:rPr lang="en-US" sz="1200" b="1" u="none" strike="noStrike" dirty="0">
                          <a:solidFill>
                            <a:schemeClr val="tx1"/>
                          </a:solidFill>
                          <a:effectLst/>
                          <a:latin typeface="MULISH REGULAR ROMAN"/>
                        </a:rPr>
                        <a:t>Total Cases in Term</a:t>
                      </a:r>
                      <a:endParaRPr lang="en-US" sz="1200" b="1" i="0" u="none" strike="noStrike" dirty="0">
                        <a:solidFill>
                          <a:schemeClr val="tx1"/>
                        </a:solidFill>
                        <a:effectLst/>
                        <a:latin typeface="MULISH REGULAR ROMAN"/>
                      </a:endParaRPr>
                    </a:p>
                  </a:txBody>
                  <a:tcPr marL="9525" marR="9525" marT="9525" marB="0" anchor="ctr">
                    <a:lnT w="12700" cap="flat" cmpd="sng" algn="ctr">
                      <a:solidFill>
                        <a:schemeClr val="tx1"/>
                      </a:solidFill>
                      <a:prstDash val="solid"/>
                      <a:round/>
                      <a:headEnd type="none" w="med" len="med"/>
                      <a:tailEnd type="none" w="med" len="med"/>
                    </a:lnT>
                    <a:noFill/>
                  </a:tcPr>
                </a:tc>
                <a:tc>
                  <a:txBody>
                    <a:bodyPr/>
                    <a:lstStyle>
                      <a:defPPr>
                        <a:defRPr lang="en-US" b="1">
                          <a:solidFill>
                            <a:schemeClr val="lt1"/>
                          </a:solidFill>
                        </a:defRPr>
                      </a:defPPr>
                      <a:lvl1pPr marL="0" algn="l" defTabSz="914400" rtl="0" eaLnBrk="1" latinLnBrk="0" hangingPunct="1">
                        <a:defRPr sz="1800" b="1" kern="1200">
                          <a:solidFill>
                            <a:schemeClr val="lt1"/>
                          </a:solidFill>
                          <a:latin typeface="+mn-lt"/>
                          <a:ea typeface="+mn-ea"/>
                          <a:cs typeface="+mn-cs"/>
                        </a:defRPr>
                      </a:lvl1pPr>
                      <a:lvl2pPr marL="457200" algn="l" defTabSz="914400" rtl="0" eaLnBrk="1" latinLnBrk="0" hangingPunct="1">
                        <a:defRPr sz="1800" b="1" kern="1200">
                          <a:solidFill>
                            <a:schemeClr val="lt1"/>
                          </a:solidFill>
                          <a:latin typeface="+mn-lt"/>
                          <a:ea typeface="+mn-ea"/>
                          <a:cs typeface="+mn-cs"/>
                        </a:defRPr>
                      </a:lvl2pPr>
                      <a:lvl3pPr marL="914400" algn="l" defTabSz="914400" rtl="0" eaLnBrk="1" latinLnBrk="0" hangingPunct="1">
                        <a:defRPr sz="1800" b="1" kern="1200">
                          <a:solidFill>
                            <a:schemeClr val="lt1"/>
                          </a:solidFill>
                          <a:latin typeface="+mn-lt"/>
                          <a:ea typeface="+mn-ea"/>
                          <a:cs typeface="+mn-cs"/>
                        </a:defRPr>
                      </a:lvl3pPr>
                      <a:lvl4pPr marL="1371600" algn="l" defTabSz="914400" rtl="0" eaLnBrk="1" latinLnBrk="0" hangingPunct="1">
                        <a:defRPr sz="1800" b="1" kern="1200">
                          <a:solidFill>
                            <a:schemeClr val="lt1"/>
                          </a:solidFill>
                          <a:latin typeface="+mn-lt"/>
                          <a:ea typeface="+mn-ea"/>
                          <a:cs typeface="+mn-cs"/>
                        </a:defRPr>
                      </a:lvl4pPr>
                      <a:lvl5pPr marL="1828800" algn="l" defTabSz="914400" rtl="0" eaLnBrk="1" latinLnBrk="0" hangingPunct="1">
                        <a:defRPr sz="1800" b="1" kern="1200">
                          <a:solidFill>
                            <a:schemeClr val="lt1"/>
                          </a:solidFill>
                          <a:latin typeface="+mn-lt"/>
                          <a:ea typeface="+mn-ea"/>
                          <a:cs typeface="+mn-cs"/>
                        </a:defRPr>
                      </a:lvl5pPr>
                      <a:lvl6pPr marL="2286000" algn="l" defTabSz="914400" rtl="0" eaLnBrk="1" latinLnBrk="0" hangingPunct="1">
                        <a:defRPr sz="1800" b="1" kern="1200">
                          <a:solidFill>
                            <a:schemeClr val="lt1"/>
                          </a:solidFill>
                          <a:latin typeface="+mn-lt"/>
                          <a:ea typeface="+mn-ea"/>
                          <a:cs typeface="+mn-cs"/>
                        </a:defRPr>
                      </a:lvl6pPr>
                      <a:lvl7pPr marL="2743200" algn="l" defTabSz="914400" rtl="0" eaLnBrk="1" latinLnBrk="0" hangingPunct="1">
                        <a:defRPr sz="1800" b="1" kern="1200">
                          <a:solidFill>
                            <a:schemeClr val="lt1"/>
                          </a:solidFill>
                          <a:latin typeface="+mn-lt"/>
                          <a:ea typeface="+mn-ea"/>
                          <a:cs typeface="+mn-cs"/>
                        </a:defRPr>
                      </a:lvl7pPr>
                      <a:lvl8pPr marL="3200400" algn="l" defTabSz="914400" rtl="0" eaLnBrk="1" latinLnBrk="0" hangingPunct="1">
                        <a:defRPr sz="1800" b="1" kern="1200">
                          <a:solidFill>
                            <a:schemeClr val="lt1"/>
                          </a:solidFill>
                          <a:latin typeface="+mn-lt"/>
                          <a:ea typeface="+mn-ea"/>
                          <a:cs typeface="+mn-cs"/>
                        </a:defRPr>
                      </a:lvl8pPr>
                      <a:lvl9pPr marL="3657600" algn="l" defTabSz="914400" rtl="0" eaLnBrk="1" latinLnBrk="0" hangingPunct="1">
                        <a:defRPr sz="1800" b="1" kern="1200">
                          <a:solidFill>
                            <a:schemeClr val="lt1"/>
                          </a:solidFill>
                          <a:latin typeface="+mn-lt"/>
                          <a:ea typeface="+mn-ea"/>
                          <a:cs typeface="+mn-cs"/>
                        </a:defRPr>
                      </a:lvl9pPr>
                    </a:lstStyle>
                    <a:p>
                      <a:pPr algn="ctr" fontAlgn="b"/>
                      <a:r>
                        <a:rPr lang="en-US" sz="1200" b="1" u="none" strike="noStrike" dirty="0">
                          <a:solidFill>
                            <a:schemeClr val="tx1"/>
                          </a:solidFill>
                          <a:effectLst/>
                          <a:latin typeface="MULISH REGULAR ROMAN"/>
                        </a:rPr>
                        <a:t>% Decided w/ </a:t>
                      </a:r>
                      <a:br>
                        <a:rPr lang="en-US" sz="1200" b="1" u="none" strike="noStrike" dirty="0">
                          <a:solidFill>
                            <a:schemeClr val="tx1"/>
                          </a:solidFill>
                          <a:effectLst/>
                          <a:latin typeface="MULISH REGULAR ROMAN"/>
                        </a:rPr>
                      </a:br>
                      <a:r>
                        <a:rPr lang="en-US" sz="1200" b="1" u="none" strike="noStrike" dirty="0">
                          <a:solidFill>
                            <a:schemeClr val="tx1"/>
                          </a:solidFill>
                          <a:effectLst/>
                          <a:latin typeface="MULISH REGULAR ROMAN"/>
                        </a:rPr>
                        <a:t>Ideological Split</a:t>
                      </a:r>
                      <a:r>
                        <a:rPr lang="en-US" sz="1050" b="1" u="none" strike="noStrike" dirty="0">
                          <a:solidFill>
                            <a:schemeClr val="tx1"/>
                          </a:solidFill>
                          <a:effectLst/>
                          <a:latin typeface="MULISH REGULAR ROMAN"/>
                        </a:rPr>
                        <a:t>*</a:t>
                      </a:r>
                      <a:endParaRPr lang="en-US" sz="1200" b="1" i="0" u="none" strike="noStrike" dirty="0">
                        <a:solidFill>
                          <a:schemeClr val="tx1"/>
                        </a:solidFill>
                        <a:effectLst/>
                        <a:latin typeface="MULISH REGULAR ROMAN"/>
                      </a:endParaRPr>
                    </a:p>
                  </a:txBody>
                  <a:tcPr marL="9525" marR="9525" marT="9525" marB="0" anchor="ctr">
                    <a:lnT w="12700" cap="flat" cmpd="sng" algn="ctr">
                      <a:solidFill>
                        <a:schemeClr val="tx1"/>
                      </a:solidFill>
                      <a:prstDash val="solid"/>
                      <a:round/>
                      <a:headEnd type="none" w="med" len="med"/>
                      <a:tailEnd type="none" w="med" len="med"/>
                    </a:lnT>
                    <a:noFill/>
                  </a:tcPr>
                </a:tc>
                <a:tc>
                  <a:txBody>
                    <a:bodyPr/>
                    <a:lstStyle>
                      <a:defPPr>
                        <a:defRPr lang="en-US" b="1">
                          <a:solidFill>
                            <a:schemeClr val="lt1"/>
                          </a:solidFill>
                        </a:defRPr>
                      </a:defPPr>
                      <a:lvl1pPr marL="0" algn="l" defTabSz="914400" rtl="0" eaLnBrk="1" latinLnBrk="0" hangingPunct="1">
                        <a:defRPr sz="1800" b="1" kern="1200">
                          <a:solidFill>
                            <a:schemeClr val="lt1"/>
                          </a:solidFill>
                          <a:latin typeface="+mn-lt"/>
                          <a:ea typeface="+mn-ea"/>
                          <a:cs typeface="+mn-cs"/>
                        </a:defRPr>
                      </a:lvl1pPr>
                      <a:lvl2pPr marL="457200" algn="l" defTabSz="914400" rtl="0" eaLnBrk="1" latinLnBrk="0" hangingPunct="1">
                        <a:defRPr sz="1800" b="1" kern="1200">
                          <a:solidFill>
                            <a:schemeClr val="lt1"/>
                          </a:solidFill>
                          <a:latin typeface="+mn-lt"/>
                          <a:ea typeface="+mn-ea"/>
                          <a:cs typeface="+mn-cs"/>
                        </a:defRPr>
                      </a:lvl2pPr>
                      <a:lvl3pPr marL="914400" algn="l" defTabSz="914400" rtl="0" eaLnBrk="1" latinLnBrk="0" hangingPunct="1">
                        <a:defRPr sz="1800" b="1" kern="1200">
                          <a:solidFill>
                            <a:schemeClr val="lt1"/>
                          </a:solidFill>
                          <a:latin typeface="+mn-lt"/>
                          <a:ea typeface="+mn-ea"/>
                          <a:cs typeface="+mn-cs"/>
                        </a:defRPr>
                      </a:lvl3pPr>
                      <a:lvl4pPr marL="1371600" algn="l" defTabSz="914400" rtl="0" eaLnBrk="1" latinLnBrk="0" hangingPunct="1">
                        <a:defRPr sz="1800" b="1" kern="1200">
                          <a:solidFill>
                            <a:schemeClr val="lt1"/>
                          </a:solidFill>
                          <a:latin typeface="+mn-lt"/>
                          <a:ea typeface="+mn-ea"/>
                          <a:cs typeface="+mn-cs"/>
                        </a:defRPr>
                      </a:lvl4pPr>
                      <a:lvl5pPr marL="1828800" algn="l" defTabSz="914400" rtl="0" eaLnBrk="1" latinLnBrk="0" hangingPunct="1">
                        <a:defRPr sz="1800" b="1" kern="1200">
                          <a:solidFill>
                            <a:schemeClr val="lt1"/>
                          </a:solidFill>
                          <a:latin typeface="+mn-lt"/>
                          <a:ea typeface="+mn-ea"/>
                          <a:cs typeface="+mn-cs"/>
                        </a:defRPr>
                      </a:lvl5pPr>
                      <a:lvl6pPr marL="2286000" algn="l" defTabSz="914400" rtl="0" eaLnBrk="1" latinLnBrk="0" hangingPunct="1">
                        <a:defRPr sz="1800" b="1" kern="1200">
                          <a:solidFill>
                            <a:schemeClr val="lt1"/>
                          </a:solidFill>
                          <a:latin typeface="+mn-lt"/>
                          <a:ea typeface="+mn-ea"/>
                          <a:cs typeface="+mn-cs"/>
                        </a:defRPr>
                      </a:lvl6pPr>
                      <a:lvl7pPr marL="2743200" algn="l" defTabSz="914400" rtl="0" eaLnBrk="1" latinLnBrk="0" hangingPunct="1">
                        <a:defRPr sz="1800" b="1" kern="1200">
                          <a:solidFill>
                            <a:schemeClr val="lt1"/>
                          </a:solidFill>
                          <a:latin typeface="+mn-lt"/>
                          <a:ea typeface="+mn-ea"/>
                          <a:cs typeface="+mn-cs"/>
                        </a:defRPr>
                      </a:lvl7pPr>
                      <a:lvl8pPr marL="3200400" algn="l" defTabSz="914400" rtl="0" eaLnBrk="1" latinLnBrk="0" hangingPunct="1">
                        <a:defRPr sz="1800" b="1" kern="1200">
                          <a:solidFill>
                            <a:schemeClr val="lt1"/>
                          </a:solidFill>
                          <a:latin typeface="+mn-lt"/>
                          <a:ea typeface="+mn-ea"/>
                          <a:cs typeface="+mn-cs"/>
                        </a:defRPr>
                      </a:lvl8pPr>
                      <a:lvl9pPr marL="3657600" algn="l" defTabSz="914400" rtl="0" eaLnBrk="1" latinLnBrk="0" hangingPunct="1">
                        <a:defRPr sz="1800" b="1" kern="1200">
                          <a:solidFill>
                            <a:schemeClr val="lt1"/>
                          </a:solidFill>
                          <a:latin typeface="+mn-lt"/>
                          <a:ea typeface="+mn-ea"/>
                          <a:cs typeface="+mn-cs"/>
                        </a:defRPr>
                      </a:lvl9pPr>
                    </a:lstStyle>
                    <a:p>
                      <a:pPr algn="ctr" fontAlgn="b"/>
                      <a:r>
                        <a:rPr lang="en-US" sz="1200" b="1" u="none" strike="noStrike" dirty="0">
                          <a:solidFill>
                            <a:schemeClr val="tx1"/>
                          </a:solidFill>
                          <a:effectLst/>
                          <a:latin typeface="MULISH REGULAR ROMAN"/>
                        </a:rPr>
                        <a:t>Number of</a:t>
                      </a:r>
                      <a:br>
                        <a:rPr lang="en-US" sz="1200" b="1" u="none" strike="noStrike" dirty="0">
                          <a:solidFill>
                            <a:schemeClr val="tx1"/>
                          </a:solidFill>
                          <a:effectLst/>
                          <a:latin typeface="MULISH REGULAR ROMAN"/>
                        </a:rPr>
                      </a:br>
                      <a:r>
                        <a:rPr lang="en-US" sz="1200" b="1" u="none" strike="noStrike" dirty="0">
                          <a:solidFill>
                            <a:schemeClr val="tx1"/>
                          </a:solidFill>
                          <a:effectLst/>
                          <a:latin typeface="MULISH REGULAR ROMAN"/>
                        </a:rPr>
                        <a:t> Different Majority Coalitions</a:t>
                      </a:r>
                      <a:endParaRPr lang="en-US" sz="1200" b="1" i="0" u="none" strike="noStrike" dirty="0">
                        <a:solidFill>
                          <a:schemeClr val="tx1"/>
                        </a:solidFill>
                        <a:effectLst/>
                        <a:latin typeface="MULISH REGULAR ROMAN"/>
                      </a:endParaRPr>
                    </a:p>
                  </a:txBody>
                  <a:tcPr marL="9525" marR="9525" marT="9525" marB="0"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noFill/>
                  </a:tcPr>
                </a:tc>
                <a:extLst>
                  <a:ext uri="{0D108BD9-81ED-4DB2-BD59-A6C34878D82A}">
                    <a16:rowId xmlns:a16="http://schemas.microsoft.com/office/drawing/2014/main" val="10000"/>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OT10</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28</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33%</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14%</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29</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1"/>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OT11</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31</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40%</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6%</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29</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2"/>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OT12</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31</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39%</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14%</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24</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3"/>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OT13</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20</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27%</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5%</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23</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4"/>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OT14</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30</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41%</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5%</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26</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5"/>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OT15</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27</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33%</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1%</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26</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6"/>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OT16</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18</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26%</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4%</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20</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7"/>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OT17</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26</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34%</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19%</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22</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8"/>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OT18</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31</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42%</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10%</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28</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9"/>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OT19</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19</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32%</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13%</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21</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10"/>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OT20</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24</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37%</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18%</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24</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11"/>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OT21</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31</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48%</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28%</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20</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12"/>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OT22</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18</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31%</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12%</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21</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13"/>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OT23</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26</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44%</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22%</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20</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14"/>
                  </a:ext>
                </a:extLst>
              </a:tr>
              <a:tr h="181583">
                <a:tc>
                  <a:txBody>
                    <a:bodyPr/>
                    <a:lstStyle/>
                    <a:p>
                      <a:pPr algn="ctr" fontAlgn="b">
                        <a:buNone/>
                      </a:pPr>
                      <a:r>
                        <a:rPr lang="en-US" sz="1100" b="1" u="none" strike="noStrike" dirty="0">
                          <a:solidFill>
                            <a:srgbClr val="000000"/>
                          </a:solidFill>
                          <a:effectLst/>
                          <a:latin typeface="MULISH REGULAR ROMAN"/>
                        </a:rPr>
                        <a:t>OT24</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p>
                      <a:pPr algn="ctr" fontAlgn="b">
                        <a:buNone/>
                      </a:pPr>
                      <a:r>
                        <a:rPr lang="en-US" sz="1100" b="0" i="0" u="none" strike="noStrike" dirty="0">
                          <a:solidFill>
                            <a:srgbClr val="000000"/>
                          </a:solidFill>
                          <a:effectLst/>
                          <a:latin typeface="MULISH REGULAR ROMAN"/>
                        </a:rPr>
                        <a:t>7</a:t>
                      </a:r>
                    </a:p>
                  </a:txBody>
                  <a:tcPr marL="9525" marR="9525" marT="9525" marB="0" anchor="b"/>
                </a:tc>
                <a:tc>
                  <a:txBody>
                    <a:bodyPr/>
                    <a:lstStyle/>
                    <a:p>
                      <a:pPr algn="ctr" fontAlgn="b">
                        <a:buNone/>
                      </a:pPr>
                      <a:r>
                        <a:rPr lang="en-US" sz="1100" b="0" i="0" u="none" strike="noStrike" dirty="0">
                          <a:solidFill>
                            <a:srgbClr val="000000"/>
                          </a:solidFill>
                          <a:effectLst/>
                          <a:latin typeface="MULISH REGULAR ROMAN"/>
                        </a:rPr>
                        <a:t>17%</a:t>
                      </a:r>
                    </a:p>
                  </a:txBody>
                  <a:tcPr marL="9525" marR="9525" marT="9525" marB="0" anchor="b"/>
                </a:tc>
                <a:tc>
                  <a:txBody>
                    <a:bodyPr/>
                    <a:lstStyle/>
                    <a:p>
                      <a:pPr algn="ctr" fontAlgn="b">
                        <a:buNone/>
                      </a:pPr>
                      <a:r>
                        <a:rPr lang="en-US" sz="1100" b="0" i="0" u="none" strike="noStrike" dirty="0">
                          <a:solidFill>
                            <a:srgbClr val="000000"/>
                          </a:solidFill>
                          <a:effectLst/>
                          <a:latin typeface="MULISH REGULAR ROMAN"/>
                        </a:rPr>
                        <a:t>0%</a:t>
                      </a:r>
                    </a:p>
                  </a:txBody>
                  <a:tcPr marL="9525" marR="9525" marT="9525" marB="0" anchor="b"/>
                </a:tc>
                <a:tc>
                  <a:txBody>
                    <a:bodyPr/>
                    <a:lstStyle/>
                    <a:p>
                      <a:pPr algn="ctr" fontAlgn="b">
                        <a:buNone/>
                      </a:pPr>
                      <a:r>
                        <a:rPr lang="en-US" sz="1100" b="0" i="0" u="none" strike="noStrike" dirty="0">
                          <a:solidFill>
                            <a:srgbClr val="000000"/>
                          </a:solidFill>
                          <a:effectLst/>
                          <a:latin typeface="MULISH REGULAR ROMAN"/>
                        </a:rPr>
                        <a:t>14</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15"/>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effectLst/>
                          <a:latin typeface="MULISH REGULAR ROMAN"/>
                        </a:rPr>
                        <a:t>Average</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lnB w="12700" cap="flat" cmpd="sng" algn="ctr">
                      <a:solidFill>
                        <a:schemeClr val="tx1"/>
                      </a:solidFill>
                      <a:prstDash val="solid"/>
                      <a:round/>
                      <a:headEnd type="none" w="med" len="med"/>
                      <a:tailEnd type="none" w="med" len="med"/>
                    </a:lnB>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i="0" u="none" strike="noStrike" dirty="0">
                          <a:solidFill>
                            <a:schemeClr val="tx1"/>
                          </a:solidFill>
                          <a:effectLst/>
                          <a:latin typeface="MULISH REGULAR ROMAN"/>
                        </a:rPr>
                        <a:t>24.46</a:t>
                      </a:r>
                    </a:p>
                  </a:txBody>
                  <a:tcPr marL="9525" marR="9525" marT="9525" marB="0" anchor="b">
                    <a:lnB w="12700" cap="flat" cmpd="sng" algn="ctr">
                      <a:solidFill>
                        <a:schemeClr val="tx1"/>
                      </a:solidFill>
                      <a:prstDash val="solid"/>
                      <a:round/>
                      <a:headEnd type="none" w="med" len="med"/>
                      <a:tailEnd type="none" w="med" len="med"/>
                    </a:lnB>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i="0" u="none" strike="noStrike" dirty="0">
                          <a:solidFill>
                            <a:schemeClr val="tx1"/>
                          </a:solidFill>
                          <a:effectLst/>
                          <a:latin typeface="MULISH REGULAR ROMAN"/>
                        </a:rPr>
                        <a:t>34.9</a:t>
                      </a:r>
                      <a:r>
                        <a:rPr lang="en-US" sz="1100" b="1" i="0" u="none" strike="noStrike" dirty="0">
                          <a:solidFill>
                            <a:srgbClr val="000000"/>
                          </a:solidFill>
                          <a:effectLst/>
                          <a:latin typeface="MULISH REGULAR ROMAN"/>
                        </a:rPr>
                        <a:t>%</a:t>
                      </a:r>
                      <a:endParaRPr lang="en-US" sz="1100" b="1" i="0" u="none" strike="noStrike" dirty="0">
                        <a:solidFill>
                          <a:schemeClr val="tx1"/>
                        </a:solidFill>
                        <a:effectLst/>
                        <a:latin typeface="MULISH REGULAR ROMAN"/>
                      </a:endParaRPr>
                    </a:p>
                  </a:txBody>
                  <a:tcPr marL="9525" marR="9525" marT="9525" marB="0" anchor="b">
                    <a:lnB w="12700" cap="flat" cmpd="sng" algn="ctr">
                      <a:solidFill>
                        <a:schemeClr val="tx1"/>
                      </a:solidFill>
                      <a:prstDash val="solid"/>
                      <a:round/>
                      <a:headEnd type="none" w="med" len="med"/>
                      <a:tailEnd type="none" w="med" len="med"/>
                    </a:lnB>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i="0" u="none" strike="noStrike" dirty="0">
                          <a:solidFill>
                            <a:schemeClr val="tx1"/>
                          </a:solidFill>
                          <a:effectLst/>
                          <a:latin typeface="MULISH REGULAR ROMAN"/>
                        </a:rPr>
                        <a:t>11.4%</a:t>
                      </a:r>
                    </a:p>
                  </a:txBody>
                  <a:tcPr marL="9525" marR="9525" marT="9525" marB="0" anchor="b">
                    <a:lnB w="12700" cap="flat" cmpd="sng" algn="ctr">
                      <a:solidFill>
                        <a:schemeClr val="tx1"/>
                      </a:solidFill>
                      <a:prstDash val="solid"/>
                      <a:round/>
                      <a:headEnd type="none" w="med" len="med"/>
                      <a:tailEnd type="none" w="med" len="med"/>
                    </a:lnB>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i="0" u="none" strike="noStrike" dirty="0">
                          <a:solidFill>
                            <a:schemeClr val="tx1"/>
                          </a:solidFill>
                          <a:effectLst/>
                          <a:latin typeface="MULISH REGULAR ROMAN"/>
                        </a:rPr>
                        <a:t>23.5</a:t>
                      </a:r>
                    </a:p>
                  </a:txBody>
                  <a:tcPr marL="9525" marR="9525" marT="9525" marB="0" anchor="b">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16"/>
                  </a:ext>
                </a:extLst>
              </a:tr>
              <a:tr h="181583">
                <a:tc gridSpan="5">
                  <a:txBody>
                    <a:bodyPr/>
                    <a:lstStyle/>
                    <a:p>
                      <a:pPr algn="l" fontAlgn="b"/>
                      <a:r>
                        <a:rPr lang="en-US" sz="1100" b="0" u="none" strike="noStrike" dirty="0">
                          <a:solidFill>
                            <a:srgbClr val="000000"/>
                          </a:solidFill>
                          <a:effectLst/>
                          <a:latin typeface="MULISH REGULAR ROMAN"/>
                        </a:rPr>
                        <a:t> * </a:t>
                      </a:r>
                      <a:r>
                        <a:rPr lang="en-US" sz="900" b="0" u="none" strike="noStrike" dirty="0">
                          <a:solidFill>
                            <a:srgbClr val="000000"/>
                          </a:solidFill>
                          <a:effectLst/>
                          <a:latin typeface="MULISH REGULAR ROMAN"/>
                        </a:rPr>
                        <a:t>Ideological splits represent instances where Justices representing divergent ideological orientations (i.e., </a:t>
                      </a:r>
                      <a:r>
                        <a:rPr lang="en-US" sz="900" b="0" i="1" u="none" strike="noStrike" dirty="0">
                          <a:solidFill>
                            <a:srgbClr val="000000"/>
                          </a:solidFill>
                          <a:effectLst/>
                          <a:latin typeface="MULISH REGULAR ROMAN"/>
                        </a:rPr>
                        <a:t>Liberal or Conservative</a:t>
                      </a:r>
                      <a:r>
                        <a:rPr lang="en-US" sz="900" b="0" i="0" u="none" strike="noStrike" dirty="0">
                          <a:solidFill>
                            <a:srgbClr val="000000"/>
                          </a:solidFill>
                          <a:effectLst/>
                          <a:latin typeface="MULISH REGULAR ROMAN"/>
                        </a:rPr>
                        <a:t>) according to </a:t>
                      </a:r>
                      <a:r>
                        <a:rPr lang="en-US" sz="900" dirty="0">
                          <a:latin typeface="MULISH REGULAR ROMAN"/>
                        </a:rPr>
                        <a:t> </a:t>
                      </a:r>
                      <a:r>
                        <a:rPr lang="en-US" sz="900" dirty="0">
                          <a:latin typeface="MULISH REGULAR ROMAN"/>
                          <a:hlinkClick r:id="rId3"/>
                        </a:rPr>
                        <a:t>Martin-Quinn</a:t>
                      </a:r>
                      <a:r>
                        <a:rPr lang="en-US" sz="900" dirty="0">
                          <a:latin typeface="MULISH REGULAR ROMAN"/>
                        </a:rPr>
                        <a:t> populate the Majority and Dissenting Coalitions</a:t>
                      </a:r>
                      <a:r>
                        <a:rPr lang="en-US" sz="900" b="0" i="0" u="none" strike="noStrike" dirty="0">
                          <a:solidFill>
                            <a:srgbClr val="000000"/>
                          </a:solidFill>
                          <a:effectLst/>
                          <a:latin typeface="MULISH REGULAR ROMAN"/>
                        </a:rPr>
                        <a:t>. For OT10-OT19, this represents a (5-4) all-Conservative majority – Since OT20, this represents a (6-3) all-Conservative majority.  </a:t>
                      </a:r>
                      <a:r>
                        <a:rPr lang="en-US" sz="900" b="0" u="none" strike="noStrike" dirty="0">
                          <a:solidFill>
                            <a:srgbClr val="000000"/>
                          </a:solidFill>
                          <a:effectLst/>
                          <a:latin typeface="MULISH REGULAR ROMAN"/>
                        </a:rPr>
                        <a:t> </a:t>
                      </a:r>
                      <a:endParaRPr lang="en-US" sz="1100" b="0" i="0" u="none" strike="noStrike" dirty="0">
                        <a:solidFill>
                          <a:srgbClr val="000000"/>
                        </a:solidFill>
                        <a:effectLst/>
                        <a:latin typeface="MULISH REGULAR ROMAN"/>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fontAlgn="b"/>
                      <a:endParaRPr lang="en-US" sz="1100" b="0" i="0" u="none" strike="noStrike" dirty="0">
                        <a:solidFill>
                          <a:schemeClr val="tx1"/>
                        </a:solidFill>
                        <a:effectLst/>
                        <a:latin typeface="Century Schoolbook" panose="02040604050505020304" pitchFamily="18" charset="0"/>
                      </a:endParaRPr>
                    </a:p>
                  </a:txBody>
                  <a:tcPr marL="9525" marR="9525" marT="9525" marB="0" anchor="b">
                    <a:lnL w="12700" cap="flat" cmpd="sng" algn="ctr">
                      <a:solidFill>
                        <a:schemeClr val="tx1"/>
                      </a:solidFill>
                      <a:prstDash val="solid"/>
                      <a:round/>
                      <a:headEnd type="none" w="med" len="med"/>
                      <a:tailEnd type="none" w="med" len="med"/>
                    </a:lnL>
                    <a:lnB w="12700" cap="flat" cmpd="sng" algn="ctr">
                      <a:solidFill>
                        <a:schemeClr val="tx1"/>
                      </a:solidFill>
                      <a:prstDash val="solid"/>
                      <a:round/>
                      <a:headEnd type="none" w="med" len="med"/>
                      <a:tailEnd type="none" w="med" len="med"/>
                    </a:lnB>
                  </a:tcPr>
                </a:tc>
                <a:tc hMerge="1">
                  <a:txBody>
                    <a:bodyPr/>
                    <a:lstStyle/>
                    <a:p>
                      <a:pPr algn="ctr" fontAlgn="b"/>
                      <a:endParaRPr lang="en-US" sz="1100" b="1" i="0" u="none" strike="noStrike" dirty="0">
                        <a:solidFill>
                          <a:schemeClr val="tx1"/>
                        </a:solidFill>
                        <a:effectLst/>
                        <a:latin typeface="Century Schoolbook" panose="02040604050505020304" pitchFamily="18" charset="0"/>
                      </a:endParaRPr>
                    </a:p>
                  </a:txBody>
                  <a:tcPr marL="9525" marR="9525" marT="9525" marB="0" anchor="b">
                    <a:lnB w="12700" cap="flat" cmpd="sng" algn="ctr">
                      <a:solidFill>
                        <a:schemeClr val="tx1"/>
                      </a:solidFill>
                      <a:prstDash val="solid"/>
                      <a:round/>
                      <a:headEnd type="none" w="med" len="med"/>
                      <a:tailEnd type="none" w="med" len="med"/>
                    </a:lnB>
                  </a:tcPr>
                </a:tc>
                <a:tc hMerge="1">
                  <a:txBody>
                    <a:bodyPr/>
                    <a:lstStyle/>
                    <a:p>
                      <a:pPr algn="ctr" fontAlgn="b"/>
                      <a:endParaRPr lang="en-US" sz="1100" b="1" i="0" u="none" strike="noStrike" dirty="0">
                        <a:solidFill>
                          <a:schemeClr val="tx1"/>
                        </a:solidFill>
                        <a:effectLst/>
                        <a:latin typeface="Century Schoolbook" panose="02040604050505020304" pitchFamily="18" charset="0"/>
                      </a:endParaRPr>
                    </a:p>
                  </a:txBody>
                  <a:tcPr marL="9525" marR="9525" marT="9525" marB="0" anchor="b">
                    <a:lnB w="12700" cap="flat" cmpd="sng" algn="ctr">
                      <a:solidFill>
                        <a:schemeClr val="tx1"/>
                      </a:solidFill>
                      <a:prstDash val="solid"/>
                      <a:round/>
                      <a:headEnd type="none" w="med" len="med"/>
                      <a:tailEnd type="none" w="med" len="med"/>
                    </a:lnB>
                  </a:tcPr>
                </a:tc>
                <a:tc hMerge="1">
                  <a:txBody>
                    <a:bodyPr/>
                    <a:lstStyle/>
                    <a:p>
                      <a:pPr algn="ctr" fontAlgn="b"/>
                      <a:endParaRPr lang="en-US" sz="1100" b="0" i="0" u="none" strike="noStrike" dirty="0">
                        <a:solidFill>
                          <a:schemeClr val="tx1"/>
                        </a:solidFill>
                        <a:effectLst/>
                        <a:latin typeface="Century Schoolbook" panose="02040604050505020304" pitchFamily="18" charset="0"/>
                      </a:endParaRP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58573364"/>
                  </a:ext>
                </a:extLst>
              </a:tr>
            </a:tbl>
          </a:graphicData>
        </a:graphic>
      </p:graphicFrame>
      <p:sp>
        <p:nvSpPr>
          <p:cNvPr id="3" name="Title 9">
            <a:extLst>
              <a:ext uri="{FF2B5EF4-FFF2-40B4-BE49-F238E27FC236}">
                <a16:creationId xmlns:a16="http://schemas.microsoft.com/office/drawing/2014/main" id="{24742AD3-722B-E682-FD6B-65ED18299FA2}"/>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COALITION ALIGNMENTS</a:t>
            </a:r>
          </a:p>
        </p:txBody>
      </p:sp>
    </p:spTree>
    <p:extLst>
      <p:ext uri="{BB962C8B-B14F-4D97-AF65-F5344CB8AC3E}">
        <p14:creationId xmlns:p14="http://schemas.microsoft.com/office/powerpoint/2010/main" val="260752690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962697E2-5ABB-843F-62F3-D838370F29A2}"/>
              </a:ext>
            </a:extLst>
          </p:cNvPr>
          <p:cNvSpPr>
            <a:spLocks noGrp="1" noRot="1" noMove="1" noResize="1" noEditPoints="1" noAdjustHandles="1" noChangeArrowheads="1" noChangeShapeType="1"/>
          </p:cNvSpPr>
          <p:nvPr/>
        </p:nvSpPr>
        <p:spPr>
          <a:xfrm>
            <a:off x="1006639" y="1200410"/>
            <a:ext cx="9144019" cy="5454071"/>
          </a:xfrm>
          <a:prstGeom prst="rect">
            <a:avLst/>
          </a:prstGeom>
          <a:solidFill>
            <a:schemeClr val="accent1">
              <a:alpha val="21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Slide Number Placeholder 2"/>
          <p:cNvSpPr>
            <a:spLocks noGrp="1"/>
          </p:cNvSpPr>
          <p:nvPr>
            <p:ph type="sldNum" sz="quarter" idx="12"/>
          </p:nvPr>
        </p:nvSpPr>
        <p:spPr>
          <a:xfrm>
            <a:off x="9444178" y="6471920"/>
            <a:ext cx="2743200" cy="365125"/>
          </a:xfrm>
        </p:spPr>
        <p:txBody>
          <a:bodyPr/>
          <a:lstStyle/>
          <a:p>
            <a:fld id="{5E212BD6-99D2-4430-8307-3DFF6CB1AF68}" type="slidenum">
              <a:rPr lang="en-US" sz="800" smtClean="0">
                <a:latin typeface="Century Schoolbook" panose="02040604050505020304" pitchFamily="18" charset="0"/>
              </a:rPr>
              <a:t>22</a:t>
            </a:fld>
            <a:endParaRPr lang="en-US" sz="800">
              <a:latin typeface="Century Schoolbook" panose="02040604050505020304" pitchFamily="18" charset="0"/>
            </a:endParaRPr>
          </a:p>
        </p:txBody>
      </p:sp>
      <p:sp>
        <p:nvSpPr>
          <p:cNvPr id="10" name="Title 9">
            <a:extLst>
              <a:ext uri="{FF2B5EF4-FFF2-40B4-BE49-F238E27FC236}">
                <a16:creationId xmlns:a16="http://schemas.microsoft.com/office/drawing/2014/main" id="{F7EB7E3A-4562-FCEF-EA81-6C370DCA8FD5}"/>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BREAKING RANKS</a:t>
            </a:r>
          </a:p>
        </p:txBody>
      </p:sp>
      <p:sp>
        <p:nvSpPr>
          <p:cNvPr id="2" name="TextBox 1">
            <a:extLst>
              <a:ext uri="{FF2B5EF4-FFF2-40B4-BE49-F238E27FC236}">
                <a16:creationId xmlns:a16="http://schemas.microsoft.com/office/drawing/2014/main" id="{D8B37D0C-3077-D6B1-43EE-B61695475735}"/>
              </a:ext>
            </a:extLst>
          </p:cNvPr>
          <p:cNvSpPr txBox="1"/>
          <p:nvPr/>
        </p:nvSpPr>
        <p:spPr>
          <a:xfrm>
            <a:off x="4032739" y="130861"/>
            <a:ext cx="7776307" cy="830997"/>
          </a:xfrm>
          <a:prstGeom prst="rect">
            <a:avLst/>
          </a:prstGeom>
          <a:noFill/>
          <a:ln>
            <a:solidFill>
              <a:schemeClr val="tx1"/>
            </a:solidFill>
          </a:ln>
        </p:spPr>
        <p:txBody>
          <a:bodyPr wrap="square" rtlCol="0">
            <a:spAutoFit/>
          </a:bodyPr>
          <a:lstStyle/>
          <a:p>
            <a:r>
              <a:rPr lang="en-US" sz="1200" dirty="0"/>
              <a:t>This figure shows the behaviors of Republican-appointed Justices in non-unanimous cases during the 2020-2024 terms. The </a:t>
            </a:r>
            <a:r>
              <a:rPr lang="en-US" sz="1200" dirty="0">
                <a:solidFill>
                  <a:schemeClr val="bg1"/>
                </a:solidFill>
                <a:highlight>
                  <a:srgbClr val="808080"/>
                </a:highlight>
              </a:rPr>
              <a:t>DARK GREY</a:t>
            </a:r>
            <a:r>
              <a:rPr lang="en-US" sz="1200" dirty="0">
                <a:solidFill>
                  <a:schemeClr val="bg1"/>
                </a:solidFill>
              </a:rPr>
              <a:t> </a:t>
            </a:r>
            <a:r>
              <a:rPr lang="en-US" sz="1200" dirty="0"/>
              <a:t>bars represent the percentage of cases where a Justice joined a majority coalition consisting of all the Democratic appointees. Alternatively, the </a:t>
            </a:r>
            <a:r>
              <a:rPr lang="en-US" sz="1200" b="1" dirty="0">
                <a:highlight>
                  <a:srgbClr val="C0C0C0"/>
                </a:highlight>
              </a:rPr>
              <a:t>LIGHT GREY</a:t>
            </a:r>
            <a:r>
              <a:rPr lang="en-US" sz="1200" dirty="0"/>
              <a:t> bars indicate the percentage of cases where the Justice was the lone dissenter from a majority consisting of the remaining Republican appointees. </a:t>
            </a:r>
            <a:endParaRPr lang="en-US" sz="1200" dirty="0">
              <a:latin typeface="MULISH REGULAR ROMAN"/>
            </a:endParaRPr>
          </a:p>
        </p:txBody>
      </p:sp>
      <p:pic>
        <p:nvPicPr>
          <p:cNvPr id="7" name="Picture 6" descr="A group of people in suits&#10;&#10;AI-generated content may be incorrect.">
            <a:extLst>
              <a:ext uri="{FF2B5EF4-FFF2-40B4-BE49-F238E27FC236}">
                <a16:creationId xmlns:a16="http://schemas.microsoft.com/office/drawing/2014/main" id="{8E3D0B66-5789-4ADF-53BC-E87A7DAAA6EA}"/>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006639" y="1168070"/>
            <a:ext cx="9144019" cy="5486411"/>
          </a:xfrm>
          <a:prstGeom prst="rect">
            <a:avLst/>
          </a:prstGeom>
        </p:spPr>
      </p:pic>
    </p:spTree>
    <p:extLst>
      <p:ext uri="{BB962C8B-B14F-4D97-AF65-F5344CB8AC3E}">
        <p14:creationId xmlns:p14="http://schemas.microsoft.com/office/powerpoint/2010/main" val="249045851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3E9DBF-2E9B-A27F-93BF-CF63E383D853}"/>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1ED80C4D-23BC-B727-258C-4820AED989C5}"/>
              </a:ext>
            </a:extLst>
          </p:cNvPr>
          <p:cNvSpPr>
            <a:spLocks noGrp="1" noRot="1" noMove="1" noResize="1" noEditPoints="1" noAdjustHandles="1" noChangeArrowheads="1" noChangeShapeType="1"/>
          </p:cNvSpPr>
          <p:nvPr/>
        </p:nvSpPr>
        <p:spPr>
          <a:xfrm>
            <a:off x="320850" y="961858"/>
            <a:ext cx="7075373" cy="5896145"/>
          </a:xfrm>
          <a:prstGeom prst="rect">
            <a:avLst/>
          </a:prstGeom>
          <a:solidFill>
            <a:schemeClr val="accent1">
              <a:alpha val="21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Slide Number Placeholder 2">
            <a:extLst>
              <a:ext uri="{FF2B5EF4-FFF2-40B4-BE49-F238E27FC236}">
                <a16:creationId xmlns:a16="http://schemas.microsoft.com/office/drawing/2014/main" id="{86C6B5D3-65FC-2EDF-851D-5C17FB578295}"/>
              </a:ext>
            </a:extLst>
          </p:cNvPr>
          <p:cNvSpPr>
            <a:spLocks noGrp="1"/>
          </p:cNvSpPr>
          <p:nvPr>
            <p:ph type="sldNum" sz="quarter" idx="12"/>
          </p:nvPr>
        </p:nvSpPr>
        <p:spPr>
          <a:xfrm>
            <a:off x="9444178" y="6471920"/>
            <a:ext cx="2743200" cy="365125"/>
          </a:xfrm>
        </p:spPr>
        <p:txBody>
          <a:bodyPr/>
          <a:lstStyle/>
          <a:p>
            <a:fld id="{5E212BD6-99D2-4430-8307-3DFF6CB1AF68}" type="slidenum">
              <a:rPr lang="en-US" sz="800" smtClean="0">
                <a:latin typeface="Century Schoolbook" panose="02040604050505020304" pitchFamily="18" charset="0"/>
              </a:rPr>
              <a:t>23</a:t>
            </a:fld>
            <a:endParaRPr lang="en-US" sz="800">
              <a:latin typeface="Century Schoolbook" panose="02040604050505020304" pitchFamily="18" charset="0"/>
            </a:endParaRPr>
          </a:p>
        </p:txBody>
      </p:sp>
      <p:sp>
        <p:nvSpPr>
          <p:cNvPr id="10" name="Title 9">
            <a:extLst>
              <a:ext uri="{FF2B5EF4-FFF2-40B4-BE49-F238E27FC236}">
                <a16:creationId xmlns:a16="http://schemas.microsoft.com/office/drawing/2014/main" id="{11143281-96A2-98FE-8D69-E8A01B3D8277}"/>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JUSTICE AGREEMENT – All Cases</a:t>
            </a:r>
          </a:p>
        </p:txBody>
      </p:sp>
      <p:sp>
        <p:nvSpPr>
          <p:cNvPr id="30" name="TextBox 29">
            <a:extLst>
              <a:ext uri="{FF2B5EF4-FFF2-40B4-BE49-F238E27FC236}">
                <a16:creationId xmlns:a16="http://schemas.microsoft.com/office/drawing/2014/main" id="{32EB1118-ECF4-78AB-814C-C6975A3ED2F5}"/>
              </a:ext>
            </a:extLst>
          </p:cNvPr>
          <p:cNvSpPr txBox="1"/>
          <p:nvPr/>
        </p:nvSpPr>
        <p:spPr>
          <a:xfrm>
            <a:off x="7884544" y="961858"/>
            <a:ext cx="3986606" cy="1569660"/>
          </a:xfrm>
          <a:prstGeom prst="rect">
            <a:avLst/>
          </a:prstGeom>
          <a:noFill/>
          <a:ln>
            <a:solidFill>
              <a:schemeClr val="tx1"/>
            </a:solidFill>
          </a:ln>
        </p:spPr>
        <p:txBody>
          <a:bodyPr wrap="square" rtlCol="0">
            <a:spAutoFit/>
          </a:bodyPr>
          <a:lstStyle/>
          <a:p>
            <a:r>
              <a:rPr lang="en-US" sz="1200" dirty="0">
                <a:latin typeface="MULISH REGULAR ROMAN"/>
              </a:rPr>
              <a:t>Figure shows the relative agreement (percent) in voting alignment shared between Justices in all cases during the 2024 Term. </a:t>
            </a:r>
          </a:p>
          <a:p>
            <a:endParaRPr lang="en-US" sz="1200" i="1" dirty="0">
              <a:latin typeface="MULISH REGULAR ROMAN"/>
            </a:endParaRPr>
          </a:p>
          <a:p>
            <a:r>
              <a:rPr lang="en-US" sz="1200" i="1" dirty="0">
                <a:latin typeface="MULISH REGULAR ROMAN"/>
              </a:rPr>
              <a:t>Agreement</a:t>
            </a:r>
            <a:r>
              <a:rPr lang="en-US" sz="1200" dirty="0">
                <a:latin typeface="MULISH REGULAR ROMAN"/>
              </a:rPr>
              <a:t> can be understood as Justices similarly aligning in the Majority (or Dissenting) coalition – where those who concur (fully, in part, or in judgement) are similarly considered as part of the majority.  </a:t>
            </a:r>
          </a:p>
        </p:txBody>
      </p:sp>
      <p:pic>
        <p:nvPicPr>
          <p:cNvPr id="6" name="Picture 5" descr="A group of people in a graph&#10;&#10;AI-generated content may be incorrect.">
            <a:extLst>
              <a:ext uri="{FF2B5EF4-FFF2-40B4-BE49-F238E27FC236}">
                <a16:creationId xmlns:a16="http://schemas.microsoft.com/office/drawing/2014/main" id="{982D3079-FE63-653B-524C-DBA7750D33E3}"/>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20851" y="940901"/>
            <a:ext cx="7075372" cy="5896144"/>
          </a:xfrm>
          <a:prstGeom prst="rect">
            <a:avLst/>
          </a:prstGeom>
        </p:spPr>
      </p:pic>
    </p:spTree>
    <p:extLst>
      <p:ext uri="{BB962C8B-B14F-4D97-AF65-F5344CB8AC3E}">
        <p14:creationId xmlns:p14="http://schemas.microsoft.com/office/powerpoint/2010/main" val="110013732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5E91C96E-34A4-7367-D1CE-44B2946B07A3}"/>
              </a:ext>
            </a:extLst>
          </p:cNvPr>
          <p:cNvSpPr>
            <a:spLocks noGrp="1" noRot="1" noMove="1" noResize="1" noEditPoints="1" noAdjustHandles="1" noChangeArrowheads="1" noChangeShapeType="1"/>
          </p:cNvSpPr>
          <p:nvPr/>
        </p:nvSpPr>
        <p:spPr>
          <a:xfrm>
            <a:off x="320850" y="961858"/>
            <a:ext cx="7075373" cy="5896145"/>
          </a:xfrm>
          <a:prstGeom prst="rect">
            <a:avLst/>
          </a:prstGeom>
          <a:solidFill>
            <a:schemeClr val="accent1">
              <a:alpha val="21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Slide Number Placeholder 2"/>
          <p:cNvSpPr>
            <a:spLocks noGrp="1"/>
          </p:cNvSpPr>
          <p:nvPr>
            <p:ph type="sldNum" sz="quarter" idx="12"/>
          </p:nvPr>
        </p:nvSpPr>
        <p:spPr>
          <a:xfrm>
            <a:off x="9496883" y="6492875"/>
            <a:ext cx="2743200" cy="365125"/>
          </a:xfrm>
        </p:spPr>
        <p:txBody>
          <a:bodyPr/>
          <a:lstStyle/>
          <a:p>
            <a:fld id="{5E212BD6-99D2-4430-8307-3DFF6CB1AF68}" type="slidenum">
              <a:rPr lang="en-US" sz="800" smtClean="0">
                <a:latin typeface="Century Schoolbook" panose="02040604050505020304" pitchFamily="18" charset="0"/>
              </a:rPr>
              <a:t>24</a:t>
            </a:fld>
            <a:endParaRPr lang="en-US" sz="800" dirty="0">
              <a:latin typeface="Century Schoolbook" panose="02040604050505020304" pitchFamily="18" charset="0"/>
            </a:endParaRPr>
          </a:p>
        </p:txBody>
      </p:sp>
      <p:sp>
        <p:nvSpPr>
          <p:cNvPr id="14" name="Title 9">
            <a:extLst>
              <a:ext uri="{FF2B5EF4-FFF2-40B4-BE49-F238E27FC236}">
                <a16:creationId xmlns:a16="http://schemas.microsoft.com/office/drawing/2014/main" id="{6FDB2B55-07C2-8280-3304-33DFB7D8F638}"/>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JUSTICE AGREEMENT – Closely Divided Cases</a:t>
            </a:r>
          </a:p>
        </p:txBody>
      </p:sp>
      <p:sp>
        <p:nvSpPr>
          <p:cNvPr id="16" name="TextBox 15">
            <a:extLst>
              <a:ext uri="{FF2B5EF4-FFF2-40B4-BE49-F238E27FC236}">
                <a16:creationId xmlns:a16="http://schemas.microsoft.com/office/drawing/2014/main" id="{607B8B05-F145-5253-F510-37F9D61AA3DB}"/>
              </a:ext>
            </a:extLst>
          </p:cNvPr>
          <p:cNvSpPr txBox="1"/>
          <p:nvPr/>
        </p:nvSpPr>
        <p:spPr>
          <a:xfrm>
            <a:off x="7884544" y="961858"/>
            <a:ext cx="3986606" cy="1569660"/>
          </a:xfrm>
          <a:prstGeom prst="rect">
            <a:avLst/>
          </a:prstGeom>
          <a:noFill/>
          <a:ln>
            <a:solidFill>
              <a:schemeClr val="tx1"/>
            </a:solidFill>
          </a:ln>
        </p:spPr>
        <p:txBody>
          <a:bodyPr wrap="square" rtlCol="0">
            <a:spAutoFit/>
          </a:bodyPr>
          <a:lstStyle/>
          <a:p>
            <a:r>
              <a:rPr lang="en-US" sz="1200" dirty="0">
                <a:latin typeface="MULISH REGULAR ROMAN"/>
              </a:rPr>
              <a:t>Figure shows the relative agreement (percent) in voting alignment shared between Justices in cases decided by (5-4) or (6-3) coalitions during the 2024 Term. </a:t>
            </a:r>
          </a:p>
          <a:p>
            <a:endParaRPr lang="en-US" sz="1200" i="1" dirty="0">
              <a:latin typeface="MULISH REGULAR ROMAN"/>
            </a:endParaRPr>
          </a:p>
          <a:p>
            <a:r>
              <a:rPr lang="en-US" sz="1200" i="1" dirty="0">
                <a:latin typeface="MULISH REGULAR ROMAN"/>
              </a:rPr>
              <a:t>Agreement</a:t>
            </a:r>
            <a:r>
              <a:rPr lang="en-US" sz="1200" dirty="0">
                <a:latin typeface="MULISH REGULAR ROMAN"/>
              </a:rPr>
              <a:t> can be understood as Justices similarly aligning in the Majority (or Dissenting) coalition – where those who concur (fully, in part, or in judgement) are similarly considered as part of the majority.  </a:t>
            </a:r>
          </a:p>
        </p:txBody>
      </p:sp>
      <p:pic>
        <p:nvPicPr>
          <p:cNvPr id="6" name="Picture 5" descr="A group of people in a graph&#10;&#10;AI-generated content may be incorrect.">
            <a:extLst>
              <a:ext uri="{FF2B5EF4-FFF2-40B4-BE49-F238E27FC236}">
                <a16:creationId xmlns:a16="http://schemas.microsoft.com/office/drawing/2014/main" id="{617E5069-9633-8E4C-8506-7D1E497B0C9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20849" y="961855"/>
            <a:ext cx="7075373" cy="5896145"/>
          </a:xfrm>
          <a:prstGeom prst="rect">
            <a:avLst/>
          </a:prstGeom>
        </p:spPr>
      </p:pic>
    </p:spTree>
    <p:extLst>
      <p:ext uri="{BB962C8B-B14F-4D97-AF65-F5344CB8AC3E}">
        <p14:creationId xmlns:p14="http://schemas.microsoft.com/office/powerpoint/2010/main" val="2572968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6BB59230-B96E-4F41-9BE2-217AB47BFA09}"/>
              </a:ext>
            </a:extLst>
          </p:cNvPr>
          <p:cNvSpPr>
            <a:spLocks noGrp="1"/>
          </p:cNvSpPr>
          <p:nvPr>
            <p:ph type="sldNum" sz="quarter" idx="12"/>
          </p:nvPr>
        </p:nvSpPr>
        <p:spPr/>
        <p:txBody>
          <a:bodyPr/>
          <a:lstStyle/>
          <a:p>
            <a:fld id="{5E212BD6-99D2-4430-8307-3DFF6CB1AF68}" type="slidenum">
              <a:rPr lang="en-US" smtClean="0"/>
              <a:t>25</a:t>
            </a:fld>
            <a:endParaRPr lang="en-US"/>
          </a:p>
        </p:txBody>
      </p:sp>
      <p:sp>
        <p:nvSpPr>
          <p:cNvPr id="5" name="Title 9">
            <a:extLst>
              <a:ext uri="{FF2B5EF4-FFF2-40B4-BE49-F238E27FC236}">
                <a16:creationId xmlns:a16="http://schemas.microsoft.com/office/drawing/2014/main" id="{4AEB5166-104F-F844-BFBC-60336AA803D3}"/>
              </a:ext>
            </a:extLst>
          </p:cNvPr>
          <p:cNvSpPr>
            <a:spLocks noGrp="1"/>
          </p:cNvSpPr>
          <p:nvPr>
            <p:ph type="title"/>
          </p:nvPr>
        </p:nvSpPr>
        <p:spPr>
          <a:xfrm>
            <a:off x="243939" y="74723"/>
            <a:ext cx="10515600" cy="788442"/>
          </a:xfrm>
        </p:spPr>
        <p:txBody>
          <a:bodyPr>
            <a:normAutofit/>
          </a:bodyPr>
          <a:lstStyle/>
          <a:p>
            <a:r>
              <a:rPr lang="en-US" sz="3600" dirty="0">
                <a:solidFill>
                  <a:srgbClr val="A90404"/>
                </a:solidFill>
                <a:latin typeface="MULISH BOLD ROMAN" pitchFamily="2" charset="77"/>
              </a:rPr>
              <a:t>VOTING ALIGNMENT</a:t>
            </a:r>
          </a:p>
        </p:txBody>
      </p:sp>
      <p:graphicFrame>
        <p:nvGraphicFramePr>
          <p:cNvPr id="6" name="Table 6">
            <a:extLst>
              <a:ext uri="{FF2B5EF4-FFF2-40B4-BE49-F238E27FC236}">
                <a16:creationId xmlns:a16="http://schemas.microsoft.com/office/drawing/2014/main" id="{5BF0DDD8-DCD3-F44C-A42D-CBB308CF5050}"/>
              </a:ext>
            </a:extLst>
          </p:cNvPr>
          <p:cNvGraphicFramePr>
            <a:graphicFrameLocks noGrp="1"/>
          </p:cNvGraphicFramePr>
          <p:nvPr>
            <p:extLst>
              <p:ext uri="{D42A27DB-BD31-4B8C-83A1-F6EECF244321}">
                <p14:modId xmlns:p14="http://schemas.microsoft.com/office/powerpoint/2010/main" val="4172284299"/>
              </p:ext>
            </p:extLst>
          </p:nvPr>
        </p:nvGraphicFramePr>
        <p:xfrm>
          <a:off x="339318" y="1127293"/>
          <a:ext cx="11494360" cy="5148072"/>
        </p:xfrm>
        <a:graphic>
          <a:graphicData uri="http://schemas.openxmlformats.org/drawingml/2006/table">
            <a:tbl>
              <a:tblPr firstRow="1" bandRow="1">
                <a:tableStyleId>{C083E6E3-FA7D-4D7B-A595-EF9225AFEA82}</a:tableStyleId>
              </a:tblPr>
              <a:tblGrid>
                <a:gridCol w="1697902">
                  <a:extLst>
                    <a:ext uri="{9D8B030D-6E8A-4147-A177-3AD203B41FA5}">
                      <a16:colId xmlns:a16="http://schemas.microsoft.com/office/drawing/2014/main" val="1855254515"/>
                    </a:ext>
                  </a:extLst>
                </a:gridCol>
                <a:gridCol w="1277471">
                  <a:extLst>
                    <a:ext uri="{9D8B030D-6E8A-4147-A177-3AD203B41FA5}">
                      <a16:colId xmlns:a16="http://schemas.microsoft.com/office/drawing/2014/main" val="2522142181"/>
                    </a:ext>
                  </a:extLst>
                </a:gridCol>
                <a:gridCol w="726141">
                  <a:extLst>
                    <a:ext uri="{9D8B030D-6E8A-4147-A177-3AD203B41FA5}">
                      <a16:colId xmlns:a16="http://schemas.microsoft.com/office/drawing/2014/main" val="3188583542"/>
                    </a:ext>
                  </a:extLst>
                </a:gridCol>
                <a:gridCol w="1209166">
                  <a:extLst>
                    <a:ext uri="{9D8B030D-6E8A-4147-A177-3AD203B41FA5}">
                      <a16:colId xmlns:a16="http://schemas.microsoft.com/office/drawing/2014/main" val="4102962030"/>
                    </a:ext>
                  </a:extLst>
                </a:gridCol>
                <a:gridCol w="731520">
                  <a:extLst>
                    <a:ext uri="{9D8B030D-6E8A-4147-A177-3AD203B41FA5}">
                      <a16:colId xmlns:a16="http://schemas.microsoft.com/office/drawing/2014/main" val="2863512104"/>
                    </a:ext>
                  </a:extLst>
                </a:gridCol>
                <a:gridCol w="731520">
                  <a:extLst>
                    <a:ext uri="{9D8B030D-6E8A-4147-A177-3AD203B41FA5}">
                      <a16:colId xmlns:a16="http://schemas.microsoft.com/office/drawing/2014/main" val="3247459570"/>
                    </a:ext>
                  </a:extLst>
                </a:gridCol>
                <a:gridCol w="731520">
                  <a:extLst>
                    <a:ext uri="{9D8B030D-6E8A-4147-A177-3AD203B41FA5}">
                      <a16:colId xmlns:a16="http://schemas.microsoft.com/office/drawing/2014/main" val="338529481"/>
                    </a:ext>
                  </a:extLst>
                </a:gridCol>
                <a:gridCol w="731520">
                  <a:extLst>
                    <a:ext uri="{9D8B030D-6E8A-4147-A177-3AD203B41FA5}">
                      <a16:colId xmlns:a16="http://schemas.microsoft.com/office/drawing/2014/main" val="3188298085"/>
                    </a:ext>
                  </a:extLst>
                </a:gridCol>
                <a:gridCol w="731520">
                  <a:extLst>
                    <a:ext uri="{9D8B030D-6E8A-4147-A177-3AD203B41FA5}">
                      <a16:colId xmlns:a16="http://schemas.microsoft.com/office/drawing/2014/main" val="4228331188"/>
                    </a:ext>
                  </a:extLst>
                </a:gridCol>
                <a:gridCol w="731520">
                  <a:extLst>
                    <a:ext uri="{9D8B030D-6E8A-4147-A177-3AD203B41FA5}">
                      <a16:colId xmlns:a16="http://schemas.microsoft.com/office/drawing/2014/main" val="3044216961"/>
                    </a:ext>
                  </a:extLst>
                </a:gridCol>
                <a:gridCol w="731520">
                  <a:extLst>
                    <a:ext uri="{9D8B030D-6E8A-4147-A177-3AD203B41FA5}">
                      <a16:colId xmlns:a16="http://schemas.microsoft.com/office/drawing/2014/main" val="823801858"/>
                    </a:ext>
                  </a:extLst>
                </a:gridCol>
                <a:gridCol w="731520">
                  <a:extLst>
                    <a:ext uri="{9D8B030D-6E8A-4147-A177-3AD203B41FA5}">
                      <a16:colId xmlns:a16="http://schemas.microsoft.com/office/drawing/2014/main" val="1551614119"/>
                    </a:ext>
                  </a:extLst>
                </a:gridCol>
                <a:gridCol w="731520">
                  <a:extLst>
                    <a:ext uri="{9D8B030D-6E8A-4147-A177-3AD203B41FA5}">
                      <a16:colId xmlns:a16="http://schemas.microsoft.com/office/drawing/2014/main" val="3870732938"/>
                    </a:ext>
                  </a:extLst>
                </a:gridCol>
              </a:tblGrid>
              <a:tr h="347472">
                <a:tc>
                  <a:txBody>
                    <a:bodyPr/>
                    <a:lstStyle/>
                    <a:p>
                      <a:pPr algn="l"/>
                      <a:r>
                        <a:rPr lang="en-US" sz="1300" dirty="0">
                          <a:latin typeface="MULISH REGULAR ROMAN" pitchFamily="2" charset="77"/>
                        </a:rPr>
                        <a:t>Case Name</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REGULAR ROMAN" pitchFamily="2" charset="77"/>
                        </a:rPr>
                        <a:t>Decided</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REGULAR ROMAN" pitchFamily="2" charset="77"/>
                        </a:rPr>
                        <a:t>Vote</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REGULAR ROMAN" pitchFamily="2" charset="77"/>
                        </a:rPr>
                        <a:t>Author</a:t>
                      </a:r>
                    </a:p>
                  </a:txBody>
                  <a:tcPr anchor="ctr">
                    <a:lnL>
                      <a:noFill/>
                    </a:lnL>
                    <a:lnR>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022172286"/>
                  </a:ext>
                </a:extLst>
              </a:tr>
              <a:tr h="320040">
                <a:tc>
                  <a:txBody>
                    <a:bodyPr/>
                    <a:lstStyle/>
                    <a:p>
                      <a:r>
                        <a:rPr lang="en-US" sz="1100" dirty="0">
                          <a:latin typeface="MULISH BLACK ROMAN"/>
                        </a:rPr>
                        <a:t>Hamm</a:t>
                      </a:r>
                    </a:p>
                  </a:txBody>
                  <a:tcPr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11/4/2024</a:t>
                      </a:r>
                    </a:p>
                  </a:txBody>
                  <a:tcPr marL="9525"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Per Curiam</a:t>
                      </a:r>
                    </a:p>
                  </a:txBody>
                  <a:tcPr marL="9525"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Per Curiam</a:t>
                      </a:r>
                    </a:p>
                  </a:txBody>
                  <a:tcPr marL="9525" marR="9525" marT="9525" marB="0" anchor="ctr">
                    <a:lnL>
                      <a:noFill/>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4229935506"/>
                  </a:ext>
                </a:extLst>
              </a:tr>
              <a:tr h="320040">
                <a:tc>
                  <a:txBody>
                    <a:bodyPr/>
                    <a:lstStyle/>
                    <a:p>
                      <a:r>
                        <a:rPr lang="en-US" sz="1100" dirty="0">
                          <a:latin typeface="MULISH BLACK ROMAN"/>
                        </a:rPr>
                        <a:t>Facebook</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11/22/2024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Per Curiam</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Per Curiam</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396768621"/>
                  </a:ext>
                </a:extLst>
              </a:tr>
              <a:tr h="320040">
                <a:tc>
                  <a:txBody>
                    <a:bodyPr/>
                    <a:lstStyle/>
                    <a:p>
                      <a:r>
                        <a:rPr lang="en-US" sz="1100" dirty="0">
                          <a:latin typeface="MULISH BLACK ROMAN"/>
                        </a:rPr>
                        <a:t>Bouarfa</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12/10/2024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Jackson</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471751296"/>
                  </a:ext>
                </a:extLst>
              </a:tr>
              <a:tr h="320040">
                <a:tc>
                  <a:txBody>
                    <a:bodyPr/>
                    <a:lstStyle/>
                    <a:p>
                      <a:r>
                        <a:rPr lang="en-US" sz="1100" dirty="0">
                          <a:latin typeface="MULISH BLACK ROMAN"/>
                        </a:rPr>
                        <a:t>NVIDIA</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12/11/2024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Per Curiam</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Per Curiam</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987411499"/>
                  </a:ext>
                </a:extLst>
              </a:tr>
              <a:tr h="320040">
                <a:tc>
                  <a:txBody>
                    <a:bodyPr/>
                    <a:lstStyle/>
                    <a:p>
                      <a:r>
                        <a:rPr lang="en-US" sz="1100" dirty="0">
                          <a:latin typeface="MULISH BLACK ROMAN"/>
                        </a:rPr>
                        <a:t>Royal Canin</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1/15/2025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Kagan</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2637205288"/>
                  </a:ext>
                </a:extLst>
              </a:tr>
              <a:tr h="320040">
                <a:tc>
                  <a:txBody>
                    <a:bodyPr/>
                    <a:lstStyle/>
                    <a:p>
                      <a:r>
                        <a:rPr lang="en-US" sz="1100" dirty="0">
                          <a:latin typeface="MULISH BLACK ROMAN"/>
                        </a:rPr>
                        <a:t>E.M.D. Sales</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1/15/2025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Kavanaugh</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815833910"/>
                  </a:ext>
                </a:extLst>
              </a:tr>
              <a:tr h="320040">
                <a:tc>
                  <a:txBody>
                    <a:bodyPr/>
                    <a:lstStyle/>
                    <a:p>
                      <a:r>
                        <a:rPr lang="en-US" sz="1100" dirty="0">
                          <a:latin typeface="MULISH BLACK ROMAN"/>
                        </a:rPr>
                        <a:t>Tik Tok</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1/17/2025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Per Curiam</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705721243"/>
                  </a:ext>
                </a:extLst>
              </a:tr>
              <a:tr h="320040">
                <a:tc>
                  <a:txBody>
                    <a:bodyPr/>
                    <a:lstStyle/>
                    <a:p>
                      <a:r>
                        <a:rPr lang="en-US" sz="1100" dirty="0">
                          <a:latin typeface="MULISH BLACK ROMAN"/>
                        </a:rPr>
                        <a:t>Andrew</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1/21/2025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Per Curiam</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Per Curiam</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172497950"/>
                  </a:ext>
                </a:extLst>
              </a:tr>
              <a:tr h="320040">
                <a:tc>
                  <a:txBody>
                    <a:bodyPr/>
                    <a:lstStyle/>
                    <a:p>
                      <a:r>
                        <a:rPr lang="en-US" sz="1100" dirty="0">
                          <a:latin typeface="MULISH BLACK ROMAN"/>
                        </a:rPr>
                        <a:t>Hungary</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2/21/2025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Sotomayor</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2248342504"/>
                  </a:ext>
                </a:extLst>
              </a:tr>
              <a:tr h="320040">
                <a:tc>
                  <a:txBody>
                    <a:bodyPr/>
                    <a:lstStyle/>
                    <a:p>
                      <a:r>
                        <a:rPr lang="en-US" sz="1100" dirty="0">
                          <a:latin typeface="MULISH BLACK ROMAN"/>
                        </a:rPr>
                        <a:t>Wisconsin Bell</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2/21/2025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Kagan</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051524791"/>
                  </a:ext>
                </a:extLst>
              </a:tr>
              <a:tr h="320040">
                <a:tc>
                  <a:txBody>
                    <a:bodyPr/>
                    <a:lstStyle/>
                    <a:p>
                      <a:r>
                        <a:rPr lang="en-US" sz="1100" dirty="0">
                          <a:latin typeface="MULISH BLACK ROMAN"/>
                        </a:rPr>
                        <a:t>Williams</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2/21/2025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(5-4)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Kavanaugh</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219908336"/>
                  </a:ext>
                </a:extLst>
              </a:tr>
              <a:tr h="320040">
                <a:tc>
                  <a:txBody>
                    <a:bodyPr/>
                    <a:lstStyle/>
                    <a:p>
                      <a:r>
                        <a:rPr lang="en-US" sz="1100" dirty="0">
                          <a:latin typeface="MULISH BLACK ROMAN"/>
                        </a:rPr>
                        <a:t>Lackey</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2/25/2025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(7-2)</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Roberts</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58160031"/>
                  </a:ext>
                </a:extLst>
              </a:tr>
              <a:tr h="320040">
                <a:tc>
                  <a:txBody>
                    <a:bodyPr/>
                    <a:lstStyle/>
                    <a:p>
                      <a:r>
                        <a:rPr lang="en-US" sz="1100" dirty="0">
                          <a:latin typeface="MULISH BLACK ROMAN"/>
                        </a:rPr>
                        <a:t>Glossip</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2/25/2025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(6-2)</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Sotomayor</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pattFill prst="wdUpDiag">
                      <a:fgClr>
                        <a:srgbClr val="4E478A"/>
                      </a:fgClr>
                      <a:bgClr>
                        <a:schemeClr val="tx1">
                          <a:lumMod val="50000"/>
                          <a:lumOff val="50000"/>
                        </a:schemeClr>
                      </a:bgClr>
                    </a:patt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348289071"/>
                  </a:ext>
                </a:extLst>
              </a:tr>
              <a:tr h="320040">
                <a:tc>
                  <a:txBody>
                    <a:bodyPr/>
                    <a:lstStyle/>
                    <a:p>
                      <a:r>
                        <a:rPr lang="en-US" sz="1100" dirty="0">
                          <a:latin typeface="MULISH BLACK ROMAN"/>
                        </a:rPr>
                        <a:t>Waetzig</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2/26/2025</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(9-0)</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Alito</a:t>
                      </a:r>
                    </a:p>
                  </a:txBody>
                  <a:tcPr marL="9525" marR="9525" marT="9525" marB="0" anchor="ctr">
                    <a:lnL>
                      <a:noFill/>
                    </a:lnL>
                    <a:lnR w="12700" cap="flat" cmpd="sng" algn="ctr">
                      <a:solidFill>
                        <a:schemeClr val="bg1"/>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791707358"/>
                  </a:ext>
                </a:extLst>
              </a:tr>
              <a:tr h="320040">
                <a:tc>
                  <a:txBody>
                    <a:bodyPr/>
                    <a:lstStyle/>
                    <a:p>
                      <a:r>
                        <a:rPr lang="en-US" sz="1100" dirty="0">
                          <a:latin typeface="MULISH BLACK ROMAN"/>
                        </a:rPr>
                        <a:t>Dewberry</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2/26/2025</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(9-0)</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Kagan</a:t>
                      </a:r>
                    </a:p>
                  </a:txBody>
                  <a:tcPr marL="9525" marR="9525" marT="9525" marB="0" anchor="ctr">
                    <a:lnL>
                      <a:noFill/>
                    </a:lnL>
                    <a:lnR w="12700" cap="flat" cmpd="sng" algn="ctr">
                      <a:solidFill>
                        <a:schemeClr val="bg1"/>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357545266"/>
                  </a:ext>
                </a:extLst>
              </a:tr>
            </a:tbl>
          </a:graphicData>
        </a:graphic>
      </p:graphicFrame>
      <p:pic>
        <p:nvPicPr>
          <p:cNvPr id="8" name="Picture 7" descr="A picture containing person, person, indoor, suit&#10;&#10;Description automatically generated">
            <a:extLst>
              <a:ext uri="{FF2B5EF4-FFF2-40B4-BE49-F238E27FC236}">
                <a16:creationId xmlns:a16="http://schemas.microsoft.com/office/drawing/2014/main" id="{3729B541-7FD5-1E4B-B70B-5576A107D83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830976" y="645655"/>
            <a:ext cx="1025212" cy="822960"/>
          </a:xfrm>
          <a:prstGeom prst="rect">
            <a:avLst/>
          </a:prstGeom>
        </p:spPr>
      </p:pic>
      <p:pic>
        <p:nvPicPr>
          <p:cNvPr id="10" name="Picture 9" descr="A person smiling for the camera&#10;&#10;Description automatically generated with medium confidence">
            <a:extLst>
              <a:ext uri="{FF2B5EF4-FFF2-40B4-BE49-F238E27FC236}">
                <a16:creationId xmlns:a16="http://schemas.microsoft.com/office/drawing/2014/main" id="{198360DB-F6AA-AF4D-9F57-D690DC68B6A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833574" y="646722"/>
            <a:ext cx="909589" cy="822960"/>
          </a:xfrm>
          <a:prstGeom prst="rect">
            <a:avLst/>
          </a:prstGeom>
        </p:spPr>
      </p:pic>
      <p:pic>
        <p:nvPicPr>
          <p:cNvPr id="12" name="Picture 11" descr="A person smiling for the picture&#10;&#10;Description automatically generated with medium confidence">
            <a:extLst>
              <a:ext uri="{FF2B5EF4-FFF2-40B4-BE49-F238E27FC236}">
                <a16:creationId xmlns:a16="http://schemas.microsoft.com/office/drawing/2014/main" id="{16ACDF34-C1E1-844D-A9E2-76296CF08BBB}"/>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318037" y="648630"/>
            <a:ext cx="851938" cy="822960"/>
          </a:xfrm>
          <a:prstGeom prst="rect">
            <a:avLst/>
          </a:prstGeom>
        </p:spPr>
      </p:pic>
      <p:pic>
        <p:nvPicPr>
          <p:cNvPr id="14" name="Picture 13" descr="A picture containing person, person, indoor, suit&#10;&#10;Description automatically generated">
            <a:extLst>
              <a:ext uri="{FF2B5EF4-FFF2-40B4-BE49-F238E27FC236}">
                <a16:creationId xmlns:a16="http://schemas.microsoft.com/office/drawing/2014/main" id="{B22BDDB2-19EB-1248-A066-EA6A419F67A7}"/>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263691" y="646721"/>
            <a:ext cx="917918" cy="822960"/>
          </a:xfrm>
          <a:prstGeom prst="rect">
            <a:avLst/>
          </a:prstGeom>
        </p:spPr>
      </p:pic>
      <p:pic>
        <p:nvPicPr>
          <p:cNvPr id="18" name="Picture 17" descr="A person with long hair&#10;&#10;Description automatically generated with low confidence">
            <a:extLst>
              <a:ext uri="{FF2B5EF4-FFF2-40B4-BE49-F238E27FC236}">
                <a16:creationId xmlns:a16="http://schemas.microsoft.com/office/drawing/2014/main" id="{B3BB87FD-05D8-5943-B8C7-D13B35F2D60B}"/>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8799422" y="651849"/>
            <a:ext cx="903400" cy="822960"/>
          </a:xfrm>
          <a:prstGeom prst="rect">
            <a:avLst/>
          </a:prstGeom>
        </p:spPr>
      </p:pic>
      <p:pic>
        <p:nvPicPr>
          <p:cNvPr id="20" name="Picture 19" descr="A person with curly hair&#10;&#10;Description automatically generated with low confidence">
            <a:extLst>
              <a:ext uri="{FF2B5EF4-FFF2-40B4-BE49-F238E27FC236}">
                <a16:creationId xmlns:a16="http://schemas.microsoft.com/office/drawing/2014/main" id="{21498AC9-69A7-424D-B7E4-7B17E3BB7DF1}"/>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5084172" y="659106"/>
            <a:ext cx="988879" cy="822960"/>
          </a:xfrm>
          <a:prstGeom prst="rect">
            <a:avLst/>
          </a:prstGeom>
        </p:spPr>
      </p:pic>
      <p:pic>
        <p:nvPicPr>
          <p:cNvPr id="22" name="Picture 21" descr="A picture containing person, person, indoor, suit&#10;&#10;Description automatically generated">
            <a:extLst>
              <a:ext uri="{FF2B5EF4-FFF2-40B4-BE49-F238E27FC236}">
                <a16:creationId xmlns:a16="http://schemas.microsoft.com/office/drawing/2014/main" id="{E8320C50-E330-DB47-96AB-BED3E96F7BC9}"/>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8047839" y="646409"/>
            <a:ext cx="896658" cy="822960"/>
          </a:xfrm>
          <a:prstGeom prst="rect">
            <a:avLst/>
          </a:prstGeom>
        </p:spPr>
      </p:pic>
      <p:pic>
        <p:nvPicPr>
          <p:cNvPr id="24" name="Picture 23" descr="A person in a suit&#10;&#10;Description automatically generated with low confidence">
            <a:extLst>
              <a:ext uri="{FF2B5EF4-FFF2-40B4-BE49-F238E27FC236}">
                <a16:creationId xmlns:a16="http://schemas.microsoft.com/office/drawing/2014/main" id="{0402D156-9271-A242-9A94-3BAFC782CBF2}"/>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9538427" y="651299"/>
            <a:ext cx="882595" cy="822960"/>
          </a:xfrm>
          <a:prstGeom prst="rect">
            <a:avLst/>
          </a:prstGeom>
        </p:spPr>
      </p:pic>
      <p:pic>
        <p:nvPicPr>
          <p:cNvPr id="3" name="Picture 2">
            <a:extLst>
              <a:ext uri="{FF2B5EF4-FFF2-40B4-BE49-F238E27FC236}">
                <a16:creationId xmlns:a16="http://schemas.microsoft.com/office/drawing/2014/main" id="{7D805A0D-62F6-C577-52D1-8ED9759B8AC5}"/>
              </a:ext>
            </a:extLst>
          </p:cNvPr>
          <p:cNvPicPr>
            <a:picLocks noChangeAspect="1"/>
          </p:cNvPicPr>
          <p:nvPr/>
        </p:nvPicPr>
        <p:blipFill>
          <a:blip r:embed="rId11">
            <a:extLst>
              <a:ext uri="{28A0092B-C50C-407E-A947-70E740481C1C}">
                <a14:useLocalDpi xmlns:a14="http://schemas.microsoft.com/office/drawing/2010/main" val="0"/>
              </a:ext>
            </a:extLst>
          </a:blip>
          <a:srcRect l="24384" r="27105" b="26016"/>
          <a:stretch/>
        </p:blipFill>
        <p:spPr>
          <a:xfrm>
            <a:off x="6707731" y="721694"/>
            <a:ext cx="741760" cy="754179"/>
          </a:xfrm>
          <a:prstGeom prst="rect">
            <a:avLst/>
          </a:prstGeom>
        </p:spPr>
      </p:pic>
      <p:sp>
        <p:nvSpPr>
          <p:cNvPr id="7" name="TextBox 6">
            <a:extLst>
              <a:ext uri="{FF2B5EF4-FFF2-40B4-BE49-F238E27FC236}">
                <a16:creationId xmlns:a16="http://schemas.microsoft.com/office/drawing/2014/main" id="{FC73922D-94E5-F6BA-4423-30961605A13B}"/>
              </a:ext>
            </a:extLst>
          </p:cNvPr>
          <p:cNvSpPr txBox="1"/>
          <p:nvPr/>
        </p:nvSpPr>
        <p:spPr>
          <a:xfrm>
            <a:off x="4350327" y="157018"/>
            <a:ext cx="7666182" cy="430887"/>
          </a:xfrm>
          <a:prstGeom prst="rect">
            <a:avLst/>
          </a:prstGeom>
          <a:noFill/>
        </p:spPr>
        <p:txBody>
          <a:bodyPr wrap="square" rtlCol="0">
            <a:spAutoFit/>
          </a:bodyPr>
          <a:lstStyle/>
          <a:p>
            <a:r>
              <a:rPr lang="en-US" sz="1100" dirty="0">
                <a:latin typeface="MULISH BLACK ROMAN"/>
              </a:rPr>
              <a:t>                    Joined Majority                    Joined Dissent                    Authored Special  (In Part)                             Did Not Participate                                  </a:t>
            </a:r>
            <a:br>
              <a:rPr lang="en-US" sz="1100" dirty="0">
                <a:latin typeface="MULISH BLACK ROMAN"/>
              </a:rPr>
            </a:br>
            <a:r>
              <a:rPr lang="en-US" sz="1100" dirty="0">
                <a:latin typeface="MULISH BLACK ROMAN"/>
              </a:rPr>
              <a:t>			                           Concurrence (or In Judgement)</a:t>
            </a:r>
          </a:p>
        </p:txBody>
      </p:sp>
      <p:sp>
        <p:nvSpPr>
          <p:cNvPr id="9" name="Rectangle 8">
            <a:extLst>
              <a:ext uri="{FF2B5EF4-FFF2-40B4-BE49-F238E27FC236}">
                <a16:creationId xmlns:a16="http://schemas.microsoft.com/office/drawing/2014/main" id="{4A50A1DB-1249-0374-AC7E-10ED1FECB73B}"/>
              </a:ext>
            </a:extLst>
          </p:cNvPr>
          <p:cNvSpPr/>
          <p:nvPr/>
        </p:nvSpPr>
        <p:spPr>
          <a:xfrm>
            <a:off x="4560342" y="174731"/>
            <a:ext cx="314037" cy="261610"/>
          </a:xfrm>
          <a:prstGeom prst="rect">
            <a:avLst/>
          </a:prstGeom>
          <a:solidFill>
            <a:srgbClr val="4F4789"/>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04814F8B-E68E-57AD-2F4F-5DDD306F3568}"/>
              </a:ext>
            </a:extLst>
          </p:cNvPr>
          <p:cNvSpPr/>
          <p:nvPr/>
        </p:nvSpPr>
        <p:spPr>
          <a:xfrm>
            <a:off x="6131349" y="156994"/>
            <a:ext cx="314037" cy="261610"/>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5DB9D35C-CEF8-E8B6-A04F-66CFACE5A916}"/>
              </a:ext>
            </a:extLst>
          </p:cNvPr>
          <p:cNvSpPr/>
          <p:nvPr/>
        </p:nvSpPr>
        <p:spPr>
          <a:xfrm>
            <a:off x="7633442" y="156073"/>
            <a:ext cx="314037" cy="261610"/>
          </a:xfrm>
          <a:prstGeom prst="rect">
            <a:avLst/>
          </a:prstGeom>
          <a:solidFill>
            <a:schemeClr val="accent6"/>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A13E5228-A2A9-C3E4-2729-B852B2AD7CA1}"/>
              </a:ext>
            </a:extLst>
          </p:cNvPr>
          <p:cNvSpPr/>
          <p:nvPr/>
        </p:nvSpPr>
        <p:spPr>
          <a:xfrm>
            <a:off x="10004000" y="156073"/>
            <a:ext cx="314037" cy="261610"/>
          </a:xfrm>
          <a:prstGeom prst="rect">
            <a:avLst/>
          </a:prstGeom>
          <a:pattFill prst="wdUpDiag">
            <a:fgClr>
              <a:srgbClr val="4E478A"/>
            </a:fgClr>
            <a:bgClr>
              <a:schemeClr val="tx1">
                <a:lumMod val="50000"/>
                <a:lumOff val="50000"/>
              </a:schemeClr>
            </a:bgClr>
          </a:patt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61988494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6BB59230-B96E-4F41-9BE2-217AB47BFA09}"/>
              </a:ext>
            </a:extLst>
          </p:cNvPr>
          <p:cNvSpPr>
            <a:spLocks noGrp="1"/>
          </p:cNvSpPr>
          <p:nvPr>
            <p:ph type="sldNum" sz="quarter" idx="12"/>
          </p:nvPr>
        </p:nvSpPr>
        <p:spPr/>
        <p:txBody>
          <a:bodyPr/>
          <a:lstStyle/>
          <a:p>
            <a:fld id="{5E212BD6-99D2-4430-8307-3DFF6CB1AF68}" type="slidenum">
              <a:rPr lang="en-US" smtClean="0"/>
              <a:t>26</a:t>
            </a:fld>
            <a:endParaRPr lang="en-US"/>
          </a:p>
        </p:txBody>
      </p:sp>
      <p:sp>
        <p:nvSpPr>
          <p:cNvPr id="5" name="Title 9">
            <a:extLst>
              <a:ext uri="{FF2B5EF4-FFF2-40B4-BE49-F238E27FC236}">
                <a16:creationId xmlns:a16="http://schemas.microsoft.com/office/drawing/2014/main" id="{4AEB5166-104F-F844-BFBC-60336AA803D3}"/>
              </a:ext>
            </a:extLst>
          </p:cNvPr>
          <p:cNvSpPr>
            <a:spLocks noGrp="1"/>
          </p:cNvSpPr>
          <p:nvPr>
            <p:ph type="title"/>
          </p:nvPr>
        </p:nvSpPr>
        <p:spPr>
          <a:xfrm>
            <a:off x="243939" y="74723"/>
            <a:ext cx="10515600" cy="788442"/>
          </a:xfrm>
        </p:spPr>
        <p:txBody>
          <a:bodyPr>
            <a:normAutofit/>
          </a:bodyPr>
          <a:lstStyle/>
          <a:p>
            <a:r>
              <a:rPr lang="en-US" sz="3600" dirty="0">
                <a:solidFill>
                  <a:srgbClr val="A90404"/>
                </a:solidFill>
                <a:latin typeface="MULISH BOLD ROMAN" pitchFamily="2" charset="77"/>
              </a:rPr>
              <a:t>VOTING ALIGNMENT</a:t>
            </a:r>
          </a:p>
        </p:txBody>
      </p:sp>
      <p:graphicFrame>
        <p:nvGraphicFramePr>
          <p:cNvPr id="6" name="Table 6">
            <a:extLst>
              <a:ext uri="{FF2B5EF4-FFF2-40B4-BE49-F238E27FC236}">
                <a16:creationId xmlns:a16="http://schemas.microsoft.com/office/drawing/2014/main" id="{5BF0DDD8-DCD3-F44C-A42D-CBB308CF5050}"/>
              </a:ext>
            </a:extLst>
          </p:cNvPr>
          <p:cNvGraphicFramePr>
            <a:graphicFrameLocks noGrp="1"/>
          </p:cNvGraphicFramePr>
          <p:nvPr>
            <p:extLst>
              <p:ext uri="{D42A27DB-BD31-4B8C-83A1-F6EECF244321}">
                <p14:modId xmlns:p14="http://schemas.microsoft.com/office/powerpoint/2010/main" val="2142725466"/>
              </p:ext>
            </p:extLst>
          </p:nvPr>
        </p:nvGraphicFramePr>
        <p:xfrm>
          <a:off x="339318" y="1127293"/>
          <a:ext cx="11494360" cy="5148072"/>
        </p:xfrm>
        <a:graphic>
          <a:graphicData uri="http://schemas.openxmlformats.org/drawingml/2006/table">
            <a:tbl>
              <a:tblPr firstRow="1" bandRow="1">
                <a:tableStyleId>{C083E6E3-FA7D-4D7B-A595-EF9225AFEA82}</a:tableStyleId>
              </a:tblPr>
              <a:tblGrid>
                <a:gridCol w="1697902">
                  <a:extLst>
                    <a:ext uri="{9D8B030D-6E8A-4147-A177-3AD203B41FA5}">
                      <a16:colId xmlns:a16="http://schemas.microsoft.com/office/drawing/2014/main" val="1855254515"/>
                    </a:ext>
                  </a:extLst>
                </a:gridCol>
                <a:gridCol w="1277471">
                  <a:extLst>
                    <a:ext uri="{9D8B030D-6E8A-4147-A177-3AD203B41FA5}">
                      <a16:colId xmlns:a16="http://schemas.microsoft.com/office/drawing/2014/main" val="2522142181"/>
                    </a:ext>
                  </a:extLst>
                </a:gridCol>
                <a:gridCol w="726141">
                  <a:extLst>
                    <a:ext uri="{9D8B030D-6E8A-4147-A177-3AD203B41FA5}">
                      <a16:colId xmlns:a16="http://schemas.microsoft.com/office/drawing/2014/main" val="3188583542"/>
                    </a:ext>
                  </a:extLst>
                </a:gridCol>
                <a:gridCol w="1209166">
                  <a:extLst>
                    <a:ext uri="{9D8B030D-6E8A-4147-A177-3AD203B41FA5}">
                      <a16:colId xmlns:a16="http://schemas.microsoft.com/office/drawing/2014/main" val="4102962030"/>
                    </a:ext>
                  </a:extLst>
                </a:gridCol>
                <a:gridCol w="731520">
                  <a:extLst>
                    <a:ext uri="{9D8B030D-6E8A-4147-A177-3AD203B41FA5}">
                      <a16:colId xmlns:a16="http://schemas.microsoft.com/office/drawing/2014/main" val="2863512104"/>
                    </a:ext>
                  </a:extLst>
                </a:gridCol>
                <a:gridCol w="731520">
                  <a:extLst>
                    <a:ext uri="{9D8B030D-6E8A-4147-A177-3AD203B41FA5}">
                      <a16:colId xmlns:a16="http://schemas.microsoft.com/office/drawing/2014/main" val="3247459570"/>
                    </a:ext>
                  </a:extLst>
                </a:gridCol>
                <a:gridCol w="731520">
                  <a:extLst>
                    <a:ext uri="{9D8B030D-6E8A-4147-A177-3AD203B41FA5}">
                      <a16:colId xmlns:a16="http://schemas.microsoft.com/office/drawing/2014/main" val="338529481"/>
                    </a:ext>
                  </a:extLst>
                </a:gridCol>
                <a:gridCol w="731520">
                  <a:extLst>
                    <a:ext uri="{9D8B030D-6E8A-4147-A177-3AD203B41FA5}">
                      <a16:colId xmlns:a16="http://schemas.microsoft.com/office/drawing/2014/main" val="3188298085"/>
                    </a:ext>
                  </a:extLst>
                </a:gridCol>
                <a:gridCol w="731520">
                  <a:extLst>
                    <a:ext uri="{9D8B030D-6E8A-4147-A177-3AD203B41FA5}">
                      <a16:colId xmlns:a16="http://schemas.microsoft.com/office/drawing/2014/main" val="4228331188"/>
                    </a:ext>
                  </a:extLst>
                </a:gridCol>
                <a:gridCol w="731520">
                  <a:extLst>
                    <a:ext uri="{9D8B030D-6E8A-4147-A177-3AD203B41FA5}">
                      <a16:colId xmlns:a16="http://schemas.microsoft.com/office/drawing/2014/main" val="3044216961"/>
                    </a:ext>
                  </a:extLst>
                </a:gridCol>
                <a:gridCol w="731520">
                  <a:extLst>
                    <a:ext uri="{9D8B030D-6E8A-4147-A177-3AD203B41FA5}">
                      <a16:colId xmlns:a16="http://schemas.microsoft.com/office/drawing/2014/main" val="823801858"/>
                    </a:ext>
                  </a:extLst>
                </a:gridCol>
                <a:gridCol w="731520">
                  <a:extLst>
                    <a:ext uri="{9D8B030D-6E8A-4147-A177-3AD203B41FA5}">
                      <a16:colId xmlns:a16="http://schemas.microsoft.com/office/drawing/2014/main" val="1551614119"/>
                    </a:ext>
                  </a:extLst>
                </a:gridCol>
                <a:gridCol w="731520">
                  <a:extLst>
                    <a:ext uri="{9D8B030D-6E8A-4147-A177-3AD203B41FA5}">
                      <a16:colId xmlns:a16="http://schemas.microsoft.com/office/drawing/2014/main" val="3870732938"/>
                    </a:ext>
                  </a:extLst>
                </a:gridCol>
              </a:tblGrid>
              <a:tr h="347472">
                <a:tc>
                  <a:txBody>
                    <a:bodyPr/>
                    <a:lstStyle/>
                    <a:p>
                      <a:pPr algn="l"/>
                      <a:r>
                        <a:rPr lang="en-US" sz="1300" dirty="0">
                          <a:latin typeface="MULISH BLACK ROMAN"/>
                        </a:rPr>
                        <a:t>Case Name</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BLACK ROMAN"/>
                        </a:rPr>
                        <a:t>Decided</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BLACK ROMAN"/>
                        </a:rPr>
                        <a:t>Vote</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BLACK ROMAN"/>
                        </a:rPr>
                        <a:t>Author</a:t>
                      </a:r>
                    </a:p>
                  </a:txBody>
                  <a:tcPr anchor="ctr">
                    <a:lnL>
                      <a:noFill/>
                    </a:lnL>
                    <a:lnR>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BLACK ROMAN"/>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BLACK ROMAN"/>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BLACK ROMAN"/>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BLACK ROMAN"/>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BLACK ROMAN"/>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BLACK ROMAN"/>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BLACK ROMAN"/>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BLACK ROMAN"/>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BLACK ROMAN"/>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022172286"/>
                  </a:ext>
                </a:extLst>
              </a:tr>
              <a:tr h="320040">
                <a:tc>
                  <a:txBody>
                    <a:bodyPr/>
                    <a:lstStyle/>
                    <a:p>
                      <a:r>
                        <a:rPr lang="en-US" sz="1100" dirty="0">
                          <a:latin typeface="MULISH BLACK ROMAN"/>
                        </a:rPr>
                        <a:t>SF v. EPA</a:t>
                      </a:r>
                    </a:p>
                  </a:txBody>
                  <a:tcPr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3/4/2025</a:t>
                      </a:r>
                    </a:p>
                  </a:txBody>
                  <a:tcPr marL="9525"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(9-0)</a:t>
                      </a:r>
                    </a:p>
                  </a:txBody>
                  <a:tcPr marL="9525"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Alito</a:t>
                      </a:r>
                    </a:p>
                  </a:txBody>
                  <a:tcPr marL="9525" marR="9525" marT="9525" marB="0" anchor="ctr">
                    <a:lnL>
                      <a:noFill/>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4229935506"/>
                  </a:ext>
                </a:extLst>
              </a:tr>
              <a:tr h="320040">
                <a:tc>
                  <a:txBody>
                    <a:bodyPr/>
                    <a:lstStyle/>
                    <a:p>
                      <a:r>
                        <a:rPr lang="en-US" sz="1100" dirty="0">
                          <a:latin typeface="MULISH BLACK ROMAN"/>
                        </a:rPr>
                        <a:t>Bufkin</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3/5/2025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(7-2)</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Thomas</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396768621"/>
                  </a:ext>
                </a:extLst>
              </a:tr>
              <a:tr h="320040">
                <a:tc>
                  <a:txBody>
                    <a:bodyPr/>
                    <a:lstStyle/>
                    <a:p>
                      <a:r>
                        <a:rPr lang="en-US" sz="1100" dirty="0">
                          <a:latin typeface="MULISH BLACK ROMAN"/>
                        </a:rPr>
                        <a:t>Thompson</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3/21/2025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Roberts</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471751296"/>
                  </a:ext>
                </a:extLst>
              </a:tr>
              <a:tr h="320040">
                <a:tc>
                  <a:txBody>
                    <a:bodyPr/>
                    <a:lstStyle/>
                    <a:p>
                      <a:r>
                        <a:rPr lang="en-US" sz="1100" dirty="0">
                          <a:latin typeface="MULISH BLACK ROMAN"/>
                        </a:rPr>
                        <a:t>Delligatti</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3/21/2025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(7-2)</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Thomas</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987411499"/>
                  </a:ext>
                </a:extLst>
              </a:tr>
              <a:tr h="320040">
                <a:tc>
                  <a:txBody>
                    <a:bodyPr/>
                    <a:lstStyle/>
                    <a:p>
                      <a:r>
                        <a:rPr lang="en-US" sz="1100" dirty="0">
                          <a:latin typeface="MULISH BLACK ROMAN"/>
                        </a:rPr>
                        <a:t>Vanderstok</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3/26/2025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(7-2)</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Gorsuch</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637205288"/>
                  </a:ext>
                </a:extLst>
              </a:tr>
              <a:tr h="320040">
                <a:tc>
                  <a:txBody>
                    <a:bodyPr/>
                    <a:lstStyle/>
                    <a:p>
                      <a:r>
                        <a:rPr lang="en-US" sz="1100" dirty="0">
                          <a:latin typeface="MULISH BLACK ROMAN"/>
                        </a:rPr>
                        <a:t>Miller</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3/26/2025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(8-1)</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Jackson</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815833910"/>
                  </a:ext>
                </a:extLst>
              </a:tr>
              <a:tr h="320040">
                <a:tc>
                  <a:txBody>
                    <a:bodyPr/>
                    <a:lstStyle/>
                    <a:p>
                      <a:r>
                        <a:rPr lang="en-US" sz="1100" dirty="0">
                          <a:latin typeface="MULISH BLACK ROMAN"/>
                        </a:rPr>
                        <a:t>Wages &amp; White Lion</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4/2/2025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(9-0)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Alito</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705721243"/>
                  </a:ext>
                </a:extLst>
              </a:tr>
              <a:tr h="320040">
                <a:tc>
                  <a:txBody>
                    <a:bodyPr/>
                    <a:lstStyle/>
                    <a:p>
                      <a:r>
                        <a:rPr lang="en-US" sz="1100" dirty="0">
                          <a:latin typeface="MULISH BLACK ROMAN"/>
                        </a:rPr>
                        <a:t>Medical Marijuana</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4/2/2025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(5-4)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Barrett</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172497950"/>
                  </a:ext>
                </a:extLst>
              </a:tr>
              <a:tr h="320040">
                <a:tc>
                  <a:txBody>
                    <a:bodyPr/>
                    <a:lstStyle/>
                    <a:p>
                      <a:r>
                        <a:rPr lang="en-US" sz="1100" dirty="0">
                          <a:latin typeface="MULISH BLACK ROMAN"/>
                        </a:rPr>
                        <a:t>D.O.E. v. CA</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4/4/2025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(5-4)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Per Curiam</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2248342504"/>
                  </a:ext>
                </a:extLst>
              </a:tr>
              <a:tr h="320040">
                <a:tc>
                  <a:txBody>
                    <a:bodyPr/>
                    <a:lstStyle/>
                    <a:p>
                      <a:r>
                        <a:rPr lang="en-US" sz="1100" dirty="0">
                          <a:latin typeface="MULISH BLACK ROMAN"/>
                        </a:rPr>
                        <a:t>Trump v. J.G.G.</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4/7/2025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(5-4)*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Per Curiam</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051524791"/>
                  </a:ext>
                </a:extLst>
              </a:tr>
              <a:tr h="320040">
                <a:tc>
                  <a:txBody>
                    <a:bodyPr/>
                    <a:lstStyle/>
                    <a:p>
                      <a:r>
                        <a:rPr lang="en-US" sz="1100" dirty="0">
                          <a:latin typeface="MULISH BLACK ROMAN"/>
                        </a:rPr>
                        <a:t>Cunningham</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4/17/2025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Sotomayor</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219908336"/>
                  </a:ext>
                </a:extLst>
              </a:tr>
              <a:tr h="320040">
                <a:tc>
                  <a:txBody>
                    <a:bodyPr/>
                    <a:lstStyle/>
                    <a:p>
                      <a:r>
                        <a:rPr lang="en-US" sz="1100" dirty="0">
                          <a:latin typeface="MULISH BLACK ROMAN"/>
                        </a:rPr>
                        <a:t>Monsalvo Valazquez</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4/22/2025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(6-3)</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Gorsuch</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58160031"/>
                  </a:ext>
                </a:extLst>
              </a:tr>
              <a:tr h="320040">
                <a:tc>
                  <a:txBody>
                    <a:bodyPr/>
                    <a:lstStyle/>
                    <a:p>
                      <a:r>
                        <a:rPr lang="en-US" sz="1100" dirty="0">
                          <a:latin typeface="MULISH BLACK ROMAN"/>
                        </a:rPr>
                        <a:t>Advocate Christ Medical</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BLACK ROMAN"/>
                        </a:rPr>
                        <a:t>04/29/2025</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BLACK ROMAN"/>
                        </a:rPr>
                        <a:t>(7-2)</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BLACK ROMAN"/>
                        </a:rPr>
                        <a:t>Barrett</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348289071"/>
                  </a:ext>
                </a:extLst>
              </a:tr>
              <a:tr h="320040">
                <a:tc>
                  <a:txBody>
                    <a:bodyPr/>
                    <a:lstStyle/>
                    <a:p>
                      <a:r>
                        <a:rPr lang="en-US" sz="1100" dirty="0">
                          <a:latin typeface="MULISH BLACK ROMAN"/>
                        </a:rPr>
                        <a:t>Feliciano</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r>
                        <a:rPr lang="en-US" sz="1100" dirty="0">
                          <a:latin typeface="MULISH BLACK ROMAN"/>
                        </a:rPr>
                        <a:t>04/30/2025</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r>
                        <a:rPr lang="en-US" sz="1100" dirty="0">
                          <a:latin typeface="MULISH BLACK ROMAN"/>
                        </a:rPr>
                        <a:t>(5-4)</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r>
                        <a:rPr lang="en-US" sz="1100" dirty="0">
                          <a:latin typeface="MULISH BLACK ROMAN"/>
                        </a:rPr>
                        <a:t>Gorsuch</a:t>
                      </a:r>
                    </a:p>
                  </a:txBody>
                  <a:tcPr anchor="ctr">
                    <a:lnL>
                      <a:noFill/>
                    </a:lnL>
                    <a:lnR w="12700" cap="flat" cmpd="sng" algn="ctr">
                      <a:solidFill>
                        <a:schemeClr val="bg1"/>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791707358"/>
                  </a:ext>
                </a:extLst>
              </a:tr>
              <a:tr h="320040">
                <a:tc>
                  <a:txBody>
                    <a:bodyPr/>
                    <a:lstStyle/>
                    <a:p>
                      <a:r>
                        <a:rPr lang="en-US" sz="1100" dirty="0">
                          <a:latin typeface="MULISH BLACK ROMAN"/>
                        </a:rPr>
                        <a:t>Barnes</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r>
                        <a:rPr lang="en-US" sz="1100" dirty="0">
                          <a:latin typeface="MULISH BLACK ROMAN"/>
                        </a:rPr>
                        <a:t>05/15/2025</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r>
                        <a:rPr lang="en-US" sz="1100" dirty="0">
                          <a:latin typeface="MULISH BLACK ROMAN"/>
                        </a:rPr>
                        <a:t>(9-0)</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r>
                        <a:rPr lang="en-US" sz="1100" dirty="0">
                          <a:latin typeface="MULISH BLACK ROMAN"/>
                        </a:rPr>
                        <a:t>Kagan</a:t>
                      </a:r>
                    </a:p>
                  </a:txBody>
                  <a:tcPr anchor="ctr">
                    <a:lnL>
                      <a:noFill/>
                    </a:lnL>
                    <a:lnR w="12700" cap="flat" cmpd="sng" algn="ctr">
                      <a:solidFill>
                        <a:schemeClr val="bg1"/>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357545266"/>
                  </a:ext>
                </a:extLst>
              </a:tr>
            </a:tbl>
          </a:graphicData>
        </a:graphic>
      </p:graphicFrame>
      <p:pic>
        <p:nvPicPr>
          <p:cNvPr id="8" name="Picture 7" descr="A picture containing person, person, indoor, suit&#10;&#10;Description automatically generated">
            <a:extLst>
              <a:ext uri="{FF2B5EF4-FFF2-40B4-BE49-F238E27FC236}">
                <a16:creationId xmlns:a16="http://schemas.microsoft.com/office/drawing/2014/main" id="{3729B541-7FD5-1E4B-B70B-5576A107D83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830976" y="645655"/>
            <a:ext cx="1025212" cy="822960"/>
          </a:xfrm>
          <a:prstGeom prst="rect">
            <a:avLst/>
          </a:prstGeom>
        </p:spPr>
      </p:pic>
      <p:pic>
        <p:nvPicPr>
          <p:cNvPr id="10" name="Picture 9" descr="A person smiling for the camera&#10;&#10;Description automatically generated with medium confidence">
            <a:extLst>
              <a:ext uri="{FF2B5EF4-FFF2-40B4-BE49-F238E27FC236}">
                <a16:creationId xmlns:a16="http://schemas.microsoft.com/office/drawing/2014/main" id="{198360DB-F6AA-AF4D-9F57-D690DC68B6A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833574" y="646722"/>
            <a:ext cx="909589" cy="822960"/>
          </a:xfrm>
          <a:prstGeom prst="rect">
            <a:avLst/>
          </a:prstGeom>
        </p:spPr>
      </p:pic>
      <p:pic>
        <p:nvPicPr>
          <p:cNvPr id="12" name="Picture 11" descr="A person smiling for the picture&#10;&#10;Description automatically generated with medium confidence">
            <a:extLst>
              <a:ext uri="{FF2B5EF4-FFF2-40B4-BE49-F238E27FC236}">
                <a16:creationId xmlns:a16="http://schemas.microsoft.com/office/drawing/2014/main" id="{16ACDF34-C1E1-844D-A9E2-76296CF08BBB}"/>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318037" y="648630"/>
            <a:ext cx="851938" cy="822960"/>
          </a:xfrm>
          <a:prstGeom prst="rect">
            <a:avLst/>
          </a:prstGeom>
        </p:spPr>
      </p:pic>
      <p:pic>
        <p:nvPicPr>
          <p:cNvPr id="14" name="Picture 13" descr="A picture containing person, person, indoor, suit&#10;&#10;Description automatically generated">
            <a:extLst>
              <a:ext uri="{FF2B5EF4-FFF2-40B4-BE49-F238E27FC236}">
                <a16:creationId xmlns:a16="http://schemas.microsoft.com/office/drawing/2014/main" id="{B22BDDB2-19EB-1248-A066-EA6A419F67A7}"/>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263691" y="646721"/>
            <a:ext cx="917918" cy="822960"/>
          </a:xfrm>
          <a:prstGeom prst="rect">
            <a:avLst/>
          </a:prstGeom>
        </p:spPr>
      </p:pic>
      <p:pic>
        <p:nvPicPr>
          <p:cNvPr id="18" name="Picture 17" descr="A person with long hair&#10;&#10;Description automatically generated with low confidence">
            <a:extLst>
              <a:ext uri="{FF2B5EF4-FFF2-40B4-BE49-F238E27FC236}">
                <a16:creationId xmlns:a16="http://schemas.microsoft.com/office/drawing/2014/main" id="{B3BB87FD-05D8-5943-B8C7-D13B35F2D60B}"/>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8799422" y="651849"/>
            <a:ext cx="903400" cy="822960"/>
          </a:xfrm>
          <a:prstGeom prst="rect">
            <a:avLst/>
          </a:prstGeom>
        </p:spPr>
      </p:pic>
      <p:pic>
        <p:nvPicPr>
          <p:cNvPr id="20" name="Picture 19" descr="A person with curly hair&#10;&#10;Description automatically generated with low confidence">
            <a:extLst>
              <a:ext uri="{FF2B5EF4-FFF2-40B4-BE49-F238E27FC236}">
                <a16:creationId xmlns:a16="http://schemas.microsoft.com/office/drawing/2014/main" id="{21498AC9-69A7-424D-B7E4-7B17E3BB7DF1}"/>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5084172" y="659106"/>
            <a:ext cx="988879" cy="822960"/>
          </a:xfrm>
          <a:prstGeom prst="rect">
            <a:avLst/>
          </a:prstGeom>
        </p:spPr>
      </p:pic>
      <p:pic>
        <p:nvPicPr>
          <p:cNvPr id="22" name="Picture 21" descr="A picture containing person, person, indoor, suit&#10;&#10;Description automatically generated">
            <a:extLst>
              <a:ext uri="{FF2B5EF4-FFF2-40B4-BE49-F238E27FC236}">
                <a16:creationId xmlns:a16="http://schemas.microsoft.com/office/drawing/2014/main" id="{E8320C50-E330-DB47-96AB-BED3E96F7BC9}"/>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8047839" y="646409"/>
            <a:ext cx="896658" cy="822960"/>
          </a:xfrm>
          <a:prstGeom prst="rect">
            <a:avLst/>
          </a:prstGeom>
        </p:spPr>
      </p:pic>
      <p:pic>
        <p:nvPicPr>
          <p:cNvPr id="24" name="Picture 23" descr="A person in a suit&#10;&#10;Description automatically generated with low confidence">
            <a:extLst>
              <a:ext uri="{FF2B5EF4-FFF2-40B4-BE49-F238E27FC236}">
                <a16:creationId xmlns:a16="http://schemas.microsoft.com/office/drawing/2014/main" id="{0402D156-9271-A242-9A94-3BAFC782CBF2}"/>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9538427" y="651299"/>
            <a:ext cx="882595" cy="822960"/>
          </a:xfrm>
          <a:prstGeom prst="rect">
            <a:avLst/>
          </a:prstGeom>
        </p:spPr>
      </p:pic>
      <p:pic>
        <p:nvPicPr>
          <p:cNvPr id="2" name="Picture 1">
            <a:extLst>
              <a:ext uri="{FF2B5EF4-FFF2-40B4-BE49-F238E27FC236}">
                <a16:creationId xmlns:a16="http://schemas.microsoft.com/office/drawing/2014/main" id="{D2084ED3-F5F4-E2F3-556F-6FC7185D0008}"/>
              </a:ext>
            </a:extLst>
          </p:cNvPr>
          <p:cNvPicPr>
            <a:picLocks noChangeAspect="1"/>
          </p:cNvPicPr>
          <p:nvPr/>
        </p:nvPicPr>
        <p:blipFill>
          <a:blip r:embed="rId11">
            <a:extLst>
              <a:ext uri="{28A0092B-C50C-407E-A947-70E740481C1C}">
                <a14:useLocalDpi xmlns:a14="http://schemas.microsoft.com/office/drawing/2010/main" val="0"/>
              </a:ext>
            </a:extLst>
          </a:blip>
          <a:srcRect l="24384" r="27105" b="26016"/>
          <a:stretch/>
        </p:blipFill>
        <p:spPr>
          <a:xfrm>
            <a:off x="6707731" y="721694"/>
            <a:ext cx="741760" cy="754179"/>
          </a:xfrm>
          <a:prstGeom prst="rect">
            <a:avLst/>
          </a:prstGeom>
        </p:spPr>
      </p:pic>
      <p:sp>
        <p:nvSpPr>
          <p:cNvPr id="3" name="TextBox 2">
            <a:extLst>
              <a:ext uri="{FF2B5EF4-FFF2-40B4-BE49-F238E27FC236}">
                <a16:creationId xmlns:a16="http://schemas.microsoft.com/office/drawing/2014/main" id="{CA136A9F-9096-EF5E-8ABC-A0B9BFFB3CC7}"/>
              </a:ext>
            </a:extLst>
          </p:cNvPr>
          <p:cNvSpPr txBox="1"/>
          <p:nvPr/>
        </p:nvSpPr>
        <p:spPr>
          <a:xfrm>
            <a:off x="339318" y="6356350"/>
            <a:ext cx="10081704" cy="261610"/>
          </a:xfrm>
          <a:prstGeom prst="rect">
            <a:avLst/>
          </a:prstGeom>
          <a:noFill/>
        </p:spPr>
        <p:txBody>
          <a:bodyPr wrap="square" rtlCol="0">
            <a:spAutoFit/>
          </a:bodyPr>
          <a:lstStyle/>
          <a:p>
            <a:r>
              <a:rPr lang="en-US" sz="1100" dirty="0">
                <a:latin typeface="MULISH BLACK ROMAN"/>
              </a:rPr>
              <a:t>* Justice Barrett joined the dissent in Trump v. J.G.G. but only with respect to Parts II and III-B.</a:t>
            </a:r>
          </a:p>
        </p:txBody>
      </p:sp>
      <p:sp>
        <p:nvSpPr>
          <p:cNvPr id="7" name="TextBox 6">
            <a:extLst>
              <a:ext uri="{FF2B5EF4-FFF2-40B4-BE49-F238E27FC236}">
                <a16:creationId xmlns:a16="http://schemas.microsoft.com/office/drawing/2014/main" id="{27674AEA-6EF8-23E5-25D3-F61D20927C1C}"/>
              </a:ext>
            </a:extLst>
          </p:cNvPr>
          <p:cNvSpPr txBox="1"/>
          <p:nvPr/>
        </p:nvSpPr>
        <p:spPr>
          <a:xfrm>
            <a:off x="4350327" y="157018"/>
            <a:ext cx="7666182" cy="430887"/>
          </a:xfrm>
          <a:prstGeom prst="rect">
            <a:avLst/>
          </a:prstGeom>
          <a:noFill/>
        </p:spPr>
        <p:txBody>
          <a:bodyPr wrap="square" rtlCol="0">
            <a:spAutoFit/>
          </a:bodyPr>
          <a:lstStyle/>
          <a:p>
            <a:r>
              <a:rPr lang="en-US" sz="1100" dirty="0">
                <a:latin typeface="MULISH BLACK ROMAN"/>
              </a:rPr>
              <a:t>                    Joined Majority                    Joined Dissent                    Authored Special  (In Part)                             Did Not Participate                                  </a:t>
            </a:r>
            <a:br>
              <a:rPr lang="en-US" sz="1100" dirty="0">
                <a:latin typeface="MULISH BLACK ROMAN"/>
              </a:rPr>
            </a:br>
            <a:r>
              <a:rPr lang="en-US" sz="1100" dirty="0">
                <a:latin typeface="MULISH BLACK ROMAN"/>
              </a:rPr>
              <a:t>			                           Concurrence (or In Judgement)</a:t>
            </a:r>
          </a:p>
        </p:txBody>
      </p:sp>
      <p:sp>
        <p:nvSpPr>
          <p:cNvPr id="9" name="Rectangle 8">
            <a:extLst>
              <a:ext uri="{FF2B5EF4-FFF2-40B4-BE49-F238E27FC236}">
                <a16:creationId xmlns:a16="http://schemas.microsoft.com/office/drawing/2014/main" id="{93448E0A-7D2B-DD64-5F57-EB737253F3E5}"/>
              </a:ext>
            </a:extLst>
          </p:cNvPr>
          <p:cNvSpPr/>
          <p:nvPr/>
        </p:nvSpPr>
        <p:spPr>
          <a:xfrm>
            <a:off x="4560342" y="174731"/>
            <a:ext cx="314037" cy="261610"/>
          </a:xfrm>
          <a:prstGeom prst="rect">
            <a:avLst/>
          </a:prstGeom>
          <a:solidFill>
            <a:srgbClr val="4F4789"/>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460245D2-C407-8C3A-0101-60EFACBBA6B8}"/>
              </a:ext>
            </a:extLst>
          </p:cNvPr>
          <p:cNvSpPr/>
          <p:nvPr/>
        </p:nvSpPr>
        <p:spPr>
          <a:xfrm>
            <a:off x="6131349" y="156994"/>
            <a:ext cx="314037" cy="261610"/>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CF980300-89D7-3F53-7651-7AC31D290A59}"/>
              </a:ext>
            </a:extLst>
          </p:cNvPr>
          <p:cNvSpPr/>
          <p:nvPr/>
        </p:nvSpPr>
        <p:spPr>
          <a:xfrm>
            <a:off x="7633442" y="156073"/>
            <a:ext cx="314037" cy="261610"/>
          </a:xfrm>
          <a:prstGeom prst="rect">
            <a:avLst/>
          </a:prstGeom>
          <a:solidFill>
            <a:schemeClr val="accent6"/>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FCABAFF5-918E-246C-8B00-CD44E65CC8F5}"/>
              </a:ext>
            </a:extLst>
          </p:cNvPr>
          <p:cNvSpPr/>
          <p:nvPr/>
        </p:nvSpPr>
        <p:spPr>
          <a:xfrm>
            <a:off x="10004000" y="156073"/>
            <a:ext cx="314037" cy="261610"/>
          </a:xfrm>
          <a:prstGeom prst="rect">
            <a:avLst/>
          </a:prstGeom>
          <a:pattFill prst="wdUpDiag">
            <a:fgClr>
              <a:srgbClr val="4F4789"/>
            </a:fgClr>
            <a:bgClr>
              <a:schemeClr val="tx1">
                <a:lumMod val="50000"/>
                <a:lumOff val="50000"/>
              </a:schemeClr>
            </a:bgClr>
          </a:patt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337424603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6BB59230-B96E-4F41-9BE2-217AB47BFA09}"/>
              </a:ext>
            </a:extLst>
          </p:cNvPr>
          <p:cNvSpPr>
            <a:spLocks noGrp="1"/>
          </p:cNvSpPr>
          <p:nvPr>
            <p:ph type="sldNum" sz="quarter" idx="12"/>
          </p:nvPr>
        </p:nvSpPr>
        <p:spPr/>
        <p:txBody>
          <a:bodyPr/>
          <a:lstStyle/>
          <a:p>
            <a:fld id="{5E212BD6-99D2-4430-8307-3DFF6CB1AF68}" type="slidenum">
              <a:rPr lang="en-US" smtClean="0"/>
              <a:t>27</a:t>
            </a:fld>
            <a:endParaRPr lang="en-US"/>
          </a:p>
        </p:txBody>
      </p:sp>
      <p:sp>
        <p:nvSpPr>
          <p:cNvPr id="5" name="Title 9">
            <a:extLst>
              <a:ext uri="{FF2B5EF4-FFF2-40B4-BE49-F238E27FC236}">
                <a16:creationId xmlns:a16="http://schemas.microsoft.com/office/drawing/2014/main" id="{4AEB5166-104F-F844-BFBC-60336AA803D3}"/>
              </a:ext>
            </a:extLst>
          </p:cNvPr>
          <p:cNvSpPr>
            <a:spLocks noGrp="1"/>
          </p:cNvSpPr>
          <p:nvPr>
            <p:ph type="title"/>
          </p:nvPr>
        </p:nvSpPr>
        <p:spPr>
          <a:xfrm>
            <a:off x="243939" y="74723"/>
            <a:ext cx="10515600" cy="788442"/>
          </a:xfrm>
        </p:spPr>
        <p:txBody>
          <a:bodyPr>
            <a:normAutofit/>
          </a:bodyPr>
          <a:lstStyle/>
          <a:p>
            <a:r>
              <a:rPr lang="en-US" sz="3600" dirty="0">
                <a:solidFill>
                  <a:srgbClr val="A90404"/>
                </a:solidFill>
                <a:latin typeface="MULISH BOLD ROMAN" pitchFamily="2" charset="77"/>
              </a:rPr>
              <a:t>VOTING ALIGNMENT</a:t>
            </a:r>
          </a:p>
        </p:txBody>
      </p:sp>
      <p:graphicFrame>
        <p:nvGraphicFramePr>
          <p:cNvPr id="6" name="Table 6">
            <a:extLst>
              <a:ext uri="{FF2B5EF4-FFF2-40B4-BE49-F238E27FC236}">
                <a16:creationId xmlns:a16="http://schemas.microsoft.com/office/drawing/2014/main" id="{5BF0DDD8-DCD3-F44C-A42D-CBB308CF5050}"/>
              </a:ext>
            </a:extLst>
          </p:cNvPr>
          <p:cNvGraphicFramePr>
            <a:graphicFrameLocks noGrp="1"/>
          </p:cNvGraphicFramePr>
          <p:nvPr>
            <p:extLst>
              <p:ext uri="{D42A27DB-BD31-4B8C-83A1-F6EECF244321}">
                <p14:modId xmlns:p14="http://schemas.microsoft.com/office/powerpoint/2010/main" val="491444589"/>
              </p:ext>
            </p:extLst>
          </p:nvPr>
        </p:nvGraphicFramePr>
        <p:xfrm>
          <a:off x="339318" y="1127293"/>
          <a:ext cx="11494360" cy="5148072"/>
        </p:xfrm>
        <a:graphic>
          <a:graphicData uri="http://schemas.openxmlformats.org/drawingml/2006/table">
            <a:tbl>
              <a:tblPr firstRow="1" bandRow="1">
                <a:tableStyleId>{C083E6E3-FA7D-4D7B-A595-EF9225AFEA82}</a:tableStyleId>
              </a:tblPr>
              <a:tblGrid>
                <a:gridCol w="1697902">
                  <a:extLst>
                    <a:ext uri="{9D8B030D-6E8A-4147-A177-3AD203B41FA5}">
                      <a16:colId xmlns:a16="http://schemas.microsoft.com/office/drawing/2014/main" val="1855254515"/>
                    </a:ext>
                  </a:extLst>
                </a:gridCol>
                <a:gridCol w="1277471">
                  <a:extLst>
                    <a:ext uri="{9D8B030D-6E8A-4147-A177-3AD203B41FA5}">
                      <a16:colId xmlns:a16="http://schemas.microsoft.com/office/drawing/2014/main" val="2522142181"/>
                    </a:ext>
                  </a:extLst>
                </a:gridCol>
                <a:gridCol w="726141">
                  <a:extLst>
                    <a:ext uri="{9D8B030D-6E8A-4147-A177-3AD203B41FA5}">
                      <a16:colId xmlns:a16="http://schemas.microsoft.com/office/drawing/2014/main" val="3188583542"/>
                    </a:ext>
                  </a:extLst>
                </a:gridCol>
                <a:gridCol w="1209166">
                  <a:extLst>
                    <a:ext uri="{9D8B030D-6E8A-4147-A177-3AD203B41FA5}">
                      <a16:colId xmlns:a16="http://schemas.microsoft.com/office/drawing/2014/main" val="4102962030"/>
                    </a:ext>
                  </a:extLst>
                </a:gridCol>
                <a:gridCol w="731520">
                  <a:extLst>
                    <a:ext uri="{9D8B030D-6E8A-4147-A177-3AD203B41FA5}">
                      <a16:colId xmlns:a16="http://schemas.microsoft.com/office/drawing/2014/main" val="2863512104"/>
                    </a:ext>
                  </a:extLst>
                </a:gridCol>
                <a:gridCol w="731520">
                  <a:extLst>
                    <a:ext uri="{9D8B030D-6E8A-4147-A177-3AD203B41FA5}">
                      <a16:colId xmlns:a16="http://schemas.microsoft.com/office/drawing/2014/main" val="3247459570"/>
                    </a:ext>
                  </a:extLst>
                </a:gridCol>
                <a:gridCol w="731520">
                  <a:extLst>
                    <a:ext uri="{9D8B030D-6E8A-4147-A177-3AD203B41FA5}">
                      <a16:colId xmlns:a16="http://schemas.microsoft.com/office/drawing/2014/main" val="338529481"/>
                    </a:ext>
                  </a:extLst>
                </a:gridCol>
                <a:gridCol w="731520">
                  <a:extLst>
                    <a:ext uri="{9D8B030D-6E8A-4147-A177-3AD203B41FA5}">
                      <a16:colId xmlns:a16="http://schemas.microsoft.com/office/drawing/2014/main" val="3188298085"/>
                    </a:ext>
                  </a:extLst>
                </a:gridCol>
                <a:gridCol w="731520">
                  <a:extLst>
                    <a:ext uri="{9D8B030D-6E8A-4147-A177-3AD203B41FA5}">
                      <a16:colId xmlns:a16="http://schemas.microsoft.com/office/drawing/2014/main" val="4228331188"/>
                    </a:ext>
                  </a:extLst>
                </a:gridCol>
                <a:gridCol w="731520">
                  <a:extLst>
                    <a:ext uri="{9D8B030D-6E8A-4147-A177-3AD203B41FA5}">
                      <a16:colId xmlns:a16="http://schemas.microsoft.com/office/drawing/2014/main" val="3044216961"/>
                    </a:ext>
                  </a:extLst>
                </a:gridCol>
                <a:gridCol w="731520">
                  <a:extLst>
                    <a:ext uri="{9D8B030D-6E8A-4147-A177-3AD203B41FA5}">
                      <a16:colId xmlns:a16="http://schemas.microsoft.com/office/drawing/2014/main" val="823801858"/>
                    </a:ext>
                  </a:extLst>
                </a:gridCol>
                <a:gridCol w="731520">
                  <a:extLst>
                    <a:ext uri="{9D8B030D-6E8A-4147-A177-3AD203B41FA5}">
                      <a16:colId xmlns:a16="http://schemas.microsoft.com/office/drawing/2014/main" val="1551614119"/>
                    </a:ext>
                  </a:extLst>
                </a:gridCol>
                <a:gridCol w="731520">
                  <a:extLst>
                    <a:ext uri="{9D8B030D-6E8A-4147-A177-3AD203B41FA5}">
                      <a16:colId xmlns:a16="http://schemas.microsoft.com/office/drawing/2014/main" val="3870732938"/>
                    </a:ext>
                  </a:extLst>
                </a:gridCol>
              </a:tblGrid>
              <a:tr h="347472">
                <a:tc>
                  <a:txBody>
                    <a:bodyPr/>
                    <a:lstStyle/>
                    <a:p>
                      <a:pPr algn="l"/>
                      <a:r>
                        <a:rPr lang="en-US" sz="1300" dirty="0">
                          <a:latin typeface="MULISH REGULAR ROMAN" pitchFamily="2" charset="77"/>
                        </a:rPr>
                        <a:t>Case Name</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REGULAR ROMAN" pitchFamily="2" charset="77"/>
                        </a:rPr>
                        <a:t>Decided</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REGULAR ROMAN" pitchFamily="2" charset="77"/>
                        </a:rPr>
                        <a:t>Vote</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REGULAR ROMAN" pitchFamily="2" charset="77"/>
                        </a:rPr>
                        <a:t>Author</a:t>
                      </a:r>
                    </a:p>
                  </a:txBody>
                  <a:tcPr anchor="ctr">
                    <a:lnL>
                      <a:noFill/>
                    </a:lnL>
                    <a:lnR>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022172286"/>
                  </a:ext>
                </a:extLst>
              </a:tr>
              <a:tr h="320040">
                <a:tc>
                  <a:txBody>
                    <a:bodyPr/>
                    <a:lstStyle/>
                    <a:p>
                      <a:r>
                        <a:rPr lang="en-US" sz="1100" dirty="0">
                          <a:latin typeface="MULISH REGULAR ROMAN" pitchFamily="2" charset="77"/>
                        </a:rPr>
                        <a:t>A.A.R.P v. Trump</a:t>
                      </a:r>
                    </a:p>
                  </a:txBody>
                  <a:tcPr>
                    <a:lnL>
                      <a:noFill/>
                    </a:lnL>
                    <a:lnR>
                      <a:noFill/>
                    </a:lnR>
                    <a:lnT w="12700" cmpd="sng">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05/16/2025</a:t>
                      </a:r>
                    </a:p>
                  </a:txBody>
                  <a:tcPr>
                    <a:lnL>
                      <a:noFill/>
                    </a:lnL>
                    <a:lnR>
                      <a:noFill/>
                    </a:lnR>
                    <a:lnT w="12700" cmpd="sng">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(7-2)</a:t>
                      </a:r>
                    </a:p>
                  </a:txBody>
                  <a:tcPr>
                    <a:lnL>
                      <a:noFill/>
                    </a:lnL>
                    <a:lnR>
                      <a:noFill/>
                    </a:lnR>
                    <a:lnT w="12700" cmpd="sng">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Per Curiam</a:t>
                      </a:r>
                    </a:p>
                  </a:txBody>
                  <a:tcPr>
                    <a:lnL>
                      <a:noFill/>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229935506"/>
                  </a:ext>
                </a:extLst>
              </a:tr>
              <a:tr h="320040">
                <a:tc>
                  <a:txBody>
                    <a:bodyPr/>
                    <a:lstStyle/>
                    <a:p>
                      <a:r>
                        <a:rPr lang="en-US" sz="1100" dirty="0" err="1">
                          <a:latin typeface="MULISH REGULAR ROMAN" pitchFamily="2" charset="77"/>
                        </a:rPr>
                        <a:t>Kousisis</a:t>
                      </a:r>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05/22/2025</a:t>
                      </a:r>
                    </a:p>
                  </a:txBody>
                  <a:tcP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(4-4)</a:t>
                      </a:r>
                    </a:p>
                  </a:txBody>
                  <a:tcP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Barrett</a:t>
                      </a: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396768621"/>
                  </a:ext>
                </a:extLst>
              </a:tr>
              <a:tr h="320040">
                <a:tc>
                  <a:txBody>
                    <a:bodyPr/>
                    <a:lstStyle/>
                    <a:p>
                      <a:r>
                        <a:rPr lang="en-US" sz="1100" dirty="0">
                          <a:latin typeface="MULISH REGULAR ROMAN" pitchFamily="2" charset="77"/>
                        </a:rPr>
                        <a:t>Drummond*</a:t>
                      </a:r>
                    </a:p>
                  </a:txBody>
                  <a:tcP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05/22/2025</a:t>
                      </a:r>
                    </a:p>
                  </a:txBody>
                  <a:tcP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(4-4)</a:t>
                      </a:r>
                    </a:p>
                  </a:txBody>
                  <a:tcP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Per Curiam</a:t>
                      </a: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pattFill prst="wdUpDiag">
                      <a:fgClr>
                        <a:srgbClr val="4E478A"/>
                      </a:fgClr>
                      <a:bgClr>
                        <a:schemeClr val="tx1">
                          <a:lumMod val="50000"/>
                          <a:lumOff val="50000"/>
                        </a:schemeClr>
                      </a:bgClr>
                    </a:patt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471751296"/>
                  </a:ext>
                </a:extLst>
              </a:tr>
              <a:tr h="320040">
                <a:tc>
                  <a:txBody>
                    <a:bodyPr/>
                    <a:lstStyle/>
                    <a:p>
                      <a:r>
                        <a:rPr lang="en-US" sz="1100" dirty="0">
                          <a:latin typeface="MULISH REGULAR ROMAN" pitchFamily="2" charset="77"/>
                        </a:rPr>
                        <a:t>Seven Counties</a:t>
                      </a:r>
                    </a:p>
                  </a:txBody>
                  <a:tcP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05/29/2025</a:t>
                      </a:r>
                    </a:p>
                  </a:txBody>
                  <a:tcP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(8-0)</a:t>
                      </a:r>
                    </a:p>
                  </a:txBody>
                  <a:tcP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Kavanaugh</a:t>
                      </a: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pattFill prst="wdUpDiag">
                      <a:fgClr>
                        <a:srgbClr val="4E478A"/>
                      </a:fgClr>
                      <a:bgClr>
                        <a:schemeClr val="tx1">
                          <a:lumMod val="50000"/>
                          <a:lumOff val="50000"/>
                        </a:schemeClr>
                      </a:bgClr>
                    </a:patt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987411499"/>
                  </a:ext>
                </a:extLst>
              </a:tr>
              <a:tr h="320040">
                <a:tc>
                  <a:txBody>
                    <a:bodyPr/>
                    <a:lstStyle/>
                    <a:p>
                      <a:r>
                        <a:rPr lang="en-US" sz="1100" dirty="0">
                          <a:latin typeface="MULISH REGULAR ROMAN" pitchFamily="2" charset="77"/>
                        </a:rPr>
                        <a:t>Laboratory Corp</a:t>
                      </a:r>
                    </a:p>
                  </a:txBody>
                  <a:tcP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06/05/2025</a:t>
                      </a:r>
                    </a:p>
                  </a:txBody>
                  <a:tcP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DIG</a:t>
                      </a:r>
                    </a:p>
                  </a:txBody>
                  <a:tcP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Per Curiam</a:t>
                      </a: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2637205288"/>
                  </a:ext>
                </a:extLst>
              </a:tr>
              <a:tr h="320040">
                <a:tc>
                  <a:txBody>
                    <a:bodyPr/>
                    <a:lstStyle/>
                    <a:p>
                      <a:r>
                        <a:rPr lang="en-US" sz="1100" dirty="0">
                          <a:latin typeface="MULISH REGULAR ROMAN" pitchFamily="2" charset="77"/>
                        </a:rPr>
                        <a:t>Ames</a:t>
                      </a:r>
                    </a:p>
                  </a:txBody>
                  <a:tcP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prstClr val="black"/>
                          </a:solidFill>
                          <a:effectLst/>
                          <a:uLnTx/>
                          <a:uFillTx/>
                          <a:latin typeface="MULISH REGULAR ROMAN" pitchFamily="2" charset="77"/>
                          <a:ea typeface="+mn-ea"/>
                          <a:cs typeface="+mn-cs"/>
                        </a:rPr>
                        <a:t>06/05/2025</a:t>
                      </a:r>
                      <a:endPar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endParaRPr>
                    </a:p>
                  </a:txBody>
                  <a:tcP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rPr>
                        <a:t>(9-0)</a:t>
                      </a:r>
                    </a:p>
                  </a:txBody>
                  <a:tcP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Jackson</a:t>
                      </a: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815833910"/>
                  </a:ext>
                </a:extLst>
              </a:tr>
              <a:tr h="320040">
                <a:tc>
                  <a:txBody>
                    <a:bodyPr/>
                    <a:lstStyle/>
                    <a:p>
                      <a:r>
                        <a:rPr lang="en-US" sz="1100" dirty="0">
                          <a:latin typeface="MULISH REGULAR ROMAN" pitchFamily="2" charset="77"/>
                        </a:rPr>
                        <a:t>Smith &amp; Wesson</a:t>
                      </a:r>
                    </a:p>
                  </a:txBody>
                  <a:tcP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prstClr val="black"/>
                          </a:solidFill>
                          <a:effectLst/>
                          <a:uLnTx/>
                          <a:uFillTx/>
                          <a:latin typeface="MULISH REGULAR ROMAN" pitchFamily="2" charset="77"/>
                          <a:ea typeface="+mn-ea"/>
                          <a:cs typeface="+mn-cs"/>
                        </a:rPr>
                        <a:t>06/05/2025</a:t>
                      </a:r>
                      <a:endPar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endParaRPr>
                    </a:p>
                  </a:txBody>
                  <a:tcP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prstClr val="black"/>
                          </a:solidFill>
                          <a:effectLst/>
                          <a:uLnTx/>
                          <a:uFillTx/>
                          <a:latin typeface="MULISH REGULAR ROMAN" pitchFamily="2" charset="77"/>
                          <a:ea typeface="+mn-ea"/>
                          <a:cs typeface="+mn-cs"/>
                        </a:rPr>
                        <a:t>(9-0)</a:t>
                      </a:r>
                      <a:endPar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Kagan</a:t>
                      </a: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705721243"/>
                  </a:ext>
                </a:extLst>
              </a:tr>
              <a:tr h="320040">
                <a:tc>
                  <a:txBody>
                    <a:bodyPr/>
                    <a:lstStyle/>
                    <a:p>
                      <a:r>
                        <a:rPr lang="en-US" sz="1100" dirty="0">
                          <a:latin typeface="MULISH REGULAR ROMAN" pitchFamily="2" charset="77"/>
                        </a:rPr>
                        <a:t>Catholic Charities</a:t>
                      </a:r>
                    </a:p>
                  </a:txBody>
                  <a:tcP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prstClr val="black"/>
                          </a:solidFill>
                          <a:effectLst/>
                          <a:uLnTx/>
                          <a:uFillTx/>
                          <a:latin typeface="MULISH REGULAR ROMAN" pitchFamily="2" charset="77"/>
                          <a:ea typeface="+mn-ea"/>
                          <a:cs typeface="+mn-cs"/>
                        </a:rPr>
                        <a:t>06/05/2025</a:t>
                      </a:r>
                      <a:endPar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endParaRPr>
                    </a:p>
                  </a:txBody>
                  <a:tcP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prstClr val="black"/>
                          </a:solidFill>
                          <a:effectLst/>
                          <a:uLnTx/>
                          <a:uFillTx/>
                          <a:latin typeface="MULISH REGULAR ROMAN" pitchFamily="2" charset="77"/>
                          <a:ea typeface="+mn-ea"/>
                          <a:cs typeface="+mn-cs"/>
                        </a:rPr>
                        <a:t>(9-0)</a:t>
                      </a:r>
                      <a:endPar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Sotomayor</a:t>
                      </a: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172497950"/>
                  </a:ext>
                </a:extLst>
              </a:tr>
              <a:tr h="320040">
                <a:tc>
                  <a:txBody>
                    <a:bodyPr/>
                    <a:lstStyle/>
                    <a:p>
                      <a:r>
                        <a:rPr lang="en-US" sz="1100" dirty="0">
                          <a:latin typeface="MULISH REGULAR ROMAN" pitchFamily="2" charset="77"/>
                        </a:rPr>
                        <a:t>CC/Devas</a:t>
                      </a: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prstClr val="black"/>
                          </a:solidFill>
                          <a:effectLst/>
                          <a:uLnTx/>
                          <a:uFillTx/>
                          <a:latin typeface="MULISH REGULAR ROMAN" pitchFamily="2" charset="77"/>
                          <a:ea typeface="+mn-ea"/>
                          <a:cs typeface="+mn-cs"/>
                        </a:rPr>
                        <a:t>06/05/2025</a:t>
                      </a:r>
                      <a:endPar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endParaRPr>
                    </a:p>
                  </a:txBody>
                  <a:tcP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prstClr val="black"/>
                          </a:solidFill>
                          <a:effectLst/>
                          <a:uLnTx/>
                          <a:uFillTx/>
                          <a:latin typeface="MULISH REGULAR ROMAN" pitchFamily="2" charset="77"/>
                          <a:ea typeface="+mn-ea"/>
                          <a:cs typeface="+mn-cs"/>
                        </a:rPr>
                        <a:t>(9-0)</a:t>
                      </a:r>
                      <a:endPar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Alito</a:t>
                      </a: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2248342504"/>
                  </a:ext>
                </a:extLst>
              </a:tr>
              <a:tr h="320040">
                <a:tc>
                  <a:txBody>
                    <a:bodyPr/>
                    <a:lstStyle/>
                    <a:p>
                      <a:r>
                        <a:rPr lang="en-US" sz="1100" dirty="0">
                          <a:latin typeface="MULISH REGULAR ROMAN" pitchFamily="2" charset="77"/>
                        </a:rPr>
                        <a:t>Blom Bank</a:t>
                      </a:r>
                    </a:p>
                  </a:txBody>
                  <a:tcP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rPr>
                        <a:t>06/05/2025</a:t>
                      </a:r>
                    </a:p>
                  </a:txBody>
                  <a:tcP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rPr>
                        <a:t>(9-0)</a:t>
                      </a:r>
                    </a:p>
                  </a:txBody>
                  <a:tcP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Thomas</a:t>
                      </a: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051524791"/>
                  </a:ext>
                </a:extLst>
              </a:tr>
              <a:tr h="320040">
                <a:tc>
                  <a:txBody>
                    <a:bodyPr/>
                    <a:lstStyle/>
                    <a:p>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219908336"/>
                  </a:ext>
                </a:extLst>
              </a:tr>
              <a:tr h="320040">
                <a:tc>
                  <a:txBody>
                    <a:bodyPr/>
                    <a:lstStyle/>
                    <a:p>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58160031"/>
                  </a:ext>
                </a:extLst>
              </a:tr>
              <a:tr h="320040">
                <a:tc>
                  <a:txBody>
                    <a:bodyPr/>
                    <a:lstStyle/>
                    <a:p>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348289071"/>
                  </a:ext>
                </a:extLst>
              </a:tr>
              <a:tr h="320040">
                <a:tc>
                  <a:txBody>
                    <a:bodyPr/>
                    <a:lstStyle/>
                    <a:p>
                      <a:endParaRPr lang="en-US" sz="1100" dirty="0">
                        <a:latin typeface="MULISH REGULAR ROMAN" pitchFamily="2" charset="77"/>
                      </a:endParaRPr>
                    </a:p>
                  </a:txBody>
                  <a:tcP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791707358"/>
                  </a:ext>
                </a:extLst>
              </a:tr>
              <a:tr h="320040">
                <a:tc>
                  <a:txBody>
                    <a:bodyPr/>
                    <a:lstStyle/>
                    <a:p>
                      <a:endParaRPr lang="en-US" sz="1100">
                        <a:latin typeface="MULISH REGULAR ROMAN" pitchFamily="2" charset="77"/>
                      </a:endParaRPr>
                    </a:p>
                  </a:txBody>
                  <a:tcP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357545266"/>
                  </a:ext>
                </a:extLst>
              </a:tr>
            </a:tbl>
          </a:graphicData>
        </a:graphic>
      </p:graphicFrame>
      <p:pic>
        <p:nvPicPr>
          <p:cNvPr id="8" name="Picture 7" descr="A picture containing person, person, indoor, suit&#10;&#10;Description automatically generated">
            <a:extLst>
              <a:ext uri="{FF2B5EF4-FFF2-40B4-BE49-F238E27FC236}">
                <a16:creationId xmlns:a16="http://schemas.microsoft.com/office/drawing/2014/main" id="{3729B541-7FD5-1E4B-B70B-5576A107D83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830976" y="645655"/>
            <a:ext cx="1025212" cy="822960"/>
          </a:xfrm>
          <a:prstGeom prst="rect">
            <a:avLst/>
          </a:prstGeom>
        </p:spPr>
      </p:pic>
      <p:pic>
        <p:nvPicPr>
          <p:cNvPr id="10" name="Picture 9" descr="A person smiling for the camera&#10;&#10;Description automatically generated with medium confidence">
            <a:extLst>
              <a:ext uri="{FF2B5EF4-FFF2-40B4-BE49-F238E27FC236}">
                <a16:creationId xmlns:a16="http://schemas.microsoft.com/office/drawing/2014/main" id="{198360DB-F6AA-AF4D-9F57-D690DC68B6A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833574" y="646722"/>
            <a:ext cx="909589" cy="822960"/>
          </a:xfrm>
          <a:prstGeom prst="rect">
            <a:avLst/>
          </a:prstGeom>
        </p:spPr>
      </p:pic>
      <p:pic>
        <p:nvPicPr>
          <p:cNvPr id="12" name="Picture 11" descr="A person smiling for the picture&#10;&#10;Description automatically generated with medium confidence">
            <a:extLst>
              <a:ext uri="{FF2B5EF4-FFF2-40B4-BE49-F238E27FC236}">
                <a16:creationId xmlns:a16="http://schemas.microsoft.com/office/drawing/2014/main" id="{16ACDF34-C1E1-844D-A9E2-76296CF08BBB}"/>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318037" y="648630"/>
            <a:ext cx="851938" cy="822960"/>
          </a:xfrm>
          <a:prstGeom prst="rect">
            <a:avLst/>
          </a:prstGeom>
        </p:spPr>
      </p:pic>
      <p:pic>
        <p:nvPicPr>
          <p:cNvPr id="14" name="Picture 13" descr="A picture containing person, person, indoor, suit&#10;&#10;Description automatically generated">
            <a:extLst>
              <a:ext uri="{FF2B5EF4-FFF2-40B4-BE49-F238E27FC236}">
                <a16:creationId xmlns:a16="http://schemas.microsoft.com/office/drawing/2014/main" id="{B22BDDB2-19EB-1248-A066-EA6A419F67A7}"/>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263691" y="646721"/>
            <a:ext cx="917918" cy="822960"/>
          </a:xfrm>
          <a:prstGeom prst="rect">
            <a:avLst/>
          </a:prstGeom>
        </p:spPr>
      </p:pic>
      <p:pic>
        <p:nvPicPr>
          <p:cNvPr id="18" name="Picture 17" descr="A person with long hair&#10;&#10;Description automatically generated with low confidence">
            <a:extLst>
              <a:ext uri="{FF2B5EF4-FFF2-40B4-BE49-F238E27FC236}">
                <a16:creationId xmlns:a16="http://schemas.microsoft.com/office/drawing/2014/main" id="{B3BB87FD-05D8-5943-B8C7-D13B35F2D60B}"/>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8799422" y="651849"/>
            <a:ext cx="903400" cy="822960"/>
          </a:xfrm>
          <a:prstGeom prst="rect">
            <a:avLst/>
          </a:prstGeom>
        </p:spPr>
      </p:pic>
      <p:pic>
        <p:nvPicPr>
          <p:cNvPr id="20" name="Picture 19" descr="A person with curly hair&#10;&#10;Description automatically generated with low confidence">
            <a:extLst>
              <a:ext uri="{FF2B5EF4-FFF2-40B4-BE49-F238E27FC236}">
                <a16:creationId xmlns:a16="http://schemas.microsoft.com/office/drawing/2014/main" id="{21498AC9-69A7-424D-B7E4-7B17E3BB7DF1}"/>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5084172" y="659106"/>
            <a:ext cx="988879" cy="822960"/>
          </a:xfrm>
          <a:prstGeom prst="rect">
            <a:avLst/>
          </a:prstGeom>
        </p:spPr>
      </p:pic>
      <p:pic>
        <p:nvPicPr>
          <p:cNvPr id="22" name="Picture 21" descr="A picture containing person, person, indoor, suit&#10;&#10;Description automatically generated">
            <a:extLst>
              <a:ext uri="{FF2B5EF4-FFF2-40B4-BE49-F238E27FC236}">
                <a16:creationId xmlns:a16="http://schemas.microsoft.com/office/drawing/2014/main" id="{E8320C50-E330-DB47-96AB-BED3E96F7BC9}"/>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8047839" y="646409"/>
            <a:ext cx="896658" cy="822960"/>
          </a:xfrm>
          <a:prstGeom prst="rect">
            <a:avLst/>
          </a:prstGeom>
        </p:spPr>
      </p:pic>
      <p:pic>
        <p:nvPicPr>
          <p:cNvPr id="24" name="Picture 23" descr="A person in a suit&#10;&#10;Description automatically generated with low confidence">
            <a:extLst>
              <a:ext uri="{FF2B5EF4-FFF2-40B4-BE49-F238E27FC236}">
                <a16:creationId xmlns:a16="http://schemas.microsoft.com/office/drawing/2014/main" id="{0402D156-9271-A242-9A94-3BAFC782CBF2}"/>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9538427" y="651299"/>
            <a:ext cx="882595" cy="822960"/>
          </a:xfrm>
          <a:prstGeom prst="rect">
            <a:avLst/>
          </a:prstGeom>
        </p:spPr>
      </p:pic>
      <p:pic>
        <p:nvPicPr>
          <p:cNvPr id="2" name="Picture 1">
            <a:extLst>
              <a:ext uri="{FF2B5EF4-FFF2-40B4-BE49-F238E27FC236}">
                <a16:creationId xmlns:a16="http://schemas.microsoft.com/office/drawing/2014/main" id="{32F14CF9-D737-73D6-8160-E4F904BE1ADE}"/>
              </a:ext>
            </a:extLst>
          </p:cNvPr>
          <p:cNvPicPr>
            <a:picLocks noChangeAspect="1"/>
          </p:cNvPicPr>
          <p:nvPr/>
        </p:nvPicPr>
        <p:blipFill>
          <a:blip r:embed="rId11">
            <a:extLst>
              <a:ext uri="{28A0092B-C50C-407E-A947-70E740481C1C}">
                <a14:useLocalDpi xmlns:a14="http://schemas.microsoft.com/office/drawing/2010/main" val="0"/>
              </a:ext>
            </a:extLst>
          </a:blip>
          <a:srcRect l="24384" r="27105" b="26016"/>
          <a:stretch/>
        </p:blipFill>
        <p:spPr>
          <a:xfrm>
            <a:off x="6707731" y="721694"/>
            <a:ext cx="741760" cy="754179"/>
          </a:xfrm>
          <a:prstGeom prst="rect">
            <a:avLst/>
          </a:prstGeom>
        </p:spPr>
      </p:pic>
      <p:sp>
        <p:nvSpPr>
          <p:cNvPr id="3" name="TextBox 2">
            <a:extLst>
              <a:ext uri="{FF2B5EF4-FFF2-40B4-BE49-F238E27FC236}">
                <a16:creationId xmlns:a16="http://schemas.microsoft.com/office/drawing/2014/main" id="{1BEEA914-153D-0D0D-D5A5-6314338829BA}"/>
              </a:ext>
            </a:extLst>
          </p:cNvPr>
          <p:cNvSpPr txBox="1"/>
          <p:nvPr/>
        </p:nvSpPr>
        <p:spPr>
          <a:xfrm>
            <a:off x="4350327" y="157018"/>
            <a:ext cx="7666182" cy="430887"/>
          </a:xfrm>
          <a:prstGeom prst="rect">
            <a:avLst/>
          </a:prstGeom>
          <a:noFill/>
        </p:spPr>
        <p:txBody>
          <a:bodyPr wrap="square" rtlCol="0">
            <a:spAutoFit/>
          </a:bodyPr>
          <a:lstStyle/>
          <a:p>
            <a:r>
              <a:rPr lang="en-US" sz="1100" dirty="0">
                <a:latin typeface="MULISH BLACK ROMAN"/>
              </a:rPr>
              <a:t>                    Joined Majority                    Joined Dissent                    Authored Special  (In Part)                             Did Not Participate                                  </a:t>
            </a:r>
            <a:br>
              <a:rPr lang="en-US" sz="1100" dirty="0">
                <a:latin typeface="MULISH BLACK ROMAN"/>
              </a:rPr>
            </a:br>
            <a:r>
              <a:rPr lang="en-US" sz="1100" dirty="0">
                <a:latin typeface="MULISH BLACK ROMAN"/>
              </a:rPr>
              <a:t>			                           Concurrence (or In Judgement)</a:t>
            </a:r>
          </a:p>
        </p:txBody>
      </p:sp>
      <p:sp>
        <p:nvSpPr>
          <p:cNvPr id="7" name="Rectangle 6">
            <a:extLst>
              <a:ext uri="{FF2B5EF4-FFF2-40B4-BE49-F238E27FC236}">
                <a16:creationId xmlns:a16="http://schemas.microsoft.com/office/drawing/2014/main" id="{9CBED448-C108-5FEB-0D4D-DA7DE3432178}"/>
              </a:ext>
            </a:extLst>
          </p:cNvPr>
          <p:cNvSpPr/>
          <p:nvPr/>
        </p:nvSpPr>
        <p:spPr>
          <a:xfrm>
            <a:off x="4560342" y="174731"/>
            <a:ext cx="314037" cy="261610"/>
          </a:xfrm>
          <a:prstGeom prst="rect">
            <a:avLst/>
          </a:prstGeom>
          <a:solidFill>
            <a:srgbClr val="4F4789"/>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ED3FFD6F-7C7B-E172-F155-4BD68295E755}"/>
              </a:ext>
            </a:extLst>
          </p:cNvPr>
          <p:cNvSpPr/>
          <p:nvPr/>
        </p:nvSpPr>
        <p:spPr>
          <a:xfrm>
            <a:off x="6131349" y="156994"/>
            <a:ext cx="314037" cy="261610"/>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AD604588-5B6F-DBD0-B474-FBC12A273ACC}"/>
              </a:ext>
            </a:extLst>
          </p:cNvPr>
          <p:cNvSpPr/>
          <p:nvPr/>
        </p:nvSpPr>
        <p:spPr>
          <a:xfrm>
            <a:off x="7633442" y="156073"/>
            <a:ext cx="314037" cy="261610"/>
          </a:xfrm>
          <a:prstGeom prst="rect">
            <a:avLst/>
          </a:prstGeom>
          <a:solidFill>
            <a:schemeClr val="accent6"/>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A13E750A-E284-DD1D-553C-42278B91F101}"/>
              </a:ext>
            </a:extLst>
          </p:cNvPr>
          <p:cNvSpPr txBox="1"/>
          <p:nvPr/>
        </p:nvSpPr>
        <p:spPr>
          <a:xfrm>
            <a:off x="339318" y="6400412"/>
            <a:ext cx="10347155" cy="430887"/>
          </a:xfrm>
          <a:prstGeom prst="rect">
            <a:avLst/>
          </a:prstGeom>
          <a:noFill/>
          <a:ln>
            <a:solidFill>
              <a:schemeClr val="tx1"/>
            </a:solidFill>
          </a:ln>
        </p:spPr>
        <p:txBody>
          <a:bodyPr wrap="square" rtlCol="0">
            <a:spAutoFit/>
          </a:bodyPr>
          <a:lstStyle/>
          <a:p>
            <a:r>
              <a:rPr lang="en-US" sz="1100" i="1"/>
              <a:t>* Oklahoma </a:t>
            </a:r>
            <a:r>
              <a:rPr lang="en-US" sz="1100" i="1" dirty="0"/>
              <a:t>Charter Schools v. Drummond </a:t>
            </a:r>
            <a:r>
              <a:rPr lang="en-US" sz="1100" dirty="0"/>
              <a:t>was decided </a:t>
            </a:r>
            <a:r>
              <a:rPr lang="en-US" sz="1100" i="1" dirty="0"/>
              <a:t>Per Curiam</a:t>
            </a:r>
            <a:r>
              <a:rPr lang="en-US" sz="1100" dirty="0"/>
              <a:t> by an equally divided Court (Justice Barrett did not participate). However, the opinion did not indicate who voted to Affirm (Reverse).  </a:t>
            </a:r>
            <a:endParaRPr lang="en-US" sz="1100" i="1" dirty="0">
              <a:latin typeface="MULISH REGULAR ROMAN"/>
            </a:endParaRPr>
          </a:p>
        </p:txBody>
      </p:sp>
      <p:sp>
        <p:nvSpPr>
          <p:cNvPr id="17" name="Rectangle 16">
            <a:extLst>
              <a:ext uri="{FF2B5EF4-FFF2-40B4-BE49-F238E27FC236}">
                <a16:creationId xmlns:a16="http://schemas.microsoft.com/office/drawing/2014/main" id="{73CDCD33-6187-19DE-FEC9-F59513C58D6C}"/>
              </a:ext>
            </a:extLst>
          </p:cNvPr>
          <p:cNvSpPr/>
          <p:nvPr/>
        </p:nvSpPr>
        <p:spPr>
          <a:xfrm>
            <a:off x="10004000" y="156073"/>
            <a:ext cx="314037" cy="261610"/>
          </a:xfrm>
          <a:prstGeom prst="rect">
            <a:avLst/>
          </a:prstGeom>
          <a:pattFill prst="wdUpDiag">
            <a:fgClr>
              <a:srgbClr val="4F4789"/>
            </a:fgClr>
            <a:bgClr>
              <a:schemeClr val="tx1">
                <a:lumMod val="50000"/>
                <a:lumOff val="50000"/>
              </a:schemeClr>
            </a:bgClr>
          </a:patt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161019807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6BB59230-B96E-4F41-9BE2-217AB47BFA09}"/>
              </a:ext>
            </a:extLst>
          </p:cNvPr>
          <p:cNvSpPr>
            <a:spLocks noGrp="1"/>
          </p:cNvSpPr>
          <p:nvPr>
            <p:ph type="sldNum" sz="quarter" idx="12"/>
          </p:nvPr>
        </p:nvSpPr>
        <p:spPr/>
        <p:txBody>
          <a:bodyPr/>
          <a:lstStyle/>
          <a:p>
            <a:fld id="{5E212BD6-99D2-4430-8307-3DFF6CB1AF68}" type="slidenum">
              <a:rPr lang="en-US" smtClean="0"/>
              <a:t>28</a:t>
            </a:fld>
            <a:endParaRPr lang="en-US"/>
          </a:p>
        </p:txBody>
      </p:sp>
      <p:sp>
        <p:nvSpPr>
          <p:cNvPr id="5" name="Title 9">
            <a:extLst>
              <a:ext uri="{FF2B5EF4-FFF2-40B4-BE49-F238E27FC236}">
                <a16:creationId xmlns:a16="http://schemas.microsoft.com/office/drawing/2014/main" id="{4AEB5166-104F-F844-BFBC-60336AA803D3}"/>
              </a:ext>
            </a:extLst>
          </p:cNvPr>
          <p:cNvSpPr>
            <a:spLocks noGrp="1"/>
          </p:cNvSpPr>
          <p:nvPr>
            <p:ph type="title"/>
          </p:nvPr>
        </p:nvSpPr>
        <p:spPr>
          <a:xfrm>
            <a:off x="243939" y="74723"/>
            <a:ext cx="10515600" cy="788442"/>
          </a:xfrm>
        </p:spPr>
        <p:txBody>
          <a:bodyPr>
            <a:normAutofit/>
          </a:bodyPr>
          <a:lstStyle/>
          <a:p>
            <a:r>
              <a:rPr lang="en-US" sz="3600" dirty="0">
                <a:solidFill>
                  <a:srgbClr val="A90404"/>
                </a:solidFill>
                <a:latin typeface="MULISH BOLD ROMAN" pitchFamily="2" charset="77"/>
              </a:rPr>
              <a:t>VOTING ALIGNMENT</a:t>
            </a:r>
          </a:p>
        </p:txBody>
      </p:sp>
      <p:graphicFrame>
        <p:nvGraphicFramePr>
          <p:cNvPr id="6" name="Table 6">
            <a:extLst>
              <a:ext uri="{FF2B5EF4-FFF2-40B4-BE49-F238E27FC236}">
                <a16:creationId xmlns:a16="http://schemas.microsoft.com/office/drawing/2014/main" id="{5BF0DDD8-DCD3-F44C-A42D-CBB308CF5050}"/>
              </a:ext>
            </a:extLst>
          </p:cNvPr>
          <p:cNvGraphicFramePr>
            <a:graphicFrameLocks noGrp="1"/>
          </p:cNvGraphicFramePr>
          <p:nvPr>
            <p:extLst>
              <p:ext uri="{D42A27DB-BD31-4B8C-83A1-F6EECF244321}">
                <p14:modId xmlns:p14="http://schemas.microsoft.com/office/powerpoint/2010/main" val="2461543034"/>
              </p:ext>
            </p:extLst>
          </p:nvPr>
        </p:nvGraphicFramePr>
        <p:xfrm>
          <a:off x="339318" y="1127293"/>
          <a:ext cx="11494360" cy="5148072"/>
        </p:xfrm>
        <a:graphic>
          <a:graphicData uri="http://schemas.openxmlformats.org/drawingml/2006/table">
            <a:tbl>
              <a:tblPr firstRow="1" bandRow="1">
                <a:tableStyleId>{C083E6E3-FA7D-4D7B-A595-EF9225AFEA82}</a:tableStyleId>
              </a:tblPr>
              <a:tblGrid>
                <a:gridCol w="1697902">
                  <a:extLst>
                    <a:ext uri="{9D8B030D-6E8A-4147-A177-3AD203B41FA5}">
                      <a16:colId xmlns:a16="http://schemas.microsoft.com/office/drawing/2014/main" val="1855254515"/>
                    </a:ext>
                  </a:extLst>
                </a:gridCol>
                <a:gridCol w="1277471">
                  <a:extLst>
                    <a:ext uri="{9D8B030D-6E8A-4147-A177-3AD203B41FA5}">
                      <a16:colId xmlns:a16="http://schemas.microsoft.com/office/drawing/2014/main" val="2522142181"/>
                    </a:ext>
                  </a:extLst>
                </a:gridCol>
                <a:gridCol w="726141">
                  <a:extLst>
                    <a:ext uri="{9D8B030D-6E8A-4147-A177-3AD203B41FA5}">
                      <a16:colId xmlns:a16="http://schemas.microsoft.com/office/drawing/2014/main" val="3188583542"/>
                    </a:ext>
                  </a:extLst>
                </a:gridCol>
                <a:gridCol w="1209166">
                  <a:extLst>
                    <a:ext uri="{9D8B030D-6E8A-4147-A177-3AD203B41FA5}">
                      <a16:colId xmlns:a16="http://schemas.microsoft.com/office/drawing/2014/main" val="4102962030"/>
                    </a:ext>
                  </a:extLst>
                </a:gridCol>
                <a:gridCol w="731520">
                  <a:extLst>
                    <a:ext uri="{9D8B030D-6E8A-4147-A177-3AD203B41FA5}">
                      <a16:colId xmlns:a16="http://schemas.microsoft.com/office/drawing/2014/main" val="2863512104"/>
                    </a:ext>
                  </a:extLst>
                </a:gridCol>
                <a:gridCol w="731520">
                  <a:extLst>
                    <a:ext uri="{9D8B030D-6E8A-4147-A177-3AD203B41FA5}">
                      <a16:colId xmlns:a16="http://schemas.microsoft.com/office/drawing/2014/main" val="3247459570"/>
                    </a:ext>
                  </a:extLst>
                </a:gridCol>
                <a:gridCol w="731520">
                  <a:extLst>
                    <a:ext uri="{9D8B030D-6E8A-4147-A177-3AD203B41FA5}">
                      <a16:colId xmlns:a16="http://schemas.microsoft.com/office/drawing/2014/main" val="338529481"/>
                    </a:ext>
                  </a:extLst>
                </a:gridCol>
                <a:gridCol w="731520">
                  <a:extLst>
                    <a:ext uri="{9D8B030D-6E8A-4147-A177-3AD203B41FA5}">
                      <a16:colId xmlns:a16="http://schemas.microsoft.com/office/drawing/2014/main" val="3188298085"/>
                    </a:ext>
                  </a:extLst>
                </a:gridCol>
                <a:gridCol w="731520">
                  <a:extLst>
                    <a:ext uri="{9D8B030D-6E8A-4147-A177-3AD203B41FA5}">
                      <a16:colId xmlns:a16="http://schemas.microsoft.com/office/drawing/2014/main" val="4228331188"/>
                    </a:ext>
                  </a:extLst>
                </a:gridCol>
                <a:gridCol w="731520">
                  <a:extLst>
                    <a:ext uri="{9D8B030D-6E8A-4147-A177-3AD203B41FA5}">
                      <a16:colId xmlns:a16="http://schemas.microsoft.com/office/drawing/2014/main" val="3044216961"/>
                    </a:ext>
                  </a:extLst>
                </a:gridCol>
                <a:gridCol w="731520">
                  <a:extLst>
                    <a:ext uri="{9D8B030D-6E8A-4147-A177-3AD203B41FA5}">
                      <a16:colId xmlns:a16="http://schemas.microsoft.com/office/drawing/2014/main" val="823801858"/>
                    </a:ext>
                  </a:extLst>
                </a:gridCol>
                <a:gridCol w="731520">
                  <a:extLst>
                    <a:ext uri="{9D8B030D-6E8A-4147-A177-3AD203B41FA5}">
                      <a16:colId xmlns:a16="http://schemas.microsoft.com/office/drawing/2014/main" val="1551614119"/>
                    </a:ext>
                  </a:extLst>
                </a:gridCol>
                <a:gridCol w="731520">
                  <a:extLst>
                    <a:ext uri="{9D8B030D-6E8A-4147-A177-3AD203B41FA5}">
                      <a16:colId xmlns:a16="http://schemas.microsoft.com/office/drawing/2014/main" val="3870732938"/>
                    </a:ext>
                  </a:extLst>
                </a:gridCol>
              </a:tblGrid>
              <a:tr h="347472">
                <a:tc>
                  <a:txBody>
                    <a:bodyPr/>
                    <a:lstStyle/>
                    <a:p>
                      <a:pPr algn="l"/>
                      <a:r>
                        <a:rPr lang="en-US" sz="1300" dirty="0">
                          <a:latin typeface="MULISH REGULAR ROMAN" pitchFamily="2" charset="77"/>
                        </a:rPr>
                        <a:t>Case Name</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REGULAR ROMAN" pitchFamily="2" charset="77"/>
                        </a:rPr>
                        <a:t>Decided</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REGULAR ROMAN" pitchFamily="2" charset="77"/>
                        </a:rPr>
                        <a:t>Vote</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REGULAR ROMAN" pitchFamily="2" charset="77"/>
                        </a:rPr>
                        <a:t>Author</a:t>
                      </a:r>
                    </a:p>
                  </a:txBody>
                  <a:tcPr anchor="ctr">
                    <a:lnL>
                      <a:noFill/>
                    </a:lnL>
                    <a:lnR>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022172286"/>
                  </a:ext>
                </a:extLst>
              </a:tr>
              <a:tr h="320040">
                <a:tc>
                  <a:txBody>
                    <a:bodyPr/>
                    <a:lstStyle/>
                    <a:p>
                      <a:endParaRPr lang="en-US" sz="1100" dirty="0">
                        <a:latin typeface="MULISH REGULAR ROMAN" pitchFamily="2" charset="77"/>
                      </a:endParaRPr>
                    </a:p>
                  </a:txBody>
                  <a:tcPr>
                    <a:lnL>
                      <a:noFill/>
                    </a:lnL>
                    <a:lnR>
                      <a:noFill/>
                    </a:lnR>
                    <a:lnT w="12700" cmpd="sng">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w="12700" cmpd="sng">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w="12700" cmpd="sng">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4229935506"/>
                  </a:ext>
                </a:extLst>
              </a:tr>
              <a:tr h="320040">
                <a:tc>
                  <a:txBody>
                    <a:bodyPr/>
                    <a:lstStyle/>
                    <a:p>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396768621"/>
                  </a:ext>
                </a:extLst>
              </a:tr>
              <a:tr h="320040">
                <a:tc>
                  <a:txBody>
                    <a:bodyPr/>
                    <a:lstStyle/>
                    <a:p>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471751296"/>
                  </a:ext>
                </a:extLst>
              </a:tr>
              <a:tr h="320040">
                <a:tc>
                  <a:txBody>
                    <a:bodyPr/>
                    <a:lstStyle/>
                    <a:p>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987411499"/>
                  </a:ext>
                </a:extLst>
              </a:tr>
              <a:tr h="320040">
                <a:tc>
                  <a:txBody>
                    <a:bodyPr/>
                    <a:lstStyle/>
                    <a:p>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2637205288"/>
                  </a:ext>
                </a:extLst>
              </a:tr>
              <a:tr h="320040">
                <a:tc>
                  <a:txBody>
                    <a:bodyPr/>
                    <a:lstStyle/>
                    <a:p>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815833910"/>
                  </a:ext>
                </a:extLst>
              </a:tr>
              <a:tr h="320040">
                <a:tc>
                  <a:txBody>
                    <a:bodyPr/>
                    <a:lstStyle/>
                    <a:p>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705721243"/>
                  </a:ext>
                </a:extLst>
              </a:tr>
              <a:tr h="320040">
                <a:tc>
                  <a:txBody>
                    <a:bodyPr/>
                    <a:lstStyle/>
                    <a:p>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172497950"/>
                  </a:ext>
                </a:extLst>
              </a:tr>
              <a:tr h="320040">
                <a:tc>
                  <a:txBody>
                    <a:bodyPr/>
                    <a:lstStyle/>
                    <a:p>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2248342504"/>
                  </a:ext>
                </a:extLst>
              </a:tr>
              <a:tr h="320040">
                <a:tc>
                  <a:txBody>
                    <a:bodyPr/>
                    <a:lstStyle/>
                    <a:p>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051524791"/>
                  </a:ext>
                </a:extLst>
              </a:tr>
              <a:tr h="320040">
                <a:tc>
                  <a:txBody>
                    <a:bodyPr/>
                    <a:lstStyle/>
                    <a:p>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219908336"/>
                  </a:ext>
                </a:extLst>
              </a:tr>
              <a:tr h="320040">
                <a:tc>
                  <a:txBody>
                    <a:bodyPr/>
                    <a:lstStyle/>
                    <a:p>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58160031"/>
                  </a:ext>
                </a:extLst>
              </a:tr>
              <a:tr h="320040">
                <a:tc>
                  <a:txBody>
                    <a:bodyPr/>
                    <a:lstStyle/>
                    <a:p>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348289071"/>
                  </a:ext>
                </a:extLst>
              </a:tr>
              <a:tr h="320040">
                <a:tc>
                  <a:txBody>
                    <a:bodyPr/>
                    <a:lstStyle/>
                    <a:p>
                      <a:endParaRPr lang="en-US" sz="1100" dirty="0">
                        <a:latin typeface="MULISH REGULAR ROMAN" pitchFamily="2" charset="77"/>
                      </a:endParaRPr>
                    </a:p>
                  </a:txBody>
                  <a:tcP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791707358"/>
                  </a:ext>
                </a:extLst>
              </a:tr>
              <a:tr h="320040">
                <a:tc>
                  <a:txBody>
                    <a:bodyPr/>
                    <a:lstStyle/>
                    <a:p>
                      <a:endParaRPr lang="en-US" sz="1100">
                        <a:latin typeface="MULISH REGULAR ROMAN" pitchFamily="2" charset="77"/>
                      </a:endParaRPr>
                    </a:p>
                  </a:txBody>
                  <a:tcP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357545266"/>
                  </a:ext>
                </a:extLst>
              </a:tr>
            </a:tbl>
          </a:graphicData>
        </a:graphic>
      </p:graphicFrame>
      <p:pic>
        <p:nvPicPr>
          <p:cNvPr id="8" name="Picture 7" descr="A picture containing person, person, indoor, suit&#10;&#10;Description automatically generated">
            <a:extLst>
              <a:ext uri="{FF2B5EF4-FFF2-40B4-BE49-F238E27FC236}">
                <a16:creationId xmlns:a16="http://schemas.microsoft.com/office/drawing/2014/main" id="{3729B541-7FD5-1E4B-B70B-5576A107D83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830976" y="645655"/>
            <a:ext cx="1025212" cy="822960"/>
          </a:xfrm>
          <a:prstGeom prst="rect">
            <a:avLst/>
          </a:prstGeom>
        </p:spPr>
      </p:pic>
      <p:pic>
        <p:nvPicPr>
          <p:cNvPr id="10" name="Picture 9" descr="A person smiling for the camera&#10;&#10;Description automatically generated with medium confidence">
            <a:extLst>
              <a:ext uri="{FF2B5EF4-FFF2-40B4-BE49-F238E27FC236}">
                <a16:creationId xmlns:a16="http://schemas.microsoft.com/office/drawing/2014/main" id="{198360DB-F6AA-AF4D-9F57-D690DC68B6A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833574" y="646722"/>
            <a:ext cx="909589" cy="822960"/>
          </a:xfrm>
          <a:prstGeom prst="rect">
            <a:avLst/>
          </a:prstGeom>
        </p:spPr>
      </p:pic>
      <p:pic>
        <p:nvPicPr>
          <p:cNvPr id="12" name="Picture 11" descr="A person smiling for the picture&#10;&#10;Description automatically generated with medium confidence">
            <a:extLst>
              <a:ext uri="{FF2B5EF4-FFF2-40B4-BE49-F238E27FC236}">
                <a16:creationId xmlns:a16="http://schemas.microsoft.com/office/drawing/2014/main" id="{16ACDF34-C1E1-844D-A9E2-76296CF08BBB}"/>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318037" y="648630"/>
            <a:ext cx="851938" cy="822960"/>
          </a:xfrm>
          <a:prstGeom prst="rect">
            <a:avLst/>
          </a:prstGeom>
        </p:spPr>
      </p:pic>
      <p:pic>
        <p:nvPicPr>
          <p:cNvPr id="14" name="Picture 13" descr="A picture containing person, person, indoor, suit&#10;&#10;Description automatically generated">
            <a:extLst>
              <a:ext uri="{FF2B5EF4-FFF2-40B4-BE49-F238E27FC236}">
                <a16:creationId xmlns:a16="http://schemas.microsoft.com/office/drawing/2014/main" id="{B22BDDB2-19EB-1248-A066-EA6A419F67A7}"/>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263691" y="646721"/>
            <a:ext cx="917918" cy="822960"/>
          </a:xfrm>
          <a:prstGeom prst="rect">
            <a:avLst/>
          </a:prstGeom>
        </p:spPr>
      </p:pic>
      <p:pic>
        <p:nvPicPr>
          <p:cNvPr id="18" name="Picture 17" descr="A person with long hair&#10;&#10;Description automatically generated with low confidence">
            <a:extLst>
              <a:ext uri="{FF2B5EF4-FFF2-40B4-BE49-F238E27FC236}">
                <a16:creationId xmlns:a16="http://schemas.microsoft.com/office/drawing/2014/main" id="{B3BB87FD-05D8-5943-B8C7-D13B35F2D60B}"/>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8799422" y="651849"/>
            <a:ext cx="903400" cy="822960"/>
          </a:xfrm>
          <a:prstGeom prst="rect">
            <a:avLst/>
          </a:prstGeom>
        </p:spPr>
      </p:pic>
      <p:pic>
        <p:nvPicPr>
          <p:cNvPr id="20" name="Picture 19" descr="A person with curly hair&#10;&#10;Description automatically generated with low confidence">
            <a:extLst>
              <a:ext uri="{FF2B5EF4-FFF2-40B4-BE49-F238E27FC236}">
                <a16:creationId xmlns:a16="http://schemas.microsoft.com/office/drawing/2014/main" id="{21498AC9-69A7-424D-B7E4-7B17E3BB7DF1}"/>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5084172" y="659106"/>
            <a:ext cx="988879" cy="822960"/>
          </a:xfrm>
          <a:prstGeom prst="rect">
            <a:avLst/>
          </a:prstGeom>
        </p:spPr>
      </p:pic>
      <p:pic>
        <p:nvPicPr>
          <p:cNvPr id="22" name="Picture 21" descr="A picture containing person, person, indoor, suit&#10;&#10;Description automatically generated">
            <a:extLst>
              <a:ext uri="{FF2B5EF4-FFF2-40B4-BE49-F238E27FC236}">
                <a16:creationId xmlns:a16="http://schemas.microsoft.com/office/drawing/2014/main" id="{E8320C50-E330-DB47-96AB-BED3E96F7BC9}"/>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8047839" y="646409"/>
            <a:ext cx="896658" cy="822960"/>
          </a:xfrm>
          <a:prstGeom prst="rect">
            <a:avLst/>
          </a:prstGeom>
        </p:spPr>
      </p:pic>
      <p:pic>
        <p:nvPicPr>
          <p:cNvPr id="24" name="Picture 23" descr="A person in a suit&#10;&#10;Description automatically generated with low confidence">
            <a:extLst>
              <a:ext uri="{FF2B5EF4-FFF2-40B4-BE49-F238E27FC236}">
                <a16:creationId xmlns:a16="http://schemas.microsoft.com/office/drawing/2014/main" id="{0402D156-9271-A242-9A94-3BAFC782CBF2}"/>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9538427" y="651299"/>
            <a:ext cx="882595" cy="822960"/>
          </a:xfrm>
          <a:prstGeom prst="rect">
            <a:avLst/>
          </a:prstGeom>
        </p:spPr>
      </p:pic>
      <p:pic>
        <p:nvPicPr>
          <p:cNvPr id="2" name="Picture 1">
            <a:extLst>
              <a:ext uri="{FF2B5EF4-FFF2-40B4-BE49-F238E27FC236}">
                <a16:creationId xmlns:a16="http://schemas.microsoft.com/office/drawing/2014/main" id="{88F339FC-7DFC-5541-CE2F-9744482F65B7}"/>
              </a:ext>
            </a:extLst>
          </p:cNvPr>
          <p:cNvPicPr>
            <a:picLocks noChangeAspect="1"/>
          </p:cNvPicPr>
          <p:nvPr/>
        </p:nvPicPr>
        <p:blipFill>
          <a:blip r:embed="rId11">
            <a:extLst>
              <a:ext uri="{28A0092B-C50C-407E-A947-70E740481C1C}">
                <a14:useLocalDpi xmlns:a14="http://schemas.microsoft.com/office/drawing/2010/main" val="0"/>
              </a:ext>
            </a:extLst>
          </a:blip>
          <a:srcRect l="24384" r="27105" b="26016"/>
          <a:stretch/>
        </p:blipFill>
        <p:spPr>
          <a:xfrm>
            <a:off x="6707731" y="721694"/>
            <a:ext cx="741760" cy="754179"/>
          </a:xfrm>
          <a:prstGeom prst="rect">
            <a:avLst/>
          </a:prstGeom>
        </p:spPr>
      </p:pic>
      <p:sp>
        <p:nvSpPr>
          <p:cNvPr id="3" name="TextBox 2">
            <a:extLst>
              <a:ext uri="{FF2B5EF4-FFF2-40B4-BE49-F238E27FC236}">
                <a16:creationId xmlns:a16="http://schemas.microsoft.com/office/drawing/2014/main" id="{378A09F8-3C47-BE5D-4FA5-2E05284CD09E}"/>
              </a:ext>
            </a:extLst>
          </p:cNvPr>
          <p:cNvSpPr txBox="1"/>
          <p:nvPr/>
        </p:nvSpPr>
        <p:spPr>
          <a:xfrm>
            <a:off x="4350327" y="157018"/>
            <a:ext cx="7666182" cy="430887"/>
          </a:xfrm>
          <a:prstGeom prst="rect">
            <a:avLst/>
          </a:prstGeom>
          <a:noFill/>
        </p:spPr>
        <p:txBody>
          <a:bodyPr wrap="square" rtlCol="0">
            <a:spAutoFit/>
          </a:bodyPr>
          <a:lstStyle/>
          <a:p>
            <a:r>
              <a:rPr lang="en-US" sz="1100" dirty="0">
                <a:latin typeface="MULISH BLACK ROMAN"/>
              </a:rPr>
              <a:t>                    Joined Majority                    Joined Dissent                    Authored Special  (In Part)                             Did Not Participate                                  </a:t>
            </a:r>
            <a:br>
              <a:rPr lang="en-US" sz="1100" dirty="0">
                <a:latin typeface="MULISH BLACK ROMAN"/>
              </a:rPr>
            </a:br>
            <a:r>
              <a:rPr lang="en-US" sz="1100" dirty="0">
                <a:latin typeface="MULISH BLACK ROMAN"/>
              </a:rPr>
              <a:t>			                           Concurrence (or In Judgement)</a:t>
            </a:r>
          </a:p>
        </p:txBody>
      </p:sp>
      <p:sp>
        <p:nvSpPr>
          <p:cNvPr id="7" name="Rectangle 6">
            <a:extLst>
              <a:ext uri="{FF2B5EF4-FFF2-40B4-BE49-F238E27FC236}">
                <a16:creationId xmlns:a16="http://schemas.microsoft.com/office/drawing/2014/main" id="{106106B1-E65E-664E-339A-3A63665B89EE}"/>
              </a:ext>
            </a:extLst>
          </p:cNvPr>
          <p:cNvSpPr/>
          <p:nvPr/>
        </p:nvSpPr>
        <p:spPr>
          <a:xfrm>
            <a:off x="4560342" y="174731"/>
            <a:ext cx="314037" cy="261610"/>
          </a:xfrm>
          <a:prstGeom prst="rect">
            <a:avLst/>
          </a:prstGeom>
          <a:solidFill>
            <a:srgbClr val="4F4789"/>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9D16E49B-1B4A-5968-7F08-7D47FD0CFFE0}"/>
              </a:ext>
            </a:extLst>
          </p:cNvPr>
          <p:cNvSpPr/>
          <p:nvPr/>
        </p:nvSpPr>
        <p:spPr>
          <a:xfrm>
            <a:off x="6131349" y="156994"/>
            <a:ext cx="314037" cy="261610"/>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F948F93A-758D-3BC1-4A43-DD6834D498B0}"/>
              </a:ext>
            </a:extLst>
          </p:cNvPr>
          <p:cNvSpPr/>
          <p:nvPr/>
        </p:nvSpPr>
        <p:spPr>
          <a:xfrm>
            <a:off x="7633442" y="156073"/>
            <a:ext cx="314037" cy="261610"/>
          </a:xfrm>
          <a:prstGeom prst="rect">
            <a:avLst/>
          </a:prstGeom>
          <a:solidFill>
            <a:schemeClr val="accent6"/>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CC9060A2-FF71-052D-92B5-AED2DFB82CAE}"/>
              </a:ext>
            </a:extLst>
          </p:cNvPr>
          <p:cNvSpPr/>
          <p:nvPr/>
        </p:nvSpPr>
        <p:spPr>
          <a:xfrm>
            <a:off x="10004000" y="156073"/>
            <a:ext cx="314037" cy="261610"/>
          </a:xfrm>
          <a:prstGeom prst="rect">
            <a:avLst/>
          </a:prstGeom>
          <a:pattFill prst="wdUpDiag">
            <a:fgClr>
              <a:srgbClr val="4F4789"/>
            </a:fgClr>
            <a:bgClr>
              <a:schemeClr val="tx1">
                <a:lumMod val="50000"/>
                <a:lumOff val="50000"/>
              </a:schemeClr>
            </a:bgClr>
          </a:patt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185565695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20406</TotalTime>
  <Words>4645</Words>
  <Application>Microsoft Office PowerPoint</Application>
  <PresentationFormat>Widescreen</PresentationFormat>
  <Paragraphs>1261</Paragraphs>
  <Slides>28</Slides>
  <Notes>13</Notes>
  <HiddenSlides>0</HiddenSlides>
  <MMClips>0</MMClips>
  <ScaleCrop>false</ScaleCrop>
  <HeadingPairs>
    <vt:vector size="6" baseType="variant">
      <vt:variant>
        <vt:lpstr>Fonts Used</vt:lpstr>
      </vt:variant>
      <vt:variant>
        <vt:i4>10</vt:i4>
      </vt:variant>
      <vt:variant>
        <vt:lpstr>Theme</vt:lpstr>
      </vt:variant>
      <vt:variant>
        <vt:i4>1</vt:i4>
      </vt:variant>
      <vt:variant>
        <vt:lpstr>Slide Titles</vt:lpstr>
      </vt:variant>
      <vt:variant>
        <vt:i4>28</vt:i4>
      </vt:variant>
    </vt:vector>
  </HeadingPairs>
  <TitlesOfParts>
    <vt:vector size="39" baseType="lpstr">
      <vt:lpstr>Arial</vt:lpstr>
      <vt:lpstr>Calibri</vt:lpstr>
      <vt:lpstr>Calibri Light</vt:lpstr>
      <vt:lpstr>Century Schoolbook</vt:lpstr>
      <vt:lpstr>MULISH BLACK ROMAN</vt:lpstr>
      <vt:lpstr>MULISH BOLD ROMAN</vt:lpstr>
      <vt:lpstr>MULISH EXTRABOLD ROMAN</vt:lpstr>
      <vt:lpstr>MULISH ITALIC</vt:lpstr>
      <vt:lpstr>MULISH REGULAR ROMAN</vt:lpstr>
      <vt:lpstr>MULISH SEMIBOLD ROMAN</vt:lpstr>
      <vt:lpstr>Office Theme</vt:lpstr>
      <vt:lpstr>Final Stat Pack for the 2024-25 term  June .., 2025  UPDATED June 5, 2025</vt:lpstr>
      <vt:lpstr>TABLE OF CONTENTS</vt:lpstr>
      <vt:lpstr>INTRODUCTION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VOTING ALIGNMENT</vt:lpstr>
      <vt:lpstr>VOTING ALIGNMENT</vt:lpstr>
      <vt:lpstr>VOTING ALIGNMENT</vt:lpstr>
      <vt:lpstr>VOTING ALIGNMENT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adam</dc:creator>
  <cp:lastModifiedBy>Truscott, Jake</cp:lastModifiedBy>
  <cp:revision>285</cp:revision>
  <cp:lastPrinted>2019-06-28T21:02:00Z</cp:lastPrinted>
  <dcterms:created xsi:type="dcterms:W3CDTF">2019-02-07T19:44:00Z</dcterms:created>
  <dcterms:modified xsi:type="dcterms:W3CDTF">2025-06-05T21:02:20Z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1033-11.2.0.9431</vt:lpwstr>
  </property>
</Properties>
</file>