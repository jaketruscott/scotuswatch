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31"/>
  </p:notesMasterIdLst>
  <p:handoutMasterIdLst>
    <p:handoutMasterId r:id="rId32"/>
  </p:handoutMasterIdLst>
  <p:sldIdLst>
    <p:sldId id="392" r:id="rId2"/>
    <p:sldId id="269" r:id="rId3"/>
    <p:sldId id="393" r:id="rId4"/>
    <p:sldId id="391" r:id="rId5"/>
    <p:sldId id="345" r:id="rId6"/>
    <p:sldId id="411" r:id="rId7"/>
    <p:sldId id="404" r:id="rId8"/>
    <p:sldId id="395" r:id="rId9"/>
    <p:sldId id="407" r:id="rId10"/>
    <p:sldId id="396" r:id="rId11"/>
    <p:sldId id="350" r:id="rId12"/>
    <p:sldId id="413" r:id="rId13"/>
    <p:sldId id="324" r:id="rId14"/>
    <p:sldId id="383" r:id="rId15"/>
    <p:sldId id="340" r:id="rId16"/>
    <p:sldId id="406" r:id="rId17"/>
    <p:sldId id="409" r:id="rId18"/>
    <p:sldId id="381" r:id="rId19"/>
    <p:sldId id="390" r:id="rId20"/>
    <p:sldId id="299" r:id="rId21"/>
    <p:sldId id="414" r:id="rId22"/>
    <p:sldId id="343" r:id="rId23"/>
    <p:sldId id="412" r:id="rId24"/>
    <p:sldId id="415" r:id="rId25"/>
    <p:sldId id="398" r:id="rId26"/>
    <p:sldId id="399" r:id="rId27"/>
    <p:sldId id="400" r:id="rId28"/>
    <p:sldId id="401" r:id="rId29"/>
    <p:sldId id="402" r:id="rId30"/>
  </p:sldIdLst>
  <p:sldSz cx="12192000" cy="6858000"/>
  <p:notesSz cx="7010400" cy="92964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986D7032-D21C-4DDA-B0EB-E1D7D4282753}">
          <p14:sldIdLst>
            <p14:sldId id="392"/>
            <p14:sldId id="269"/>
            <p14:sldId id="393"/>
            <p14:sldId id="391"/>
            <p14:sldId id="345"/>
            <p14:sldId id="411"/>
            <p14:sldId id="404"/>
            <p14:sldId id="395"/>
            <p14:sldId id="407"/>
            <p14:sldId id="396"/>
            <p14:sldId id="350"/>
            <p14:sldId id="413"/>
            <p14:sldId id="324"/>
            <p14:sldId id="383"/>
            <p14:sldId id="340"/>
            <p14:sldId id="406"/>
            <p14:sldId id="409"/>
            <p14:sldId id="381"/>
            <p14:sldId id="390"/>
            <p14:sldId id="299"/>
            <p14:sldId id="414"/>
            <p14:sldId id="343"/>
            <p14:sldId id="412"/>
            <p14:sldId id="415"/>
            <p14:sldId id="398"/>
            <p14:sldId id="399"/>
            <p14:sldId id="400"/>
            <p14:sldId id="401"/>
            <p14:sldId id="402"/>
          </p14:sldIdLst>
        </p14:section>
      </p14:sectionLst>
    </p:ext>
    <p:ext uri="{EFAFB233-063F-42B5-8137-9DF3F51BA10A}">
      <p15:sldGuideLst xmlns:p15="http://schemas.microsoft.com/office/powerpoint/2012/main">
        <p15:guide id="1" orient="horz" pos="2156">
          <p15:clr>
            <a:srgbClr val="A4A3A4"/>
          </p15:clr>
        </p15:guide>
        <p15:guide id="2" pos="3840">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ndrew Hamm" initials="AH" lastIdx="4" clrIdx="0"/>
  <p:cmAuthor id="2" name="adam" initials="a" lastIdx="3" clrIdx="1"/>
  <p:cmAuthor id="3" name="Kalvis Golde" initials="KG" lastIdx="94" clrIdx="2">
    <p:extLst>
      <p:ext uri="{19B8F6BF-5375-455C-9EA6-DF929625EA0E}">
        <p15:presenceInfo xmlns:p15="http://schemas.microsoft.com/office/powerpoint/2012/main" userId="d12450372feb7484"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E478A"/>
    <a:srgbClr val="D0CECE"/>
    <a:srgbClr val="FFFFFF"/>
    <a:srgbClr val="5B9BD5"/>
    <a:srgbClr val="0F9147"/>
    <a:srgbClr val="FDD532"/>
    <a:srgbClr val="4F4789"/>
    <a:srgbClr val="0469A9"/>
    <a:srgbClr val="4FEDED"/>
    <a:srgbClr val="A9040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B4EF15D-42C9-844D-8A07-BC881FB6F23C}" v="468" dt="2021-06-22T21:45:02.225"/>
  </p1510:revLst>
</p1510:revInfo>
</file>

<file path=ppt/tableStyles.xml><?xml version="1.0" encoding="utf-8"?>
<a:tblStyleLst xmlns:a="http://schemas.openxmlformats.org/drawingml/2006/main" def="{7DF18680-E054-41AD-8BC1-D1AEF772440D}">
  <a:tblStyle styleId="{8FD4443E-F989-4FC4-A0C8-D5A2AF1F390B}" styleName="深色样式 1 - 强调 5">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5"/>
          </a:solidFill>
        </a:fill>
      </a:tcStyle>
    </a:wholeTbl>
    <a:band1H>
      <a:tcStyle>
        <a:tcBdr/>
        <a:fill>
          <a:solidFill>
            <a:schemeClr val="accent5">
              <a:shade val="60000"/>
            </a:schemeClr>
          </a:solidFill>
        </a:fill>
      </a:tcStyle>
    </a:band1H>
    <a:band1V>
      <a:tcStyle>
        <a:tcBdr/>
        <a:fill>
          <a:solidFill>
            <a:schemeClr val="accent5">
              <a:shade val="60000"/>
            </a:schemeClr>
          </a:solidFill>
        </a:fill>
      </a:tcStyle>
    </a:band1V>
    <a:lastCol>
      <a:tcTxStyle b="on"/>
      <a:tcStyle>
        <a:tcBdr>
          <a:left>
            <a:ln w="25400" cmpd="sng">
              <a:solidFill>
                <a:schemeClr val="lt1"/>
              </a:solidFill>
            </a:ln>
          </a:left>
        </a:tcBdr>
        <a:fill>
          <a:solidFill>
            <a:schemeClr val="accent5">
              <a:shade val="60000"/>
            </a:schemeClr>
          </a:solidFill>
        </a:fill>
      </a:tcStyle>
    </a:lastCol>
    <a:firstCol>
      <a:tcTxStyle b="on"/>
      <a:tcStyle>
        <a:tcBdr>
          <a:right>
            <a:ln w="25400" cmpd="sng">
              <a:solidFill>
                <a:schemeClr val="lt1"/>
              </a:solidFill>
            </a:ln>
          </a:right>
        </a:tcBdr>
        <a:fill>
          <a:solidFill>
            <a:schemeClr val="accent5">
              <a:shade val="60000"/>
            </a:schemeClr>
          </a:solidFill>
        </a:fill>
      </a:tcStyle>
    </a:firstCol>
    <a:lastRow>
      <a:tcTxStyle b="on"/>
      <a:tcStyle>
        <a:tcBdr>
          <a:top>
            <a:ln w="25400" cmpd="sng">
              <a:solidFill>
                <a:schemeClr val="lt1"/>
              </a:solidFill>
            </a:ln>
          </a:top>
        </a:tcBdr>
        <a:fill>
          <a:solidFill>
            <a:schemeClr val="accent5">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中度样式 2 - 强调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1FECB4D8-DB02-4DC6-A0A2-4F2EBAE1DC90}" styleName="Medium Style 1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a:noFill/>
            </a:ln>
          </a:insideV>
        </a:tcBdr>
        <a:fill>
          <a:solidFill>
            <a:schemeClr val="lt1"/>
          </a:solidFill>
        </a:fill>
      </a:tcStyle>
    </a:wholeTbl>
    <a:band1H>
      <a:tcStyle>
        <a:tcBdr/>
        <a:fill>
          <a:solidFill>
            <a:schemeClr val="accent3">
              <a:tint val="20000"/>
            </a:schemeClr>
          </a:solidFill>
        </a:fill>
      </a:tcStyle>
    </a:band1H>
    <a:band1V>
      <a:tcStyle>
        <a:tcBdr/>
        <a:fill>
          <a:solidFill>
            <a:schemeClr val="accent3">
              <a:tint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solidFill>
            <a:schemeClr val="lt1"/>
          </a:solidFill>
        </a:fill>
      </a:tcStyle>
    </a:lastRow>
    <a:firstRow>
      <a:tcTxStyle b="on">
        <a:fontRef idx="minor">
          <a:scrgbClr r="0" g="0" b="0"/>
        </a:fontRef>
        <a:schemeClr val="lt1"/>
      </a:tcTxStyle>
      <a:tcStyle>
        <a:tcBdr/>
        <a:fill>
          <a:solidFill>
            <a:schemeClr val="accent3"/>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9561" autoAdjust="0"/>
    <p:restoredTop sz="93220" autoAdjust="0"/>
  </p:normalViewPr>
  <p:slideViewPr>
    <p:cSldViewPr snapToGrid="0">
      <p:cViewPr varScale="1">
        <p:scale>
          <a:sx n="107" d="100"/>
          <a:sy n="107" d="100"/>
        </p:scale>
        <p:origin x="984" y="102"/>
      </p:cViewPr>
      <p:guideLst>
        <p:guide orient="horz" pos="2156"/>
        <p:guide pos="3840"/>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microsoft.com/office/2015/10/relationships/revisionInfo" Target="revisionInfo.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commentAuthors" Target="commentAuthors.xml"/><Relationship Id="rId38"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handoutMaster" Target="handoutMasters/handoutMaster1.xml"/><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Kalvis Golde" userId="d12450372feb7484" providerId="LiveId" clId="{2B4EF15D-42C9-844D-8A07-BC881FB6F23C}"/>
    <pc:docChg chg="undo redo custSel addSld delSld modSld sldOrd modSection">
      <pc:chgData name="Kalvis Golde" userId="d12450372feb7484" providerId="LiveId" clId="{2B4EF15D-42C9-844D-8A07-BC881FB6F23C}" dt="2021-06-22T21:45:26.631" v="15652" actId="1076"/>
      <pc:docMkLst>
        <pc:docMk/>
      </pc:docMkLst>
      <pc:sldChg chg="modSp mod delCm">
        <pc:chgData name="Kalvis Golde" userId="d12450372feb7484" providerId="LiveId" clId="{2B4EF15D-42C9-844D-8A07-BC881FB6F23C}" dt="2021-06-22T20:08:24.048" v="14713" actId="14734"/>
        <pc:sldMkLst>
          <pc:docMk/>
          <pc:sldMk cId="0" sldId="269"/>
        </pc:sldMkLst>
        <pc:spChg chg="mod">
          <ac:chgData name="Kalvis Golde" userId="d12450372feb7484" providerId="LiveId" clId="{2B4EF15D-42C9-844D-8A07-BC881FB6F23C}" dt="2021-06-22T19:26:55.030" v="14128" actId="13926"/>
          <ac:spMkLst>
            <pc:docMk/>
            <pc:sldMk cId="0" sldId="269"/>
            <ac:spMk id="10" creationId="{41C3B68A-3143-8C40-9052-984CB81771DE}"/>
          </ac:spMkLst>
        </pc:spChg>
        <pc:graphicFrameChg chg="mod modGraphic">
          <ac:chgData name="Kalvis Golde" userId="d12450372feb7484" providerId="LiveId" clId="{2B4EF15D-42C9-844D-8A07-BC881FB6F23C}" dt="2021-06-22T20:08:24.048" v="14713" actId="14734"/>
          <ac:graphicFrameMkLst>
            <pc:docMk/>
            <pc:sldMk cId="0" sldId="269"/>
            <ac:graphicFrameMk id="13" creationId="{2816B8B4-2B75-4A4E-82B3-628AEF4C139E}"/>
          </ac:graphicFrameMkLst>
        </pc:graphicFrameChg>
      </pc:sldChg>
      <pc:sldChg chg="addSp delSp modSp mod addCm delCm modCm">
        <pc:chgData name="Kalvis Golde" userId="d12450372feb7484" providerId="LiveId" clId="{2B4EF15D-42C9-844D-8A07-BC881FB6F23C}" dt="2021-06-22T21:13:28.645" v="14732"/>
        <pc:sldMkLst>
          <pc:docMk/>
          <pc:sldMk cId="0" sldId="298"/>
        </pc:sldMkLst>
        <pc:spChg chg="del">
          <ac:chgData name="Kalvis Golde" userId="d12450372feb7484" providerId="LiveId" clId="{2B4EF15D-42C9-844D-8A07-BC881FB6F23C}" dt="2021-06-10T17:56:57.277" v="504" actId="478"/>
          <ac:spMkLst>
            <pc:docMk/>
            <pc:sldMk cId="0" sldId="298"/>
            <ac:spMk id="2" creationId="{00000000-0000-0000-0000-000000000000}"/>
          </ac:spMkLst>
        </pc:spChg>
        <pc:spChg chg="mod">
          <ac:chgData name="Kalvis Golde" userId="d12450372feb7484" providerId="LiveId" clId="{2B4EF15D-42C9-844D-8A07-BC881FB6F23C}" dt="2021-06-10T18:41:22.866" v="1689" actId="1036"/>
          <ac:spMkLst>
            <pc:docMk/>
            <pc:sldMk cId="0" sldId="298"/>
            <ac:spMk id="4" creationId="{00000000-0000-0000-0000-000000000000}"/>
          </ac:spMkLst>
        </pc:spChg>
        <pc:spChg chg="del mod">
          <ac:chgData name="Kalvis Golde" userId="d12450372feb7484" providerId="LiveId" clId="{2B4EF15D-42C9-844D-8A07-BC881FB6F23C}" dt="2021-06-10T18:11:54.475" v="928" actId="478"/>
          <ac:spMkLst>
            <pc:docMk/>
            <pc:sldMk cId="0" sldId="298"/>
            <ac:spMk id="5" creationId="{2CBC4E64-8FB4-2E4F-AE2A-FE9460394B32}"/>
          </ac:spMkLst>
        </pc:spChg>
        <pc:spChg chg="add del mod">
          <ac:chgData name="Kalvis Golde" userId="d12450372feb7484" providerId="LiveId" clId="{2B4EF15D-42C9-844D-8A07-BC881FB6F23C}" dt="2021-06-10T17:57:04.163" v="506" actId="478"/>
          <ac:spMkLst>
            <pc:docMk/>
            <pc:sldMk cId="0" sldId="298"/>
            <ac:spMk id="9" creationId="{3C9CF0BA-BC2E-1945-875F-30B34241A178}"/>
          </ac:spMkLst>
        </pc:spChg>
        <pc:spChg chg="add mod">
          <ac:chgData name="Kalvis Golde" userId="d12450372feb7484" providerId="LiveId" clId="{2B4EF15D-42C9-844D-8A07-BC881FB6F23C}" dt="2021-06-22T19:03:29.701" v="13685" actId="13926"/>
          <ac:spMkLst>
            <pc:docMk/>
            <pc:sldMk cId="0" sldId="298"/>
            <ac:spMk id="10" creationId="{68D6C34B-8497-B544-815A-2076A22DC17B}"/>
          </ac:spMkLst>
        </pc:spChg>
        <pc:graphicFrameChg chg="mod modGraphic">
          <ac:chgData name="Kalvis Golde" userId="d12450372feb7484" providerId="LiveId" clId="{2B4EF15D-42C9-844D-8A07-BC881FB6F23C}" dt="2021-06-22T19:05:42.048" v="13699" actId="13926"/>
          <ac:graphicFrameMkLst>
            <pc:docMk/>
            <pc:sldMk cId="0" sldId="298"/>
            <ac:graphicFrameMk id="7" creationId="{00000000-0000-0000-0000-000000000000}"/>
          </ac:graphicFrameMkLst>
        </pc:graphicFrameChg>
        <pc:graphicFrameChg chg="del modGraphic">
          <ac:chgData name="Kalvis Golde" userId="d12450372feb7484" providerId="LiveId" clId="{2B4EF15D-42C9-844D-8A07-BC881FB6F23C}" dt="2021-06-10T18:17:54.990" v="1000" actId="478"/>
          <ac:graphicFrameMkLst>
            <pc:docMk/>
            <pc:sldMk cId="0" sldId="298"/>
            <ac:graphicFrameMk id="8" creationId="{6B275725-D677-AE43-9CE5-096DF8400729}"/>
          </ac:graphicFrameMkLst>
        </pc:graphicFrameChg>
      </pc:sldChg>
      <pc:sldChg chg="addSp delSp modSp add del mod addCm delCm modCm">
        <pc:chgData name="Kalvis Golde" userId="d12450372feb7484" providerId="LiveId" clId="{2B4EF15D-42C9-844D-8A07-BC881FB6F23C}" dt="2021-06-22T21:21:28.146" v="15338"/>
        <pc:sldMkLst>
          <pc:docMk/>
          <pc:sldMk cId="0" sldId="299"/>
        </pc:sldMkLst>
        <pc:spChg chg="del">
          <ac:chgData name="Kalvis Golde" userId="d12450372feb7484" providerId="LiveId" clId="{2B4EF15D-42C9-844D-8A07-BC881FB6F23C}" dt="2021-06-22T16:15:15.372" v="11982" actId="478"/>
          <ac:spMkLst>
            <pc:docMk/>
            <pc:sldMk cId="0" sldId="299"/>
            <ac:spMk id="2" creationId="{00000000-0000-0000-0000-000000000000}"/>
          </ac:spMkLst>
        </pc:spChg>
        <pc:spChg chg="del">
          <ac:chgData name="Kalvis Golde" userId="d12450372feb7484" providerId="LiveId" clId="{2B4EF15D-42C9-844D-8A07-BC881FB6F23C}" dt="2021-06-10T19:44:10.673" v="6323" actId="478"/>
          <ac:spMkLst>
            <pc:docMk/>
            <pc:sldMk cId="0" sldId="299"/>
            <ac:spMk id="4" creationId="{00000000-0000-0000-0000-000000000000}"/>
          </ac:spMkLst>
        </pc:spChg>
        <pc:spChg chg="add del mod">
          <ac:chgData name="Kalvis Golde" userId="d12450372feb7484" providerId="LiveId" clId="{2B4EF15D-42C9-844D-8A07-BC881FB6F23C}" dt="2021-06-22T16:15:08.613" v="11980" actId="478"/>
          <ac:spMkLst>
            <pc:docMk/>
            <pc:sldMk cId="0" sldId="299"/>
            <ac:spMk id="5" creationId="{082B7746-FD95-0143-96B1-BFB512F69B9A}"/>
          </ac:spMkLst>
        </pc:spChg>
        <pc:spChg chg="add del mod">
          <ac:chgData name="Kalvis Golde" userId="d12450372feb7484" providerId="LiveId" clId="{2B4EF15D-42C9-844D-8A07-BC881FB6F23C}" dt="2021-06-22T16:15:16.864" v="11983" actId="478"/>
          <ac:spMkLst>
            <pc:docMk/>
            <pc:sldMk cId="0" sldId="299"/>
            <ac:spMk id="8" creationId="{C380418D-E24D-2143-9460-8687DBA7B618}"/>
          </ac:spMkLst>
        </pc:spChg>
        <pc:spChg chg="add mod">
          <ac:chgData name="Kalvis Golde" userId="d12450372feb7484" providerId="LiveId" clId="{2B4EF15D-42C9-844D-8A07-BC881FB6F23C}" dt="2021-06-22T19:08:37.600" v="13795" actId="13926"/>
          <ac:spMkLst>
            <pc:docMk/>
            <pc:sldMk cId="0" sldId="299"/>
            <ac:spMk id="10" creationId="{D366379E-E9D8-DB42-B1E2-38F621A2306F}"/>
          </ac:spMkLst>
        </pc:spChg>
        <pc:graphicFrameChg chg="add mod modGraphic">
          <ac:chgData name="Kalvis Golde" userId="d12450372feb7484" providerId="LiveId" clId="{2B4EF15D-42C9-844D-8A07-BC881FB6F23C}" dt="2021-06-22T19:32:07.263" v="14176"/>
          <ac:graphicFrameMkLst>
            <pc:docMk/>
            <pc:sldMk cId="0" sldId="299"/>
            <ac:graphicFrameMk id="7" creationId="{AFEE743B-3743-7B46-A02B-4C621618C449}"/>
          </ac:graphicFrameMkLst>
        </pc:graphicFrameChg>
        <pc:graphicFrameChg chg="del mod modGraphic">
          <ac:chgData name="Kalvis Golde" userId="d12450372feb7484" providerId="LiveId" clId="{2B4EF15D-42C9-844D-8A07-BC881FB6F23C}" dt="2021-06-22T16:15:06.621" v="11979" actId="478"/>
          <ac:graphicFrameMkLst>
            <pc:docMk/>
            <pc:sldMk cId="0" sldId="299"/>
            <ac:graphicFrameMk id="15" creationId="{00000000-0000-0000-0000-000000000000}"/>
          </ac:graphicFrameMkLst>
        </pc:graphicFrameChg>
      </pc:sldChg>
      <pc:sldChg chg="addSp modSp del mod">
        <pc:chgData name="Kalvis Golde" userId="d12450372feb7484" providerId="LiveId" clId="{2B4EF15D-42C9-844D-8A07-BC881FB6F23C}" dt="2021-06-10T20:14:05.850" v="8416" actId="2696"/>
        <pc:sldMkLst>
          <pc:docMk/>
          <pc:sldMk cId="3525443275" sldId="311"/>
        </pc:sldMkLst>
        <pc:spChg chg="add mod">
          <ac:chgData name="Kalvis Golde" userId="d12450372feb7484" providerId="LiveId" clId="{2B4EF15D-42C9-844D-8A07-BC881FB6F23C}" dt="2021-06-10T20:13:26.426" v="8415" actId="20577"/>
          <ac:spMkLst>
            <pc:docMk/>
            <pc:sldMk cId="3525443275" sldId="311"/>
            <ac:spMk id="5" creationId="{550F536A-B356-4645-A456-11B1879B464D}"/>
          </ac:spMkLst>
        </pc:spChg>
      </pc:sldChg>
      <pc:sldChg chg="addSp delSp modSp del mod">
        <pc:chgData name="Kalvis Golde" userId="d12450372feb7484" providerId="LiveId" clId="{2B4EF15D-42C9-844D-8A07-BC881FB6F23C}" dt="2021-06-10T20:41:36.773" v="8905" actId="2696"/>
        <pc:sldMkLst>
          <pc:docMk/>
          <pc:sldMk cId="4202496770" sldId="312"/>
        </pc:sldMkLst>
        <pc:spChg chg="add del mod">
          <ac:chgData name="Kalvis Golde" userId="d12450372feb7484" providerId="LiveId" clId="{2B4EF15D-42C9-844D-8A07-BC881FB6F23C}" dt="2021-06-10T20:36:33.989" v="8511" actId="478"/>
          <ac:spMkLst>
            <pc:docMk/>
            <pc:sldMk cId="4202496770" sldId="312"/>
            <ac:spMk id="3" creationId="{F7898CCD-F5AC-0642-B5FD-25A51C142840}"/>
          </ac:spMkLst>
        </pc:spChg>
        <pc:spChg chg="add mod">
          <ac:chgData name="Kalvis Golde" userId="d12450372feb7484" providerId="LiveId" clId="{2B4EF15D-42C9-844D-8A07-BC881FB6F23C}" dt="2021-06-10T20:39:27.653" v="8800" actId="20577"/>
          <ac:spMkLst>
            <pc:docMk/>
            <pc:sldMk cId="4202496770" sldId="312"/>
            <ac:spMk id="9" creationId="{46F2D4F4-13CF-7148-B38F-128E76F7F247}"/>
          </ac:spMkLst>
        </pc:spChg>
        <pc:graphicFrameChg chg="del">
          <ac:chgData name="Kalvis Golde" userId="d12450372feb7484" providerId="LiveId" clId="{2B4EF15D-42C9-844D-8A07-BC881FB6F23C}" dt="2021-06-10T20:36:32.271" v="8510" actId="478"/>
          <ac:graphicFrameMkLst>
            <pc:docMk/>
            <pc:sldMk cId="4202496770" sldId="312"/>
            <ac:graphicFrameMk id="8" creationId="{00000000-0000-0000-0000-000000000000}"/>
          </ac:graphicFrameMkLst>
        </pc:graphicFrameChg>
        <pc:picChg chg="add mod">
          <ac:chgData name="Kalvis Golde" userId="d12450372feb7484" providerId="LiveId" clId="{2B4EF15D-42C9-844D-8A07-BC881FB6F23C}" dt="2021-06-10T20:39:59.608" v="8813" actId="14100"/>
          <ac:picMkLst>
            <pc:docMk/>
            <pc:sldMk cId="4202496770" sldId="312"/>
            <ac:picMk id="7" creationId="{23F72518-6DC8-864C-8892-834A6AC85B3C}"/>
          </ac:picMkLst>
        </pc:picChg>
      </pc:sldChg>
      <pc:sldChg chg="addSp delSp modSp mod delCm">
        <pc:chgData name="Kalvis Golde" userId="d12450372feb7484" providerId="LiveId" clId="{2B4EF15D-42C9-844D-8A07-BC881FB6F23C}" dt="2021-06-22T19:12:47.350" v="13820" actId="13926"/>
        <pc:sldMkLst>
          <pc:docMk/>
          <pc:sldMk cId="25729686" sldId="324"/>
        </pc:sldMkLst>
        <pc:spChg chg="mod">
          <ac:chgData name="Kalvis Golde" userId="d12450372feb7484" providerId="LiveId" clId="{2B4EF15D-42C9-844D-8A07-BC881FB6F23C}" dt="2021-06-22T19:12:47.350" v="13820" actId="13926"/>
          <ac:spMkLst>
            <pc:docMk/>
            <pc:sldMk cId="25729686" sldId="324"/>
            <ac:spMk id="2" creationId="{00000000-0000-0000-0000-000000000000}"/>
          </ac:spMkLst>
        </pc:spChg>
        <pc:spChg chg="add del mod">
          <ac:chgData name="Kalvis Golde" userId="d12450372feb7484" providerId="LiveId" clId="{2B4EF15D-42C9-844D-8A07-BC881FB6F23C}" dt="2021-06-10T20:41:09.724" v="8901" actId="478"/>
          <ac:spMkLst>
            <pc:docMk/>
            <pc:sldMk cId="25729686" sldId="324"/>
            <ac:spMk id="5" creationId="{CCE820BC-FDA7-CB4B-8729-BCDB1EFEE735}"/>
          </ac:spMkLst>
        </pc:spChg>
        <pc:spChg chg="add mod">
          <ac:chgData name="Kalvis Golde" userId="d12450372feb7484" providerId="LiveId" clId="{2B4EF15D-42C9-844D-8A07-BC881FB6F23C}" dt="2021-06-17T18:20:14.554" v="11207" actId="207"/>
          <ac:spMkLst>
            <pc:docMk/>
            <pc:sldMk cId="25729686" sldId="324"/>
            <ac:spMk id="7" creationId="{CDBDE700-FBCA-6541-B954-86146E231962}"/>
          </ac:spMkLst>
        </pc:spChg>
        <pc:graphicFrameChg chg="mod modGraphic">
          <ac:chgData name="Kalvis Golde" userId="d12450372feb7484" providerId="LiveId" clId="{2B4EF15D-42C9-844D-8A07-BC881FB6F23C}" dt="2021-06-10T21:03:35.692" v="10259" actId="1076"/>
          <ac:graphicFrameMkLst>
            <pc:docMk/>
            <pc:sldMk cId="25729686" sldId="324"/>
            <ac:graphicFrameMk id="4" creationId="{00000000-0000-0000-0000-000000000000}"/>
          </ac:graphicFrameMkLst>
        </pc:graphicFrameChg>
        <pc:picChg chg="add mod">
          <ac:chgData name="Kalvis Golde" userId="d12450372feb7484" providerId="LiveId" clId="{2B4EF15D-42C9-844D-8A07-BC881FB6F23C}" dt="2021-06-10T20:40:38.608" v="8863"/>
          <ac:picMkLst>
            <pc:docMk/>
            <pc:sldMk cId="25729686" sldId="324"/>
            <ac:picMk id="6" creationId="{758F644C-B24F-2442-B084-057A22933CE9}"/>
          </ac:picMkLst>
        </pc:picChg>
      </pc:sldChg>
      <pc:sldChg chg="modSp mod delCm">
        <pc:chgData name="Kalvis Golde" userId="d12450372feb7484" providerId="LiveId" clId="{2B4EF15D-42C9-844D-8A07-BC881FB6F23C}" dt="2021-06-22T19:11:01.018" v="13808" actId="13926"/>
        <pc:sldMkLst>
          <pc:docMk/>
          <pc:sldMk cId="3618912480" sldId="328"/>
        </pc:sldMkLst>
        <pc:spChg chg="mod">
          <ac:chgData name="Kalvis Golde" userId="d12450372feb7484" providerId="LiveId" clId="{2B4EF15D-42C9-844D-8A07-BC881FB6F23C}" dt="2021-06-22T19:11:01.018" v="13808" actId="13926"/>
          <ac:spMkLst>
            <pc:docMk/>
            <pc:sldMk cId="3618912480" sldId="328"/>
            <ac:spMk id="2" creationId="{00000000-0000-0000-0000-000000000000}"/>
          </ac:spMkLst>
        </pc:spChg>
      </pc:sldChg>
      <pc:sldChg chg="addSp delSp modSp del mod delCm">
        <pc:chgData name="Kalvis Golde" userId="d12450372feb7484" providerId="LiveId" clId="{2B4EF15D-42C9-844D-8A07-BC881FB6F23C}" dt="2021-06-22T21:25:35.586" v="15344" actId="2696"/>
        <pc:sldMkLst>
          <pc:docMk/>
          <pc:sldMk cId="0" sldId="330"/>
        </pc:sldMkLst>
        <pc:spChg chg="add del mod">
          <ac:chgData name="Kalvis Golde" userId="d12450372feb7484" providerId="LiveId" clId="{2B4EF15D-42C9-844D-8A07-BC881FB6F23C}" dt="2021-06-22T19:25:56.114" v="14122" actId="478"/>
          <ac:spMkLst>
            <pc:docMk/>
            <pc:sldMk cId="0" sldId="330"/>
            <ac:spMk id="6" creationId="{D982773A-2492-7648-9BCB-EC44ADCD30F5}"/>
          </ac:spMkLst>
        </pc:spChg>
        <pc:spChg chg="add del mod">
          <ac:chgData name="Kalvis Golde" userId="d12450372feb7484" providerId="LiveId" clId="{2B4EF15D-42C9-844D-8A07-BC881FB6F23C}" dt="2021-06-22T19:25:34.772" v="14103" actId="478"/>
          <ac:spMkLst>
            <pc:docMk/>
            <pc:sldMk cId="0" sldId="330"/>
            <ac:spMk id="9" creationId="{0860544C-F92B-6A45-A080-951D06D6189E}"/>
          </ac:spMkLst>
        </pc:spChg>
        <pc:spChg chg="add mod">
          <ac:chgData name="Kalvis Golde" userId="d12450372feb7484" providerId="LiveId" clId="{2B4EF15D-42C9-844D-8A07-BC881FB6F23C}" dt="2021-06-22T19:25:44.245" v="14120" actId="20577"/>
          <ac:spMkLst>
            <pc:docMk/>
            <pc:sldMk cId="0" sldId="330"/>
            <ac:spMk id="31" creationId="{1700F6EB-E9DE-9C48-BA13-96401307D7F6}"/>
          </ac:spMkLst>
        </pc:spChg>
        <pc:spChg chg="del mod">
          <ac:chgData name="Kalvis Golde" userId="d12450372feb7484" providerId="LiveId" clId="{2B4EF15D-42C9-844D-8A07-BC881FB6F23C}" dt="2021-06-22T19:25:33.031" v="14102" actId="478"/>
          <ac:spMkLst>
            <pc:docMk/>
            <pc:sldMk cId="0" sldId="330"/>
            <ac:spMk id="1025" creationId="{00000000-0000-0000-0000-000000000000}"/>
          </ac:spMkLst>
        </pc:spChg>
        <pc:graphicFrameChg chg="modGraphic">
          <ac:chgData name="Kalvis Golde" userId="d12450372feb7484" providerId="LiveId" clId="{2B4EF15D-42C9-844D-8A07-BC881FB6F23C}" dt="2021-06-22T19:26:16.064" v="14123" actId="20577"/>
          <ac:graphicFrameMkLst>
            <pc:docMk/>
            <pc:sldMk cId="0" sldId="330"/>
            <ac:graphicFrameMk id="27" creationId="{00000000-0000-0000-0000-000000000000}"/>
          </ac:graphicFrameMkLst>
        </pc:graphicFrameChg>
      </pc:sldChg>
      <pc:sldChg chg="addSp delSp modSp mod addCm delCm modCm">
        <pc:chgData name="Kalvis Golde" userId="d12450372feb7484" providerId="LiveId" clId="{2B4EF15D-42C9-844D-8A07-BC881FB6F23C}" dt="2021-06-22T21:25:30.992" v="15343"/>
        <pc:sldMkLst>
          <pc:docMk/>
          <pc:sldMk cId="0" sldId="336"/>
        </pc:sldMkLst>
        <pc:spChg chg="del mod">
          <ac:chgData name="Kalvis Golde" userId="d12450372feb7484" providerId="LiveId" clId="{2B4EF15D-42C9-844D-8A07-BC881FB6F23C}" dt="2021-06-22T19:12:27.401" v="13816" actId="478"/>
          <ac:spMkLst>
            <pc:docMk/>
            <pc:sldMk cId="0" sldId="336"/>
            <ac:spMk id="2" creationId="{00000000-0000-0000-0000-000000000000}"/>
          </ac:spMkLst>
        </pc:spChg>
        <pc:spChg chg="add del mod">
          <ac:chgData name="Kalvis Golde" userId="d12450372feb7484" providerId="LiveId" clId="{2B4EF15D-42C9-844D-8A07-BC881FB6F23C}" dt="2021-06-22T19:13:16.556" v="13822" actId="478"/>
          <ac:spMkLst>
            <pc:docMk/>
            <pc:sldMk cId="0" sldId="336"/>
            <ac:spMk id="5" creationId="{6505EF0A-8AE4-1B48-A43C-9A2925D2ED14}"/>
          </ac:spMkLst>
        </pc:spChg>
        <pc:spChg chg="add mod">
          <ac:chgData name="Kalvis Golde" userId="d12450372feb7484" providerId="LiveId" clId="{2B4EF15D-42C9-844D-8A07-BC881FB6F23C}" dt="2021-06-22T19:14:00.652" v="13861" actId="13926"/>
          <ac:spMkLst>
            <pc:docMk/>
            <pc:sldMk cId="0" sldId="336"/>
            <ac:spMk id="8" creationId="{D4B9013C-C67A-AB48-AD8F-D43F29B11028}"/>
          </ac:spMkLst>
        </pc:spChg>
        <pc:graphicFrameChg chg="mod modGraphic">
          <ac:chgData name="Kalvis Golde" userId="d12450372feb7484" providerId="LiveId" clId="{2B4EF15D-42C9-844D-8A07-BC881FB6F23C}" dt="2021-06-22T19:24:56.463" v="14100" actId="20577"/>
          <ac:graphicFrameMkLst>
            <pc:docMk/>
            <pc:sldMk cId="0" sldId="336"/>
            <ac:graphicFrameMk id="7" creationId="{00000000-0000-0000-0000-000000000000}"/>
          </ac:graphicFrameMkLst>
        </pc:graphicFrameChg>
      </pc:sldChg>
      <pc:sldChg chg="addSp delSp modSp mod addCm delCm">
        <pc:chgData name="Kalvis Golde" userId="d12450372feb7484" providerId="LiveId" clId="{2B4EF15D-42C9-844D-8A07-BC881FB6F23C}" dt="2021-06-22T19:11:06.891" v="13809" actId="13926"/>
        <pc:sldMkLst>
          <pc:docMk/>
          <pc:sldMk cId="0" sldId="340"/>
        </pc:sldMkLst>
        <pc:spChg chg="mod">
          <ac:chgData name="Kalvis Golde" userId="d12450372feb7484" providerId="LiveId" clId="{2B4EF15D-42C9-844D-8A07-BC881FB6F23C}" dt="2021-06-22T19:11:06.891" v="13809" actId="13926"/>
          <ac:spMkLst>
            <pc:docMk/>
            <pc:sldMk cId="0" sldId="340"/>
            <ac:spMk id="2" creationId="{00000000-0000-0000-0000-000000000000}"/>
          </ac:spMkLst>
        </pc:spChg>
        <pc:spChg chg="del">
          <ac:chgData name="Kalvis Golde" userId="d12450372feb7484" providerId="LiveId" clId="{2B4EF15D-42C9-844D-8A07-BC881FB6F23C}" dt="2021-06-10T19:56:18.083" v="6758" actId="478"/>
          <ac:spMkLst>
            <pc:docMk/>
            <pc:sldMk cId="0" sldId="340"/>
            <ac:spMk id="3" creationId="{00000000-0000-0000-0000-000000000000}"/>
          </ac:spMkLst>
        </pc:spChg>
        <pc:spChg chg="add mod">
          <ac:chgData name="Kalvis Golde" userId="d12450372feb7484" providerId="LiveId" clId="{2B4EF15D-42C9-844D-8A07-BC881FB6F23C}" dt="2021-06-17T18:15:15.897" v="11075" actId="207"/>
          <ac:spMkLst>
            <pc:docMk/>
            <pc:sldMk cId="0" sldId="340"/>
            <ac:spMk id="9" creationId="{5998A571-73D0-D147-A688-45E2608B1237}"/>
          </ac:spMkLst>
        </pc:spChg>
        <pc:spChg chg="add mod">
          <ac:chgData name="Kalvis Golde" userId="d12450372feb7484" providerId="LiveId" clId="{2B4EF15D-42C9-844D-8A07-BC881FB6F23C}" dt="2021-06-17T18:15:15.897" v="11075" actId="207"/>
          <ac:spMkLst>
            <pc:docMk/>
            <pc:sldMk cId="0" sldId="340"/>
            <ac:spMk id="10" creationId="{5E15A7A7-B33C-AD49-86CC-AEC41D48DC42}"/>
          </ac:spMkLst>
        </pc:spChg>
        <pc:graphicFrameChg chg="mod">
          <ac:chgData name="Kalvis Golde" userId="d12450372feb7484" providerId="LiveId" clId="{2B4EF15D-42C9-844D-8A07-BC881FB6F23C}" dt="2021-06-10T19:56:09.482" v="6757" actId="1076"/>
          <ac:graphicFrameMkLst>
            <pc:docMk/>
            <pc:sldMk cId="0" sldId="340"/>
            <ac:graphicFrameMk id="5" creationId="{00000000-0000-0000-0000-000000000000}"/>
          </ac:graphicFrameMkLst>
        </pc:graphicFrameChg>
        <pc:graphicFrameChg chg="del">
          <ac:chgData name="Kalvis Golde" userId="d12450372feb7484" providerId="LiveId" clId="{2B4EF15D-42C9-844D-8A07-BC881FB6F23C}" dt="2021-06-10T19:55:26.777" v="6751" actId="478"/>
          <ac:graphicFrameMkLst>
            <pc:docMk/>
            <pc:sldMk cId="0" sldId="340"/>
            <ac:graphicFrameMk id="6" creationId="{00000000-0000-0000-0000-000000000000}"/>
          </ac:graphicFrameMkLst>
        </pc:graphicFrameChg>
        <pc:picChg chg="add mod">
          <ac:chgData name="Kalvis Golde" userId="d12450372feb7484" providerId="LiveId" clId="{2B4EF15D-42C9-844D-8A07-BC881FB6F23C}" dt="2021-06-10T19:55:53.383" v="6756" actId="1076"/>
          <ac:picMkLst>
            <pc:docMk/>
            <pc:sldMk cId="0" sldId="340"/>
            <ac:picMk id="8" creationId="{8B0D6A47-28ED-5E42-82EE-3858B691C735}"/>
          </ac:picMkLst>
        </pc:picChg>
      </pc:sldChg>
      <pc:sldChg chg="addSp delSp modSp mod delCm">
        <pc:chgData name="Kalvis Golde" userId="d12450372feb7484" providerId="LiveId" clId="{2B4EF15D-42C9-844D-8A07-BC881FB6F23C}" dt="2021-06-22T19:08:51.742" v="13796" actId="13926"/>
        <pc:sldMkLst>
          <pc:docMk/>
          <pc:sldMk cId="4162859104" sldId="343"/>
        </pc:sldMkLst>
        <pc:spChg chg="del">
          <ac:chgData name="Kalvis Golde" userId="d12450372feb7484" providerId="LiveId" clId="{2B4EF15D-42C9-844D-8A07-BC881FB6F23C}" dt="2021-06-10T18:58:13.943" v="3302" actId="478"/>
          <ac:spMkLst>
            <pc:docMk/>
            <pc:sldMk cId="4162859104" sldId="343"/>
            <ac:spMk id="2" creationId="{00000000-0000-0000-0000-000000000000}"/>
          </ac:spMkLst>
        </pc:spChg>
        <pc:spChg chg="del">
          <ac:chgData name="Kalvis Golde" userId="d12450372feb7484" providerId="LiveId" clId="{2B4EF15D-42C9-844D-8A07-BC881FB6F23C}" dt="2021-06-10T18:57:40.297" v="3298" actId="478"/>
          <ac:spMkLst>
            <pc:docMk/>
            <pc:sldMk cId="4162859104" sldId="343"/>
            <ac:spMk id="3" creationId="{00000000-0000-0000-0000-000000000000}"/>
          </ac:spMkLst>
        </pc:spChg>
        <pc:spChg chg="add del mod">
          <ac:chgData name="Kalvis Golde" userId="d12450372feb7484" providerId="LiveId" clId="{2B4EF15D-42C9-844D-8A07-BC881FB6F23C}" dt="2021-06-22T17:25:55.676" v="12303" actId="478"/>
          <ac:spMkLst>
            <pc:docMk/>
            <pc:sldMk cId="4162859104" sldId="343"/>
            <ac:spMk id="3" creationId="{EE8D0F3C-EAA3-9844-B0CC-DCF87CD1B496}"/>
          </ac:spMkLst>
        </pc:spChg>
        <pc:spChg chg="add del mod">
          <ac:chgData name="Kalvis Golde" userId="d12450372feb7484" providerId="LiveId" clId="{2B4EF15D-42C9-844D-8A07-BC881FB6F23C}" dt="2021-06-10T18:57:37.238" v="3296" actId="478"/>
          <ac:spMkLst>
            <pc:docMk/>
            <pc:sldMk cId="4162859104" sldId="343"/>
            <ac:spMk id="6" creationId="{744C2562-C29D-644D-BAE5-C71796875C99}"/>
          </ac:spMkLst>
        </pc:spChg>
        <pc:spChg chg="add mod">
          <ac:chgData name="Kalvis Golde" userId="d12450372feb7484" providerId="LiveId" clId="{2B4EF15D-42C9-844D-8A07-BC881FB6F23C}" dt="2021-06-22T19:08:51.742" v="13796" actId="13926"/>
          <ac:spMkLst>
            <pc:docMk/>
            <pc:sldMk cId="4162859104" sldId="343"/>
            <ac:spMk id="7" creationId="{86565480-92B6-5A4E-8946-30A6E964E5AD}"/>
          </ac:spMkLst>
        </pc:spChg>
        <pc:spChg chg="add del mod">
          <ac:chgData name="Kalvis Golde" userId="d12450372feb7484" providerId="LiveId" clId="{2B4EF15D-42C9-844D-8A07-BC881FB6F23C}" dt="2021-06-10T18:58:16.241" v="3303" actId="478"/>
          <ac:spMkLst>
            <pc:docMk/>
            <pc:sldMk cId="4162859104" sldId="343"/>
            <ac:spMk id="12" creationId="{68A9731A-2F8A-FB4C-B495-002DEB7BA672}"/>
          </ac:spMkLst>
        </pc:spChg>
        <pc:spChg chg="add del mod">
          <ac:chgData name="Kalvis Golde" userId="d12450372feb7484" providerId="LiveId" clId="{2B4EF15D-42C9-844D-8A07-BC881FB6F23C}" dt="2021-06-22T17:25:53.862" v="12302" actId="478"/>
          <ac:spMkLst>
            <pc:docMk/>
            <pc:sldMk cId="4162859104" sldId="343"/>
            <ac:spMk id="13" creationId="{48741A7A-2A35-9E46-9CC4-56FCD5405679}"/>
          </ac:spMkLst>
        </pc:spChg>
        <pc:graphicFrameChg chg="del">
          <ac:chgData name="Kalvis Golde" userId="d12450372feb7484" providerId="LiveId" clId="{2B4EF15D-42C9-844D-8A07-BC881FB6F23C}" dt="2021-06-10T18:57:38.115" v="3297" actId="478"/>
          <ac:graphicFrameMkLst>
            <pc:docMk/>
            <pc:sldMk cId="4162859104" sldId="343"/>
            <ac:graphicFrameMk id="7" creationId="{024D86C0-94F1-4D93-BC9A-BBEA3EAF4154}"/>
          </ac:graphicFrameMkLst>
        </pc:graphicFrameChg>
        <pc:graphicFrameChg chg="del">
          <ac:chgData name="Kalvis Golde" userId="d12450372feb7484" providerId="LiveId" clId="{2B4EF15D-42C9-844D-8A07-BC881FB6F23C}" dt="2021-06-10T18:57:29.648" v="3295" actId="478"/>
          <ac:graphicFrameMkLst>
            <pc:docMk/>
            <pc:sldMk cId="4162859104" sldId="343"/>
            <ac:graphicFrameMk id="8" creationId="{00000000-0000-0000-0000-000000000000}"/>
          </ac:graphicFrameMkLst>
        </pc:graphicFrameChg>
        <pc:picChg chg="add mod">
          <ac:chgData name="Kalvis Golde" userId="d12450372feb7484" providerId="LiveId" clId="{2B4EF15D-42C9-844D-8A07-BC881FB6F23C}" dt="2021-06-22T17:26:35.033" v="12313" actId="1076"/>
          <ac:picMkLst>
            <pc:docMk/>
            <pc:sldMk cId="4162859104" sldId="343"/>
            <ac:picMk id="6" creationId="{DA5A4708-E159-5046-B882-4EF2145E2C7F}"/>
          </ac:picMkLst>
        </pc:picChg>
        <pc:picChg chg="add del mod">
          <ac:chgData name="Kalvis Golde" userId="d12450372feb7484" providerId="LiveId" clId="{2B4EF15D-42C9-844D-8A07-BC881FB6F23C}" dt="2021-06-22T17:26:17.483" v="12307" actId="478"/>
          <ac:picMkLst>
            <pc:docMk/>
            <pc:sldMk cId="4162859104" sldId="343"/>
            <ac:picMk id="10" creationId="{48AC3804-9B8C-DF4D-94A1-E91D9895F978}"/>
          </ac:picMkLst>
        </pc:picChg>
      </pc:sldChg>
      <pc:sldChg chg="addSp delSp modSp mod delCm">
        <pc:chgData name="Kalvis Golde" userId="d12450372feb7484" providerId="LiveId" clId="{2B4EF15D-42C9-844D-8A07-BC881FB6F23C}" dt="2021-06-22T19:03:59.482" v="13689" actId="13926"/>
        <pc:sldMkLst>
          <pc:docMk/>
          <pc:sldMk cId="2584210198" sldId="345"/>
        </pc:sldMkLst>
        <pc:spChg chg="del">
          <ac:chgData name="Kalvis Golde" userId="d12450372feb7484" providerId="LiveId" clId="{2B4EF15D-42C9-844D-8A07-BC881FB6F23C}" dt="2021-06-22T14:53:50.066" v="11230" actId="478"/>
          <ac:spMkLst>
            <pc:docMk/>
            <pc:sldMk cId="2584210198" sldId="345"/>
            <ac:spMk id="2" creationId="{00000000-0000-0000-0000-000000000000}"/>
          </ac:spMkLst>
        </pc:spChg>
        <pc:spChg chg="del">
          <ac:chgData name="Kalvis Golde" userId="d12450372feb7484" providerId="LiveId" clId="{2B4EF15D-42C9-844D-8A07-BC881FB6F23C}" dt="2021-06-10T18:54:58.624" v="3115" actId="478"/>
          <ac:spMkLst>
            <pc:docMk/>
            <pc:sldMk cId="2584210198" sldId="345"/>
            <ac:spMk id="3" creationId="{00000000-0000-0000-0000-000000000000}"/>
          </ac:spMkLst>
        </pc:spChg>
        <pc:spChg chg="del">
          <ac:chgData name="Kalvis Golde" userId="d12450372feb7484" providerId="LiveId" clId="{2B4EF15D-42C9-844D-8A07-BC881FB6F23C}" dt="2021-06-10T18:55:04.378" v="3116" actId="478"/>
          <ac:spMkLst>
            <pc:docMk/>
            <pc:sldMk cId="2584210198" sldId="345"/>
            <ac:spMk id="4" creationId="{00000000-0000-0000-0000-000000000000}"/>
          </ac:spMkLst>
        </pc:spChg>
        <pc:spChg chg="add del mod">
          <ac:chgData name="Kalvis Golde" userId="d12450372feb7484" providerId="LiveId" clId="{2B4EF15D-42C9-844D-8A07-BC881FB6F23C}" dt="2021-06-22T14:53:51.865" v="11231" actId="478"/>
          <ac:spMkLst>
            <pc:docMk/>
            <pc:sldMk cId="2584210198" sldId="345"/>
            <ac:spMk id="4" creationId="{81BE7985-E363-8C47-BD95-3A5ABE7BB20E}"/>
          </ac:spMkLst>
        </pc:spChg>
        <pc:spChg chg="add del mod">
          <ac:chgData name="Kalvis Golde" userId="d12450372feb7484" providerId="LiveId" clId="{2B4EF15D-42C9-844D-8A07-BC881FB6F23C}" dt="2021-06-22T14:53:16.395" v="11228" actId="478"/>
          <ac:spMkLst>
            <pc:docMk/>
            <pc:sldMk cId="2584210198" sldId="345"/>
            <ac:spMk id="6" creationId="{42E3A18F-FDFD-D145-8536-80F8DDB0BB37}"/>
          </ac:spMkLst>
        </pc:spChg>
        <pc:spChg chg="add mod">
          <ac:chgData name="Kalvis Golde" userId="d12450372feb7484" providerId="LiveId" clId="{2B4EF15D-42C9-844D-8A07-BC881FB6F23C}" dt="2021-06-22T19:03:59.482" v="13689" actId="13926"/>
          <ac:spMkLst>
            <pc:docMk/>
            <pc:sldMk cId="2584210198" sldId="345"/>
            <ac:spMk id="8" creationId="{A5345AB6-7B44-E44F-983D-1098CCD088F2}"/>
          </ac:spMkLst>
        </pc:spChg>
        <pc:graphicFrameChg chg="del">
          <ac:chgData name="Kalvis Golde" userId="d12450372feb7484" providerId="LiveId" clId="{2B4EF15D-42C9-844D-8A07-BC881FB6F23C}" dt="2021-06-10T18:54:51.478" v="3111" actId="478"/>
          <ac:graphicFrameMkLst>
            <pc:docMk/>
            <pc:sldMk cId="2584210198" sldId="345"/>
            <ac:graphicFrameMk id="9" creationId="{00000000-0000-0000-0000-000000000000}"/>
          </ac:graphicFrameMkLst>
        </pc:graphicFrameChg>
        <pc:graphicFrameChg chg="del">
          <ac:chgData name="Kalvis Golde" userId="d12450372feb7484" providerId="LiveId" clId="{2B4EF15D-42C9-844D-8A07-BC881FB6F23C}" dt="2021-06-10T18:54:54.298" v="3113" actId="478"/>
          <ac:graphicFrameMkLst>
            <pc:docMk/>
            <pc:sldMk cId="2584210198" sldId="345"/>
            <ac:graphicFrameMk id="11" creationId="{00000000-0000-0000-0000-000000000000}"/>
          </ac:graphicFrameMkLst>
        </pc:graphicFrameChg>
        <pc:graphicFrameChg chg="del">
          <ac:chgData name="Kalvis Golde" userId="d12450372feb7484" providerId="LiveId" clId="{2B4EF15D-42C9-844D-8A07-BC881FB6F23C}" dt="2021-06-10T18:54:53.572" v="3112" actId="478"/>
          <ac:graphicFrameMkLst>
            <pc:docMk/>
            <pc:sldMk cId="2584210198" sldId="345"/>
            <ac:graphicFrameMk id="12" creationId="{00000000-0000-0000-0000-000000000000}"/>
          </ac:graphicFrameMkLst>
        </pc:graphicFrameChg>
        <pc:graphicFrameChg chg="del mod">
          <ac:chgData name="Kalvis Golde" userId="d12450372feb7484" providerId="LiveId" clId="{2B4EF15D-42C9-844D-8A07-BC881FB6F23C}" dt="2021-06-22T14:53:20.509" v="11229" actId="478"/>
          <ac:graphicFrameMkLst>
            <pc:docMk/>
            <pc:sldMk cId="2584210198" sldId="345"/>
            <ac:graphicFrameMk id="13" creationId="{00000000-0000-0000-0000-000000000000}"/>
          </ac:graphicFrameMkLst>
        </pc:graphicFrameChg>
      </pc:sldChg>
      <pc:sldChg chg="addSp delSp modSp mod delCm">
        <pc:chgData name="Kalvis Golde" userId="d12450372feb7484" providerId="LiveId" clId="{2B4EF15D-42C9-844D-8A07-BC881FB6F23C}" dt="2021-06-22T19:08:54.899" v="13797" actId="13926"/>
        <pc:sldMkLst>
          <pc:docMk/>
          <pc:sldMk cId="1171196212" sldId="346"/>
        </pc:sldMkLst>
        <pc:spChg chg="del mod">
          <ac:chgData name="Kalvis Golde" userId="d12450372feb7484" providerId="LiveId" clId="{2B4EF15D-42C9-844D-8A07-BC881FB6F23C}" dt="2021-06-10T18:59:06.678" v="3312" actId="478"/>
          <ac:spMkLst>
            <pc:docMk/>
            <pc:sldMk cId="1171196212" sldId="346"/>
            <ac:spMk id="2" creationId="{00000000-0000-0000-0000-000000000000}"/>
          </ac:spMkLst>
        </pc:spChg>
        <pc:spChg chg="del">
          <ac:chgData name="Kalvis Golde" userId="d12450372feb7484" providerId="LiveId" clId="{2B4EF15D-42C9-844D-8A07-BC881FB6F23C}" dt="2021-06-10T18:59:00.854" v="3309" actId="478"/>
          <ac:spMkLst>
            <pc:docMk/>
            <pc:sldMk cId="1171196212" sldId="346"/>
            <ac:spMk id="3" creationId="{00000000-0000-0000-0000-000000000000}"/>
          </ac:spMkLst>
        </pc:spChg>
        <pc:spChg chg="add del mod">
          <ac:chgData name="Kalvis Golde" userId="d12450372feb7484" providerId="LiveId" clId="{2B4EF15D-42C9-844D-8A07-BC881FB6F23C}" dt="2021-06-22T17:26:58.288" v="12317" actId="478"/>
          <ac:spMkLst>
            <pc:docMk/>
            <pc:sldMk cId="1171196212" sldId="346"/>
            <ac:spMk id="3" creationId="{7836D072-A336-4D48-8600-44871A061855}"/>
          </ac:spMkLst>
        </pc:spChg>
        <pc:spChg chg="add mod">
          <ac:chgData name="Kalvis Golde" userId="d12450372feb7484" providerId="LiveId" clId="{2B4EF15D-42C9-844D-8A07-BC881FB6F23C}" dt="2021-06-22T17:33:42.346" v="12624" actId="1037"/>
          <ac:spMkLst>
            <pc:docMk/>
            <pc:sldMk cId="1171196212" sldId="346"/>
            <ac:spMk id="5" creationId="{3B11E498-C84D-3542-AABE-CEE9AB4BD6EE}"/>
          </ac:spMkLst>
        </pc:spChg>
        <pc:spChg chg="add del mod">
          <ac:chgData name="Kalvis Golde" userId="d12450372feb7484" providerId="LiveId" clId="{2B4EF15D-42C9-844D-8A07-BC881FB6F23C}" dt="2021-06-10T18:59:08.909" v="3313" actId="478"/>
          <ac:spMkLst>
            <pc:docMk/>
            <pc:sldMk cId="1171196212" sldId="346"/>
            <ac:spMk id="6" creationId="{DCB32969-64FE-864B-967E-AD8213C3288F}"/>
          </ac:spMkLst>
        </pc:spChg>
        <pc:spChg chg="add mod">
          <ac:chgData name="Kalvis Golde" userId="d12450372feb7484" providerId="LiveId" clId="{2B4EF15D-42C9-844D-8A07-BC881FB6F23C}" dt="2021-06-22T19:08:54.899" v="13797" actId="13926"/>
          <ac:spMkLst>
            <pc:docMk/>
            <pc:sldMk cId="1171196212" sldId="346"/>
            <ac:spMk id="7" creationId="{20BA9BF7-B19D-8046-A716-301EFC5EBF4E}"/>
          </ac:spMkLst>
        </pc:spChg>
        <pc:spChg chg="add del mod">
          <ac:chgData name="Kalvis Golde" userId="d12450372feb7484" providerId="LiveId" clId="{2B4EF15D-42C9-844D-8A07-BC881FB6F23C}" dt="2021-06-10T18:59:11.514" v="3314" actId="478"/>
          <ac:spMkLst>
            <pc:docMk/>
            <pc:sldMk cId="1171196212" sldId="346"/>
            <ac:spMk id="9" creationId="{D95DBDBF-125A-C140-888B-FEDC877FE076}"/>
          </ac:spMkLst>
        </pc:spChg>
        <pc:spChg chg="add del mod">
          <ac:chgData name="Kalvis Golde" userId="d12450372feb7484" providerId="LiveId" clId="{2B4EF15D-42C9-844D-8A07-BC881FB6F23C}" dt="2021-06-22T17:26:53.603" v="12315" actId="478"/>
          <ac:spMkLst>
            <pc:docMk/>
            <pc:sldMk cId="1171196212" sldId="346"/>
            <ac:spMk id="12" creationId="{2A4741C6-071F-F343-9F40-92D5E5343558}"/>
          </ac:spMkLst>
        </pc:spChg>
        <pc:graphicFrameChg chg="del modGraphic">
          <ac:chgData name="Kalvis Golde" userId="d12450372feb7484" providerId="LiveId" clId="{2B4EF15D-42C9-844D-8A07-BC881FB6F23C}" dt="2021-06-10T18:59:03.958" v="3310" actId="478"/>
          <ac:graphicFrameMkLst>
            <pc:docMk/>
            <pc:sldMk cId="1171196212" sldId="346"/>
            <ac:graphicFrameMk id="7" creationId="{00000000-0000-0000-0000-000000000000}"/>
          </ac:graphicFrameMkLst>
        </pc:graphicFrameChg>
        <pc:picChg chg="add del mod">
          <ac:chgData name="Kalvis Golde" userId="d12450372feb7484" providerId="LiveId" clId="{2B4EF15D-42C9-844D-8A07-BC881FB6F23C}" dt="2021-06-10T20:56:19.705" v="9687" actId="478"/>
          <ac:picMkLst>
            <pc:docMk/>
            <pc:sldMk cId="1171196212" sldId="346"/>
            <ac:picMk id="11" creationId="{BFA1BDFF-033B-5D4A-8236-FC73573325AD}"/>
          </ac:picMkLst>
        </pc:picChg>
        <pc:picChg chg="add mod">
          <ac:chgData name="Kalvis Golde" userId="d12450372feb7484" providerId="LiveId" clId="{2B4EF15D-42C9-844D-8A07-BC881FB6F23C}" dt="2021-06-22T19:02:58.166" v="13684" actId="1076"/>
          <ac:picMkLst>
            <pc:docMk/>
            <pc:sldMk cId="1171196212" sldId="346"/>
            <ac:picMk id="14" creationId="{30DF6DD2-6D36-CF43-B40F-3BC5CF8D1A02}"/>
          </ac:picMkLst>
        </pc:picChg>
      </pc:sldChg>
      <pc:sldChg chg="addSp delSp modSp mod delCm">
        <pc:chgData name="Kalvis Golde" userId="d12450372feb7484" providerId="LiveId" clId="{2B4EF15D-42C9-844D-8A07-BC881FB6F23C}" dt="2021-06-22T19:12:35.094" v="13817" actId="13926"/>
        <pc:sldMkLst>
          <pc:docMk/>
          <pc:sldMk cId="2978318038" sldId="348"/>
        </pc:sldMkLst>
        <pc:spChg chg="mod">
          <ac:chgData name="Kalvis Golde" userId="d12450372feb7484" providerId="LiveId" clId="{2B4EF15D-42C9-844D-8A07-BC881FB6F23C}" dt="2021-06-22T19:12:35.094" v="13817" actId="13926"/>
          <ac:spMkLst>
            <pc:docMk/>
            <pc:sldMk cId="2978318038" sldId="348"/>
            <ac:spMk id="2" creationId="{00000000-0000-0000-0000-000000000000}"/>
          </ac:spMkLst>
        </pc:spChg>
        <pc:spChg chg="del">
          <ac:chgData name="Kalvis Golde" userId="d12450372feb7484" providerId="LiveId" clId="{2B4EF15D-42C9-844D-8A07-BC881FB6F23C}" dt="2021-06-10T20:08:17.043" v="7922" actId="478"/>
          <ac:spMkLst>
            <pc:docMk/>
            <pc:sldMk cId="2978318038" sldId="348"/>
            <ac:spMk id="3" creationId="{00000000-0000-0000-0000-000000000000}"/>
          </ac:spMkLst>
        </pc:spChg>
        <pc:spChg chg="add mod">
          <ac:chgData name="Kalvis Golde" userId="d12450372feb7484" providerId="LiveId" clId="{2B4EF15D-42C9-844D-8A07-BC881FB6F23C}" dt="2021-06-17T18:15:32.371" v="11076" actId="207"/>
          <ac:spMkLst>
            <pc:docMk/>
            <pc:sldMk cId="2978318038" sldId="348"/>
            <ac:spMk id="6" creationId="{604D38DC-2BAB-E347-BB0D-92A64F59EA09}"/>
          </ac:spMkLst>
        </pc:spChg>
      </pc:sldChg>
      <pc:sldChg chg="del">
        <pc:chgData name="Kalvis Golde" userId="d12450372feb7484" providerId="LiveId" clId="{2B4EF15D-42C9-844D-8A07-BC881FB6F23C}" dt="2021-06-10T20:58:25.743" v="9796" actId="2696"/>
        <pc:sldMkLst>
          <pc:docMk/>
          <pc:sldMk cId="870864457" sldId="349"/>
        </pc:sldMkLst>
      </pc:sldChg>
      <pc:sldChg chg="addSp modSp mod addCm delCm">
        <pc:chgData name="Kalvis Golde" userId="d12450372feb7484" providerId="LiveId" clId="{2B4EF15D-42C9-844D-8A07-BC881FB6F23C}" dt="2021-06-22T19:12:42.603" v="13819" actId="13926"/>
        <pc:sldMkLst>
          <pc:docMk/>
          <pc:sldMk cId="2490458516" sldId="350"/>
        </pc:sldMkLst>
        <pc:spChg chg="mod">
          <ac:chgData name="Kalvis Golde" userId="d12450372feb7484" providerId="LiveId" clId="{2B4EF15D-42C9-844D-8A07-BC881FB6F23C}" dt="2021-06-22T19:12:42.603" v="13819" actId="13926"/>
          <ac:spMkLst>
            <pc:docMk/>
            <pc:sldMk cId="2490458516" sldId="350"/>
            <ac:spMk id="2" creationId="{00000000-0000-0000-0000-000000000000}"/>
          </ac:spMkLst>
        </pc:spChg>
        <pc:spChg chg="add mod">
          <ac:chgData name="Kalvis Golde" userId="d12450372feb7484" providerId="LiveId" clId="{2B4EF15D-42C9-844D-8A07-BC881FB6F23C}" dt="2021-06-17T18:20:05.269" v="11205" actId="207"/>
          <ac:spMkLst>
            <pc:docMk/>
            <pc:sldMk cId="2490458516" sldId="350"/>
            <ac:spMk id="4" creationId="{EBB4B57C-D160-FF4E-A10F-420A073A4FF2}"/>
          </ac:spMkLst>
        </pc:spChg>
        <pc:picChg chg="add mod">
          <ac:chgData name="Kalvis Golde" userId="d12450372feb7484" providerId="LiveId" clId="{2B4EF15D-42C9-844D-8A07-BC881FB6F23C}" dt="2021-06-10T20:40:19.830" v="8818" actId="1076"/>
          <ac:picMkLst>
            <pc:docMk/>
            <pc:sldMk cId="2490458516" sldId="350"/>
            <ac:picMk id="6" creationId="{69EF4B9C-DA31-1043-88DB-484CDCD83CE3}"/>
          </ac:picMkLst>
        </pc:picChg>
        <pc:picChg chg="mod">
          <ac:chgData name="Kalvis Golde" userId="d12450372feb7484" providerId="LiveId" clId="{2B4EF15D-42C9-844D-8A07-BC881FB6F23C}" dt="2021-06-10T20:40:12.949" v="8816" actId="1076"/>
          <ac:picMkLst>
            <pc:docMk/>
            <pc:sldMk cId="2490458516" sldId="350"/>
            <ac:picMk id="12" creationId="{17AB583D-3F7D-F540-A125-62EEE7803317}"/>
          </ac:picMkLst>
        </pc:picChg>
      </pc:sldChg>
      <pc:sldChg chg="addSp delSp modSp mod delCm">
        <pc:chgData name="Kalvis Golde" userId="d12450372feb7484" providerId="LiveId" clId="{2B4EF15D-42C9-844D-8A07-BC881FB6F23C}" dt="2021-06-22T19:14:36.935" v="13866" actId="13926"/>
        <pc:sldMkLst>
          <pc:docMk/>
          <pc:sldMk cId="0" sldId="366"/>
        </pc:sldMkLst>
        <pc:spChg chg="del mod">
          <ac:chgData name="Kalvis Golde" userId="d12450372feb7484" providerId="LiveId" clId="{2B4EF15D-42C9-844D-8A07-BC881FB6F23C}" dt="2021-06-22T19:14:09.970" v="13862" actId="478"/>
          <ac:spMkLst>
            <pc:docMk/>
            <pc:sldMk cId="0" sldId="366"/>
            <ac:spMk id="2" creationId="{00000000-0000-0000-0000-000000000000}"/>
          </ac:spMkLst>
        </pc:spChg>
        <pc:spChg chg="add mod">
          <ac:chgData name="Kalvis Golde" userId="d12450372feb7484" providerId="LiveId" clId="{2B4EF15D-42C9-844D-8A07-BC881FB6F23C}" dt="2021-06-17T18:20:19.443" v="11208" actId="207"/>
          <ac:spMkLst>
            <pc:docMk/>
            <pc:sldMk cId="0" sldId="366"/>
            <ac:spMk id="5" creationId="{41E15243-F231-B943-B384-F39052C8FD56}"/>
          </ac:spMkLst>
        </pc:spChg>
        <pc:spChg chg="add del mod">
          <ac:chgData name="Kalvis Golde" userId="d12450372feb7484" providerId="LiveId" clId="{2B4EF15D-42C9-844D-8A07-BC881FB6F23C}" dt="2021-06-22T19:14:18.689" v="13863" actId="478"/>
          <ac:spMkLst>
            <pc:docMk/>
            <pc:sldMk cId="0" sldId="366"/>
            <ac:spMk id="7" creationId="{071FC67B-0F1A-F244-9348-2C609F6D3696}"/>
          </ac:spMkLst>
        </pc:spChg>
        <pc:spChg chg="add mod">
          <ac:chgData name="Kalvis Golde" userId="d12450372feb7484" providerId="LiveId" clId="{2B4EF15D-42C9-844D-8A07-BC881FB6F23C}" dt="2021-06-22T19:14:36.935" v="13866" actId="13926"/>
          <ac:spMkLst>
            <pc:docMk/>
            <pc:sldMk cId="0" sldId="366"/>
            <ac:spMk id="13" creationId="{21C79908-CC05-7E4A-9D1A-812B2A930E7D}"/>
          </ac:spMkLst>
        </pc:spChg>
        <pc:graphicFrameChg chg="mod">
          <ac:chgData name="Kalvis Golde" userId="d12450372feb7484" providerId="LiveId" clId="{2B4EF15D-42C9-844D-8A07-BC881FB6F23C}" dt="2021-06-22T19:14:31.398" v="13865" actId="1076"/>
          <ac:graphicFrameMkLst>
            <pc:docMk/>
            <pc:sldMk cId="0" sldId="366"/>
            <ac:graphicFrameMk id="8" creationId="{00000000-0000-0000-0000-000000000000}"/>
          </ac:graphicFrameMkLst>
        </pc:graphicFrameChg>
        <pc:graphicFrameChg chg="mod">
          <ac:chgData name="Kalvis Golde" userId="d12450372feb7484" providerId="LiveId" clId="{2B4EF15D-42C9-844D-8A07-BC881FB6F23C}" dt="2021-06-10T20:42:21.259" v="8912" actId="1076"/>
          <ac:graphicFrameMkLst>
            <pc:docMk/>
            <pc:sldMk cId="0" sldId="366"/>
            <ac:graphicFrameMk id="10" creationId="{00000000-0000-0000-0000-000000000000}"/>
          </ac:graphicFrameMkLst>
        </pc:graphicFrameChg>
        <pc:graphicFrameChg chg="mod">
          <ac:chgData name="Kalvis Golde" userId="d12450372feb7484" providerId="LiveId" clId="{2B4EF15D-42C9-844D-8A07-BC881FB6F23C}" dt="2021-06-10T20:42:12.728" v="8910" actId="1076"/>
          <ac:graphicFrameMkLst>
            <pc:docMk/>
            <pc:sldMk cId="0" sldId="366"/>
            <ac:graphicFrameMk id="11" creationId="{00000000-0000-0000-0000-000000000000}"/>
          </ac:graphicFrameMkLst>
        </pc:graphicFrameChg>
        <pc:graphicFrameChg chg="mod">
          <ac:chgData name="Kalvis Golde" userId="d12450372feb7484" providerId="LiveId" clId="{2B4EF15D-42C9-844D-8A07-BC881FB6F23C}" dt="2021-06-10T20:42:16.610" v="8911" actId="1076"/>
          <ac:graphicFrameMkLst>
            <pc:docMk/>
            <pc:sldMk cId="0" sldId="366"/>
            <ac:graphicFrameMk id="12" creationId="{00000000-0000-0000-0000-000000000000}"/>
          </ac:graphicFrameMkLst>
        </pc:graphicFrameChg>
      </pc:sldChg>
      <pc:sldChg chg="del">
        <pc:chgData name="Kalvis Golde" userId="d12450372feb7484" providerId="LiveId" clId="{2B4EF15D-42C9-844D-8A07-BC881FB6F23C}" dt="2021-06-10T21:00:09.336" v="9974" actId="2696"/>
        <pc:sldMkLst>
          <pc:docMk/>
          <pc:sldMk cId="0" sldId="367"/>
        </pc:sldMkLst>
      </pc:sldChg>
      <pc:sldChg chg="del">
        <pc:chgData name="Kalvis Golde" userId="d12450372feb7484" providerId="LiveId" clId="{2B4EF15D-42C9-844D-8A07-BC881FB6F23C}" dt="2021-06-10T21:00:10.196" v="9975" actId="2696"/>
        <pc:sldMkLst>
          <pc:docMk/>
          <pc:sldMk cId="0" sldId="368"/>
        </pc:sldMkLst>
      </pc:sldChg>
      <pc:sldChg chg="del">
        <pc:chgData name="Kalvis Golde" userId="d12450372feb7484" providerId="LiveId" clId="{2B4EF15D-42C9-844D-8A07-BC881FB6F23C}" dt="2021-06-10T21:00:11.055" v="9976" actId="2696"/>
        <pc:sldMkLst>
          <pc:docMk/>
          <pc:sldMk cId="0" sldId="369"/>
        </pc:sldMkLst>
      </pc:sldChg>
      <pc:sldChg chg="del">
        <pc:chgData name="Kalvis Golde" userId="d12450372feb7484" providerId="LiveId" clId="{2B4EF15D-42C9-844D-8A07-BC881FB6F23C}" dt="2021-06-10T21:00:11.752" v="9977" actId="2696"/>
        <pc:sldMkLst>
          <pc:docMk/>
          <pc:sldMk cId="0" sldId="370"/>
        </pc:sldMkLst>
      </pc:sldChg>
      <pc:sldChg chg="del">
        <pc:chgData name="Kalvis Golde" userId="d12450372feb7484" providerId="LiveId" clId="{2B4EF15D-42C9-844D-8A07-BC881FB6F23C}" dt="2021-06-10T21:00:12.651" v="9978" actId="2696"/>
        <pc:sldMkLst>
          <pc:docMk/>
          <pc:sldMk cId="0" sldId="371"/>
        </pc:sldMkLst>
      </pc:sldChg>
      <pc:sldChg chg="del">
        <pc:chgData name="Kalvis Golde" userId="d12450372feb7484" providerId="LiveId" clId="{2B4EF15D-42C9-844D-8A07-BC881FB6F23C}" dt="2021-06-10T21:00:13.524" v="9979" actId="2696"/>
        <pc:sldMkLst>
          <pc:docMk/>
          <pc:sldMk cId="0" sldId="372"/>
        </pc:sldMkLst>
      </pc:sldChg>
      <pc:sldChg chg="addSp delSp modSp mod delCm">
        <pc:chgData name="Kalvis Golde" userId="d12450372feb7484" providerId="LiveId" clId="{2B4EF15D-42C9-844D-8A07-BC881FB6F23C}" dt="2021-06-22T19:03:52.543" v="13688" actId="13926"/>
        <pc:sldMkLst>
          <pc:docMk/>
          <pc:sldMk cId="1033537365" sldId="381"/>
        </pc:sldMkLst>
        <pc:spChg chg="del">
          <ac:chgData name="Kalvis Golde" userId="d12450372feb7484" providerId="LiveId" clId="{2B4EF15D-42C9-844D-8A07-BC881FB6F23C}" dt="2021-06-10T18:33:23.220" v="1239" actId="478"/>
          <ac:spMkLst>
            <pc:docMk/>
            <pc:sldMk cId="1033537365" sldId="381"/>
            <ac:spMk id="2" creationId="{00000000-0000-0000-0000-000000000000}"/>
          </ac:spMkLst>
        </pc:spChg>
        <pc:spChg chg="add mod">
          <ac:chgData name="Kalvis Golde" userId="d12450372feb7484" providerId="LiveId" clId="{2B4EF15D-42C9-844D-8A07-BC881FB6F23C}" dt="2021-06-17T18:18:25.949" v="11203" actId="20577"/>
          <ac:spMkLst>
            <pc:docMk/>
            <pc:sldMk cId="1033537365" sldId="381"/>
            <ac:spMk id="2" creationId="{6B70F8D5-0CCD-8D43-B264-3D7D2506C878}"/>
          </ac:spMkLst>
        </pc:spChg>
        <pc:spChg chg="del mod">
          <ac:chgData name="Kalvis Golde" userId="d12450372feb7484" providerId="LiveId" clId="{2B4EF15D-42C9-844D-8A07-BC881FB6F23C}" dt="2021-06-10T18:45:24.814" v="2001" actId="478"/>
          <ac:spMkLst>
            <pc:docMk/>
            <pc:sldMk cId="1033537365" sldId="381"/>
            <ac:spMk id="3" creationId="{00000000-0000-0000-0000-000000000000}"/>
          </ac:spMkLst>
        </pc:spChg>
        <pc:spChg chg="mod">
          <ac:chgData name="Kalvis Golde" userId="d12450372feb7484" providerId="LiveId" clId="{2B4EF15D-42C9-844D-8A07-BC881FB6F23C}" dt="2021-06-10T18:41:01.231" v="1677" actId="1076"/>
          <ac:spMkLst>
            <pc:docMk/>
            <pc:sldMk cId="1033537365" sldId="381"/>
            <ac:spMk id="5" creationId="{00000000-0000-0000-0000-000000000000}"/>
          </ac:spMkLst>
        </pc:spChg>
        <pc:spChg chg="add del mod">
          <ac:chgData name="Kalvis Golde" userId="d12450372feb7484" providerId="LiveId" clId="{2B4EF15D-42C9-844D-8A07-BC881FB6F23C}" dt="2021-06-10T18:33:25.426" v="1240" actId="478"/>
          <ac:spMkLst>
            <pc:docMk/>
            <pc:sldMk cId="1033537365" sldId="381"/>
            <ac:spMk id="8" creationId="{7BAD2F67-4707-FE42-9C12-832C86EA8F93}"/>
          </ac:spMkLst>
        </pc:spChg>
        <pc:spChg chg="add mod">
          <ac:chgData name="Kalvis Golde" userId="d12450372feb7484" providerId="LiveId" clId="{2B4EF15D-42C9-844D-8A07-BC881FB6F23C}" dt="2021-06-22T19:03:52.543" v="13688" actId="13926"/>
          <ac:spMkLst>
            <pc:docMk/>
            <pc:sldMk cId="1033537365" sldId="381"/>
            <ac:spMk id="9" creationId="{FB458F45-4DA8-A94D-8CED-F9D64AF83BD0}"/>
          </ac:spMkLst>
        </pc:spChg>
        <pc:spChg chg="add del mod">
          <ac:chgData name="Kalvis Golde" userId="d12450372feb7484" providerId="LiveId" clId="{2B4EF15D-42C9-844D-8A07-BC881FB6F23C}" dt="2021-06-10T21:44:09.840" v="10583" actId="478"/>
          <ac:spMkLst>
            <pc:docMk/>
            <pc:sldMk cId="1033537365" sldId="381"/>
            <ac:spMk id="10" creationId="{2D0CEB1D-F982-BE40-988A-B55BBB026128}"/>
          </ac:spMkLst>
        </pc:spChg>
        <pc:graphicFrameChg chg="del">
          <ac:chgData name="Kalvis Golde" userId="d12450372feb7484" providerId="LiveId" clId="{2B4EF15D-42C9-844D-8A07-BC881FB6F23C}" dt="2021-06-10T18:33:54.831" v="1262" actId="478"/>
          <ac:graphicFrameMkLst>
            <pc:docMk/>
            <pc:sldMk cId="1033537365" sldId="381"/>
            <ac:graphicFrameMk id="4" creationId="{00000000-0000-0000-0000-000000000000}"/>
          </ac:graphicFrameMkLst>
        </pc:graphicFrameChg>
        <pc:graphicFrameChg chg="mod modGraphic">
          <ac:chgData name="Kalvis Golde" userId="d12450372feb7484" providerId="LiveId" clId="{2B4EF15D-42C9-844D-8A07-BC881FB6F23C}" dt="2021-06-17T18:16:21.211" v="11084" actId="1035"/>
          <ac:graphicFrameMkLst>
            <pc:docMk/>
            <pc:sldMk cId="1033537365" sldId="381"/>
            <ac:graphicFrameMk id="7" creationId="{00000000-0000-0000-0000-000000000000}"/>
          </ac:graphicFrameMkLst>
        </pc:graphicFrameChg>
      </pc:sldChg>
      <pc:sldChg chg="addSp delSp modSp mod ord addCm delCm modCm">
        <pc:chgData name="Kalvis Golde" userId="d12450372feb7484" providerId="LiveId" clId="{2B4EF15D-42C9-844D-8A07-BC881FB6F23C}" dt="2021-06-22T21:22:10.418" v="15340"/>
        <pc:sldMkLst>
          <pc:docMk/>
          <pc:sldMk cId="1104016091" sldId="383"/>
        </pc:sldMkLst>
        <pc:spChg chg="del mod">
          <ac:chgData name="Kalvis Golde" userId="d12450372feb7484" providerId="LiveId" clId="{2B4EF15D-42C9-844D-8A07-BC881FB6F23C}" dt="2021-06-22T17:34:33.099" v="12699" actId="478"/>
          <ac:spMkLst>
            <pc:docMk/>
            <pc:sldMk cId="1104016091" sldId="383"/>
            <ac:spMk id="2" creationId="{00000000-0000-0000-0000-000000000000}"/>
          </ac:spMkLst>
        </pc:spChg>
        <pc:spChg chg="add del mod">
          <ac:chgData name="Kalvis Golde" userId="d12450372feb7484" providerId="LiveId" clId="{2B4EF15D-42C9-844D-8A07-BC881FB6F23C}" dt="2021-06-22T18:30:04.339" v="13124" actId="478"/>
          <ac:spMkLst>
            <pc:docMk/>
            <pc:sldMk cId="1104016091" sldId="383"/>
            <ac:spMk id="3" creationId="{B5634BCE-99A1-644D-AC68-3A65F7B40DFE}"/>
          </ac:spMkLst>
        </pc:spChg>
        <pc:spChg chg="add del mod">
          <ac:chgData name="Kalvis Golde" userId="d12450372feb7484" providerId="LiveId" clId="{2B4EF15D-42C9-844D-8A07-BC881FB6F23C}" dt="2021-06-22T17:34:36.220" v="12701" actId="478"/>
          <ac:spMkLst>
            <pc:docMk/>
            <pc:sldMk cId="1104016091" sldId="383"/>
            <ac:spMk id="7" creationId="{260F01D1-D400-844B-832E-E94656415BF6}"/>
          </ac:spMkLst>
        </pc:spChg>
        <pc:spChg chg="add mod">
          <ac:chgData name="Kalvis Golde" userId="d12450372feb7484" providerId="LiveId" clId="{2B4EF15D-42C9-844D-8A07-BC881FB6F23C}" dt="2021-06-22T19:34:33.469" v="14239" actId="13926"/>
          <ac:spMkLst>
            <pc:docMk/>
            <pc:sldMk cId="1104016091" sldId="383"/>
            <ac:spMk id="11" creationId="{53B38A24-C2D1-2542-AF2D-D68A7476B6F0}"/>
          </ac:spMkLst>
        </pc:spChg>
        <pc:graphicFrameChg chg="mod modGraphic">
          <ac:chgData name="Kalvis Golde" userId="d12450372feb7484" providerId="LiveId" clId="{2B4EF15D-42C9-844D-8A07-BC881FB6F23C}" dt="2021-06-22T20:39:27.167" v="14721" actId="13926"/>
          <ac:graphicFrameMkLst>
            <pc:docMk/>
            <pc:sldMk cId="1104016091" sldId="383"/>
            <ac:graphicFrameMk id="5" creationId="{00000000-0000-0000-0000-000000000000}"/>
          </ac:graphicFrameMkLst>
        </pc:graphicFrameChg>
        <pc:graphicFrameChg chg="del">
          <ac:chgData name="Kalvis Golde" userId="d12450372feb7484" providerId="LiveId" clId="{2B4EF15D-42C9-844D-8A07-BC881FB6F23C}" dt="2021-06-10T17:51:40.747" v="276" actId="21"/>
          <ac:graphicFrameMkLst>
            <pc:docMk/>
            <pc:sldMk cId="1104016091" sldId="383"/>
            <ac:graphicFrameMk id="7" creationId="{00000000-0000-0000-0000-000000000000}"/>
          </ac:graphicFrameMkLst>
        </pc:graphicFrameChg>
        <pc:graphicFrameChg chg="del">
          <ac:chgData name="Kalvis Golde" userId="d12450372feb7484" providerId="LiveId" clId="{2B4EF15D-42C9-844D-8A07-BC881FB6F23C}" dt="2021-06-10T18:58:41" v="3305" actId="478"/>
          <ac:graphicFrameMkLst>
            <pc:docMk/>
            <pc:sldMk cId="1104016091" sldId="383"/>
            <ac:graphicFrameMk id="8" creationId="{00000000-0000-0000-0000-000000000000}"/>
          </ac:graphicFrameMkLst>
        </pc:graphicFrameChg>
        <pc:graphicFrameChg chg="mod modGraphic">
          <ac:chgData name="Kalvis Golde" userId="d12450372feb7484" providerId="LiveId" clId="{2B4EF15D-42C9-844D-8A07-BC881FB6F23C}" dt="2021-06-22T20:39:22.348" v="14720" actId="13926"/>
          <ac:graphicFrameMkLst>
            <pc:docMk/>
            <pc:sldMk cId="1104016091" sldId="383"/>
            <ac:graphicFrameMk id="9" creationId="{00000000-0000-0000-0000-000000000000}"/>
          </ac:graphicFrameMkLst>
        </pc:graphicFrameChg>
        <pc:graphicFrameChg chg="add del mod modGraphic">
          <ac:chgData name="Kalvis Golde" userId="d12450372feb7484" providerId="LiveId" clId="{2B4EF15D-42C9-844D-8A07-BC881FB6F23C}" dt="2021-06-22T19:01:21.805" v="13639" actId="478"/>
          <ac:graphicFrameMkLst>
            <pc:docMk/>
            <pc:sldMk cId="1104016091" sldId="383"/>
            <ac:graphicFrameMk id="10" creationId="{75C7D152-9D97-7546-B8CD-869ECA6A2A10}"/>
          </ac:graphicFrameMkLst>
        </pc:graphicFrameChg>
        <pc:graphicFrameChg chg="add mod modGraphic">
          <ac:chgData name="Kalvis Golde" userId="d12450372feb7484" providerId="LiveId" clId="{2B4EF15D-42C9-844D-8A07-BC881FB6F23C}" dt="2021-06-22T19:34:23.916" v="14238" actId="1035"/>
          <ac:graphicFrameMkLst>
            <pc:docMk/>
            <pc:sldMk cId="1104016091" sldId="383"/>
            <ac:graphicFrameMk id="12" creationId="{CC33FC22-44FB-C043-B5DB-9280A1B6ECB8}"/>
          </ac:graphicFrameMkLst>
        </pc:graphicFrameChg>
      </pc:sldChg>
      <pc:sldChg chg="addSp delSp modSp mod ord delCm">
        <pc:chgData name="Kalvis Golde" userId="d12450372feb7484" providerId="LiveId" clId="{2B4EF15D-42C9-844D-8A07-BC881FB6F23C}" dt="2021-06-22T19:12:01.723" v="13812" actId="13926"/>
        <pc:sldMkLst>
          <pc:docMk/>
          <pc:sldMk cId="1145471676" sldId="384"/>
        </pc:sldMkLst>
        <pc:spChg chg="mod">
          <ac:chgData name="Kalvis Golde" userId="d12450372feb7484" providerId="LiveId" clId="{2B4EF15D-42C9-844D-8A07-BC881FB6F23C}" dt="2021-06-22T19:12:01.723" v="13812" actId="13926"/>
          <ac:spMkLst>
            <pc:docMk/>
            <pc:sldMk cId="1145471676" sldId="384"/>
            <ac:spMk id="2" creationId="{00000000-0000-0000-0000-000000000000}"/>
          </ac:spMkLst>
        </pc:spChg>
        <pc:spChg chg="del">
          <ac:chgData name="Kalvis Golde" userId="d12450372feb7484" providerId="LiveId" clId="{2B4EF15D-42C9-844D-8A07-BC881FB6F23C}" dt="2021-06-10T19:01:35.567" v="3443" actId="478"/>
          <ac:spMkLst>
            <pc:docMk/>
            <pc:sldMk cId="1145471676" sldId="384"/>
            <ac:spMk id="3" creationId="{00000000-0000-0000-0000-000000000000}"/>
          </ac:spMkLst>
        </pc:spChg>
        <pc:spChg chg="add del mod">
          <ac:chgData name="Kalvis Golde" userId="d12450372feb7484" providerId="LiveId" clId="{2B4EF15D-42C9-844D-8A07-BC881FB6F23C}" dt="2021-06-10T17:52:41.849" v="293" actId="478"/>
          <ac:spMkLst>
            <pc:docMk/>
            <pc:sldMk cId="1145471676" sldId="384"/>
            <ac:spMk id="11" creationId="{51D78BFF-1C2D-6D4E-8D6A-20C793EA1E86}"/>
          </ac:spMkLst>
        </pc:spChg>
        <pc:spChg chg="add mod">
          <ac:chgData name="Kalvis Golde" userId="d12450372feb7484" providerId="LiveId" clId="{2B4EF15D-42C9-844D-8A07-BC881FB6F23C}" dt="2021-06-17T18:15:10.826" v="11074" actId="207"/>
          <ac:spMkLst>
            <pc:docMk/>
            <pc:sldMk cId="1145471676" sldId="384"/>
            <ac:spMk id="12" creationId="{3F010283-F523-E04C-BB15-5F240A81E675}"/>
          </ac:spMkLst>
        </pc:spChg>
        <pc:spChg chg="add del mod">
          <ac:chgData name="Kalvis Golde" userId="d12450372feb7484" providerId="LiveId" clId="{2B4EF15D-42C9-844D-8A07-BC881FB6F23C}" dt="2021-06-10T19:45:42.779" v="6408"/>
          <ac:spMkLst>
            <pc:docMk/>
            <pc:sldMk cId="1145471676" sldId="384"/>
            <ac:spMk id="13" creationId="{B2833B3D-0704-F348-A4C3-9014F005F623}"/>
          </ac:spMkLst>
        </pc:spChg>
        <pc:spChg chg="add del mod">
          <ac:chgData name="Kalvis Golde" userId="d12450372feb7484" providerId="LiveId" clId="{2B4EF15D-42C9-844D-8A07-BC881FB6F23C}" dt="2021-06-10T19:45:47.417" v="6410"/>
          <ac:spMkLst>
            <pc:docMk/>
            <pc:sldMk cId="1145471676" sldId="384"/>
            <ac:spMk id="14" creationId="{24D4B371-6B6D-BE4F-A7AC-8806B56D6FC1}"/>
          </ac:spMkLst>
        </pc:spChg>
        <pc:spChg chg="add del mod">
          <ac:chgData name="Kalvis Golde" userId="d12450372feb7484" providerId="LiveId" clId="{2B4EF15D-42C9-844D-8A07-BC881FB6F23C}" dt="2021-06-10T19:54:46.695" v="6726" actId="478"/>
          <ac:spMkLst>
            <pc:docMk/>
            <pc:sldMk cId="1145471676" sldId="384"/>
            <ac:spMk id="16" creationId="{1BED2A0A-A5B3-6A44-AFA8-DE467D07BB4E}"/>
          </ac:spMkLst>
        </pc:spChg>
        <pc:graphicFrameChg chg="del">
          <ac:chgData name="Kalvis Golde" userId="d12450372feb7484" providerId="LiveId" clId="{2B4EF15D-42C9-844D-8A07-BC881FB6F23C}" dt="2021-06-10T17:52:37.559" v="291" actId="478"/>
          <ac:graphicFrameMkLst>
            <pc:docMk/>
            <pc:sldMk cId="1145471676" sldId="384"/>
            <ac:graphicFrameMk id="5" creationId="{00000000-0000-0000-0000-000000000000}"/>
          </ac:graphicFrameMkLst>
        </pc:graphicFrameChg>
        <pc:graphicFrameChg chg="del">
          <ac:chgData name="Kalvis Golde" userId="d12450372feb7484" providerId="LiveId" clId="{2B4EF15D-42C9-844D-8A07-BC881FB6F23C}" dt="2021-06-10T17:52:38.712" v="292" actId="478"/>
          <ac:graphicFrameMkLst>
            <pc:docMk/>
            <pc:sldMk cId="1145471676" sldId="384"/>
            <ac:graphicFrameMk id="6" creationId="{00000000-0000-0000-0000-000000000000}"/>
          </ac:graphicFrameMkLst>
        </pc:graphicFrameChg>
        <pc:graphicFrameChg chg="mod">
          <ac:chgData name="Kalvis Golde" userId="d12450372feb7484" providerId="LiveId" clId="{2B4EF15D-42C9-844D-8A07-BC881FB6F23C}" dt="2021-06-10T18:59:41.238" v="3319" actId="1076"/>
          <ac:graphicFrameMkLst>
            <pc:docMk/>
            <pc:sldMk cId="1145471676" sldId="384"/>
            <ac:graphicFrameMk id="7" creationId="{00000000-0000-0000-0000-000000000000}"/>
          </ac:graphicFrameMkLst>
        </pc:graphicFrameChg>
        <pc:graphicFrameChg chg="del">
          <ac:chgData name="Kalvis Golde" userId="d12450372feb7484" providerId="LiveId" clId="{2B4EF15D-42C9-844D-8A07-BC881FB6F23C}" dt="2021-06-10T19:01:33.562" v="3442" actId="478"/>
          <ac:graphicFrameMkLst>
            <pc:docMk/>
            <pc:sldMk cId="1145471676" sldId="384"/>
            <ac:graphicFrameMk id="8" creationId="{00000000-0000-0000-0000-000000000000}"/>
          </ac:graphicFrameMkLst>
        </pc:graphicFrameChg>
        <pc:graphicFrameChg chg="del">
          <ac:chgData name="Kalvis Golde" userId="d12450372feb7484" providerId="LiveId" clId="{2B4EF15D-42C9-844D-8A07-BC881FB6F23C}" dt="2021-06-10T17:52:36.838" v="290" actId="478"/>
          <ac:graphicFrameMkLst>
            <pc:docMk/>
            <pc:sldMk cId="1145471676" sldId="384"/>
            <ac:graphicFrameMk id="9" creationId="{00000000-0000-0000-0000-000000000000}"/>
          </ac:graphicFrameMkLst>
        </pc:graphicFrameChg>
        <pc:graphicFrameChg chg="add del mod">
          <ac:chgData name="Kalvis Golde" userId="d12450372feb7484" providerId="LiveId" clId="{2B4EF15D-42C9-844D-8A07-BC881FB6F23C}" dt="2021-06-10T19:54:44.551" v="6725" actId="478"/>
          <ac:graphicFrameMkLst>
            <pc:docMk/>
            <pc:sldMk cId="1145471676" sldId="384"/>
            <ac:graphicFrameMk id="15" creationId="{03DEA91C-1C43-474D-A1F1-0C537074461B}"/>
          </ac:graphicFrameMkLst>
        </pc:graphicFrameChg>
      </pc:sldChg>
      <pc:sldChg chg="addSp delSp modSp mod addCm delCm">
        <pc:chgData name="Kalvis Golde" userId="d12450372feb7484" providerId="LiveId" clId="{2B4EF15D-42C9-844D-8A07-BC881FB6F23C}" dt="2021-06-22T19:25:21.550" v="14101" actId="13926"/>
        <pc:sldMkLst>
          <pc:docMk/>
          <pc:sldMk cId="1531195224" sldId="388"/>
        </pc:sldMkLst>
        <pc:spChg chg="del">
          <ac:chgData name="Kalvis Golde" userId="d12450372feb7484" providerId="LiveId" clId="{2B4EF15D-42C9-844D-8A07-BC881FB6F23C}" dt="2021-06-10T20:43:31.326" v="9020" actId="478"/>
          <ac:spMkLst>
            <pc:docMk/>
            <pc:sldMk cId="1531195224" sldId="388"/>
            <ac:spMk id="2" creationId="{00000000-0000-0000-0000-000000000000}"/>
          </ac:spMkLst>
        </pc:spChg>
        <pc:spChg chg="mod">
          <ac:chgData name="Kalvis Golde" userId="d12450372feb7484" providerId="LiveId" clId="{2B4EF15D-42C9-844D-8A07-BC881FB6F23C}" dt="2021-06-22T19:25:21.550" v="14101" actId="13926"/>
          <ac:spMkLst>
            <pc:docMk/>
            <pc:sldMk cId="1531195224" sldId="388"/>
            <ac:spMk id="5" creationId="{00000000-0000-0000-0000-000000000000}"/>
          </ac:spMkLst>
        </pc:spChg>
        <pc:spChg chg="add del mod">
          <ac:chgData name="Kalvis Golde" userId="d12450372feb7484" providerId="LiveId" clId="{2B4EF15D-42C9-844D-8A07-BC881FB6F23C}" dt="2021-06-10T20:43:26.765" v="9019" actId="478"/>
          <ac:spMkLst>
            <pc:docMk/>
            <pc:sldMk cId="1531195224" sldId="388"/>
            <ac:spMk id="7" creationId="{B68E1F4A-6BA5-514E-815E-7866602C5DF3}"/>
          </ac:spMkLst>
        </pc:spChg>
        <pc:spChg chg="add mod">
          <ac:chgData name="Kalvis Golde" userId="d12450372feb7484" providerId="LiveId" clId="{2B4EF15D-42C9-844D-8A07-BC881FB6F23C}" dt="2021-06-17T18:20:26.735" v="11209" actId="207"/>
          <ac:spMkLst>
            <pc:docMk/>
            <pc:sldMk cId="1531195224" sldId="388"/>
            <ac:spMk id="8" creationId="{8CEBAFC7-4882-B04E-B544-F5047A529DC3}"/>
          </ac:spMkLst>
        </pc:spChg>
        <pc:graphicFrameChg chg="del">
          <ac:chgData name="Kalvis Golde" userId="d12450372feb7484" providerId="LiveId" clId="{2B4EF15D-42C9-844D-8A07-BC881FB6F23C}" dt="2021-06-10T20:43:24.957" v="9018" actId="478"/>
          <ac:graphicFrameMkLst>
            <pc:docMk/>
            <pc:sldMk cId="1531195224" sldId="388"/>
            <ac:graphicFrameMk id="3" creationId="{00000000-0000-0000-0000-000000000000}"/>
          </ac:graphicFrameMkLst>
        </pc:graphicFrameChg>
        <pc:graphicFrameChg chg="mod">
          <ac:chgData name="Kalvis Golde" userId="d12450372feb7484" providerId="LiveId" clId="{2B4EF15D-42C9-844D-8A07-BC881FB6F23C}" dt="2021-06-10T20:43:52.612" v="9027" actId="1076"/>
          <ac:graphicFrameMkLst>
            <pc:docMk/>
            <pc:sldMk cId="1531195224" sldId="388"/>
            <ac:graphicFrameMk id="13" creationId="{00000000-0000-0000-0000-000000000000}"/>
          </ac:graphicFrameMkLst>
        </pc:graphicFrameChg>
      </pc:sldChg>
      <pc:sldChg chg="del">
        <pc:chgData name="Kalvis Golde" userId="d12450372feb7484" providerId="LiveId" clId="{2B4EF15D-42C9-844D-8A07-BC881FB6F23C}" dt="2021-06-10T21:00:17.983" v="9980" actId="2696"/>
        <pc:sldMkLst>
          <pc:docMk/>
          <pc:sldMk cId="3520280119" sldId="389"/>
        </pc:sldMkLst>
      </pc:sldChg>
      <pc:sldChg chg="addSp delSp modSp mod addCm delCm modCm">
        <pc:chgData name="Kalvis Golde" userId="d12450372feb7484" providerId="LiveId" clId="{2B4EF15D-42C9-844D-8A07-BC881FB6F23C}" dt="2021-06-22T21:16:50.898" v="14737"/>
        <pc:sldMkLst>
          <pc:docMk/>
          <pc:sldMk cId="605018774" sldId="390"/>
        </pc:sldMkLst>
        <pc:spChg chg="add del mod">
          <ac:chgData name="Kalvis Golde" userId="d12450372feb7484" providerId="LiveId" clId="{2B4EF15D-42C9-844D-8A07-BC881FB6F23C}" dt="2021-06-10T18:42:24.421" v="1701" actId="478"/>
          <ac:spMkLst>
            <pc:docMk/>
            <pc:sldMk cId="605018774" sldId="390"/>
            <ac:spMk id="3" creationId="{FAA4811B-2810-0743-815C-47E43BE91828}"/>
          </ac:spMkLst>
        </pc:spChg>
        <pc:spChg chg="del mod">
          <ac:chgData name="Kalvis Golde" userId="d12450372feb7484" providerId="LiveId" clId="{2B4EF15D-42C9-844D-8A07-BC881FB6F23C}" dt="2021-06-22T14:54:18.908" v="11278" actId="478"/>
          <ac:spMkLst>
            <pc:docMk/>
            <pc:sldMk cId="605018774" sldId="390"/>
            <ac:spMk id="5" creationId="{00000000-0000-0000-0000-000000000000}"/>
          </ac:spMkLst>
        </pc:spChg>
        <pc:spChg chg="add mod">
          <ac:chgData name="Kalvis Golde" userId="d12450372feb7484" providerId="LiveId" clId="{2B4EF15D-42C9-844D-8A07-BC881FB6F23C}" dt="2021-06-22T19:05:19.268" v="13697" actId="13926"/>
          <ac:spMkLst>
            <pc:docMk/>
            <pc:sldMk cId="605018774" sldId="390"/>
            <ac:spMk id="6" creationId="{9A4C9617-2FF2-3240-A229-AA4D72AB9586}"/>
          </ac:spMkLst>
        </pc:spChg>
        <pc:spChg chg="add mod">
          <ac:chgData name="Kalvis Golde" userId="d12450372feb7484" providerId="LiveId" clId="{2B4EF15D-42C9-844D-8A07-BC881FB6F23C}" dt="2021-06-22T19:34:41.892" v="14240" actId="13926"/>
          <ac:spMkLst>
            <pc:docMk/>
            <pc:sldMk cId="605018774" sldId="390"/>
            <ac:spMk id="8" creationId="{1158FEDE-D390-394F-8BD0-9BEC52197111}"/>
          </ac:spMkLst>
        </pc:spChg>
        <pc:spChg chg="add del mod">
          <ac:chgData name="Kalvis Golde" userId="d12450372feb7484" providerId="LiveId" clId="{2B4EF15D-42C9-844D-8A07-BC881FB6F23C}" dt="2021-06-22T15:11:49.074" v="11349" actId="478"/>
          <ac:spMkLst>
            <pc:docMk/>
            <pc:sldMk cId="605018774" sldId="390"/>
            <ac:spMk id="13" creationId="{30F82BB6-9B24-7B41-9C70-64A1833F0EEB}"/>
          </ac:spMkLst>
        </pc:spChg>
        <pc:graphicFrameChg chg="del">
          <ac:chgData name="Kalvis Golde" userId="d12450372feb7484" providerId="LiveId" clId="{2B4EF15D-42C9-844D-8A07-BC881FB6F23C}" dt="2021-06-10T18:42:22.400" v="1700" actId="478"/>
          <ac:graphicFrameMkLst>
            <pc:docMk/>
            <pc:sldMk cId="605018774" sldId="390"/>
            <ac:graphicFrameMk id="6" creationId="{00000000-0000-0000-0000-000000000000}"/>
          </ac:graphicFrameMkLst>
        </pc:graphicFrameChg>
        <pc:graphicFrameChg chg="del">
          <ac:chgData name="Kalvis Golde" userId="d12450372feb7484" providerId="LiveId" clId="{2B4EF15D-42C9-844D-8A07-BC881FB6F23C}" dt="2021-06-10T18:42:21.659" v="1699" actId="478"/>
          <ac:graphicFrameMkLst>
            <pc:docMk/>
            <pc:sldMk cId="605018774" sldId="390"/>
            <ac:graphicFrameMk id="7" creationId="{00000000-0000-0000-0000-000000000000}"/>
          </ac:graphicFrameMkLst>
        </pc:graphicFrameChg>
        <pc:graphicFrameChg chg="del">
          <ac:chgData name="Kalvis Golde" userId="d12450372feb7484" providerId="LiveId" clId="{2B4EF15D-42C9-844D-8A07-BC881FB6F23C}" dt="2021-06-10T18:42:25.676" v="1702" actId="478"/>
          <ac:graphicFrameMkLst>
            <pc:docMk/>
            <pc:sldMk cId="605018774" sldId="390"/>
            <ac:graphicFrameMk id="8" creationId="{00000000-0000-0000-0000-000000000000}"/>
          </ac:graphicFrameMkLst>
        </pc:graphicFrameChg>
        <pc:graphicFrameChg chg="del mod">
          <ac:chgData name="Kalvis Golde" userId="d12450372feb7484" providerId="LiveId" clId="{2B4EF15D-42C9-844D-8A07-BC881FB6F23C}" dt="2021-06-22T15:11:46.962" v="11348" actId="478"/>
          <ac:graphicFrameMkLst>
            <pc:docMk/>
            <pc:sldMk cId="605018774" sldId="390"/>
            <ac:graphicFrameMk id="9" creationId="{00000000-0000-0000-0000-000000000000}"/>
          </ac:graphicFrameMkLst>
        </pc:graphicFrameChg>
        <pc:graphicFrameChg chg="mod modGraphic">
          <ac:chgData name="Kalvis Golde" userId="d12450372feb7484" providerId="LiveId" clId="{2B4EF15D-42C9-844D-8A07-BC881FB6F23C}" dt="2021-06-22T20:30:21.876" v="14719" actId="13926"/>
          <ac:graphicFrameMkLst>
            <pc:docMk/>
            <pc:sldMk cId="605018774" sldId="390"/>
            <ac:graphicFrameMk id="10" creationId="{00000000-0000-0000-0000-000000000000}"/>
          </ac:graphicFrameMkLst>
        </pc:graphicFrameChg>
        <pc:graphicFrameChg chg="del">
          <ac:chgData name="Kalvis Golde" userId="d12450372feb7484" providerId="LiveId" clId="{2B4EF15D-42C9-844D-8A07-BC881FB6F23C}" dt="2021-06-10T18:42:20.076" v="1698" actId="478"/>
          <ac:graphicFrameMkLst>
            <pc:docMk/>
            <pc:sldMk cId="605018774" sldId="390"/>
            <ac:graphicFrameMk id="11" creationId="{00000000-0000-0000-0000-000000000000}"/>
          </ac:graphicFrameMkLst>
        </pc:graphicFrameChg>
        <pc:graphicFrameChg chg="add mod modGraphic">
          <ac:chgData name="Kalvis Golde" userId="d12450372feb7484" providerId="LiveId" clId="{2B4EF15D-42C9-844D-8A07-BC881FB6F23C}" dt="2021-06-22T20:30:03.480" v="14716" actId="13926"/>
          <ac:graphicFrameMkLst>
            <pc:docMk/>
            <pc:sldMk cId="605018774" sldId="390"/>
            <ac:graphicFrameMk id="12" creationId="{77B39914-3BE8-3842-B5A4-CA67D740F9D1}"/>
          </ac:graphicFrameMkLst>
        </pc:graphicFrameChg>
        <pc:picChg chg="add del mod">
          <ac:chgData name="Kalvis Golde" userId="d12450372feb7484" providerId="LiveId" clId="{2B4EF15D-42C9-844D-8A07-BC881FB6F23C}" dt="2021-06-22T15:22:19.467" v="11624" actId="478"/>
          <ac:picMkLst>
            <pc:docMk/>
            <pc:sldMk cId="605018774" sldId="390"/>
            <ac:picMk id="3" creationId="{8A3BADFF-7E5C-794F-883E-DBA8A3B8DDED}"/>
          </ac:picMkLst>
        </pc:picChg>
        <pc:picChg chg="add del mod">
          <ac:chgData name="Kalvis Golde" userId="d12450372feb7484" providerId="LiveId" clId="{2B4EF15D-42C9-844D-8A07-BC881FB6F23C}" dt="2021-06-22T15:22:51.479" v="11631" actId="478"/>
          <ac:picMkLst>
            <pc:docMk/>
            <pc:sldMk cId="605018774" sldId="390"/>
            <ac:picMk id="11" creationId="{00C066BC-47EA-6547-9016-D07AC80AFA31}"/>
          </ac:picMkLst>
        </pc:picChg>
        <pc:picChg chg="add del mod">
          <ac:chgData name="Kalvis Golde" userId="d12450372feb7484" providerId="LiveId" clId="{2B4EF15D-42C9-844D-8A07-BC881FB6F23C}" dt="2021-06-22T15:23:27.910" v="11635" actId="478"/>
          <ac:picMkLst>
            <pc:docMk/>
            <pc:sldMk cId="605018774" sldId="390"/>
            <ac:picMk id="15" creationId="{D10F22B7-D4DD-884B-AAFA-4D992F3C3554}"/>
          </ac:picMkLst>
        </pc:picChg>
        <pc:picChg chg="add del mod">
          <ac:chgData name="Kalvis Golde" userId="d12450372feb7484" providerId="LiveId" clId="{2B4EF15D-42C9-844D-8A07-BC881FB6F23C}" dt="2021-06-22T15:28:51.903" v="11692" actId="478"/>
          <ac:picMkLst>
            <pc:docMk/>
            <pc:sldMk cId="605018774" sldId="390"/>
            <ac:picMk id="17" creationId="{A4546E06-F14B-4F43-A587-BCA58D64C466}"/>
          </ac:picMkLst>
        </pc:picChg>
        <pc:picChg chg="add del mod">
          <ac:chgData name="Kalvis Golde" userId="d12450372feb7484" providerId="LiveId" clId="{2B4EF15D-42C9-844D-8A07-BC881FB6F23C}" dt="2021-06-22T15:33:13.795" v="11707" actId="478"/>
          <ac:picMkLst>
            <pc:docMk/>
            <pc:sldMk cId="605018774" sldId="390"/>
            <ac:picMk id="19" creationId="{43957D26-0BD3-9042-8B2E-689D9F464BA5}"/>
          </ac:picMkLst>
        </pc:picChg>
        <pc:picChg chg="add mod">
          <ac:chgData name="Kalvis Golde" userId="d12450372feb7484" providerId="LiveId" clId="{2B4EF15D-42C9-844D-8A07-BC881FB6F23C}" dt="2021-06-22T15:38:12.295" v="11801" actId="1076"/>
          <ac:picMkLst>
            <pc:docMk/>
            <pc:sldMk cId="605018774" sldId="390"/>
            <ac:picMk id="21" creationId="{ACFCF23C-3F78-F642-B6A1-1AF27AD94237}"/>
          </ac:picMkLst>
        </pc:picChg>
      </pc:sldChg>
      <pc:sldChg chg="addSp delSp modSp mod delCm">
        <pc:chgData name="Kalvis Golde" userId="d12450372feb7484" providerId="LiveId" clId="{2B4EF15D-42C9-844D-8A07-BC881FB6F23C}" dt="2021-06-22T19:06:12.050" v="13700" actId="13926"/>
        <pc:sldMkLst>
          <pc:docMk/>
          <pc:sldMk cId="2152055937" sldId="391"/>
        </pc:sldMkLst>
        <pc:spChg chg="add del mod">
          <ac:chgData name="Kalvis Golde" userId="d12450372feb7484" providerId="LiveId" clId="{2B4EF15D-42C9-844D-8A07-BC881FB6F23C}" dt="2021-06-22T15:52:10.338" v="11813" actId="478"/>
          <ac:spMkLst>
            <pc:docMk/>
            <pc:sldMk cId="2152055937" sldId="391"/>
            <ac:spMk id="3" creationId="{72ABA79E-75A5-F64A-84C8-9DBA4B218AA2}"/>
          </ac:spMkLst>
        </pc:spChg>
        <pc:spChg chg="del">
          <ac:chgData name="Kalvis Golde" userId="d12450372feb7484" providerId="LiveId" clId="{2B4EF15D-42C9-844D-8A07-BC881FB6F23C}" dt="2021-06-22T16:02:18.747" v="11919" actId="478"/>
          <ac:spMkLst>
            <pc:docMk/>
            <pc:sldMk cId="2152055937" sldId="391"/>
            <ac:spMk id="4" creationId="{00000000-0000-0000-0000-000000000000}"/>
          </ac:spMkLst>
        </pc:spChg>
        <pc:spChg chg="add mod">
          <ac:chgData name="Kalvis Golde" userId="d12450372feb7484" providerId="LiveId" clId="{2B4EF15D-42C9-844D-8A07-BC881FB6F23C}" dt="2021-06-22T19:06:12.050" v="13700" actId="13926"/>
          <ac:spMkLst>
            <pc:docMk/>
            <pc:sldMk cId="2152055937" sldId="391"/>
            <ac:spMk id="7" creationId="{FF46E068-D12F-7244-B43D-93F4C8891F00}"/>
          </ac:spMkLst>
        </pc:spChg>
        <pc:spChg chg="add mod">
          <ac:chgData name="Kalvis Golde" userId="d12450372feb7484" providerId="LiveId" clId="{2B4EF15D-42C9-844D-8A07-BC881FB6F23C}" dt="2021-06-22T17:37:53.756" v="12837" actId="20577"/>
          <ac:spMkLst>
            <pc:docMk/>
            <pc:sldMk cId="2152055937" sldId="391"/>
            <ac:spMk id="12" creationId="{BA47DF96-A0AE-8040-A329-EC7A6F459DE9}"/>
          </ac:spMkLst>
        </pc:spChg>
        <pc:graphicFrameChg chg="del modGraphic">
          <ac:chgData name="Kalvis Golde" userId="d12450372feb7484" providerId="LiveId" clId="{2B4EF15D-42C9-844D-8A07-BC881FB6F23C}" dt="2021-06-22T15:52:04.681" v="11811" actId="478"/>
          <ac:graphicFrameMkLst>
            <pc:docMk/>
            <pc:sldMk cId="2152055937" sldId="391"/>
            <ac:graphicFrameMk id="6" creationId="{00000000-0000-0000-0000-000000000000}"/>
          </ac:graphicFrameMkLst>
        </pc:graphicFrameChg>
        <pc:graphicFrameChg chg="del">
          <ac:chgData name="Kalvis Golde" userId="d12450372feb7484" providerId="LiveId" clId="{2B4EF15D-42C9-844D-8A07-BC881FB6F23C}" dt="2021-06-22T15:52:08.413" v="11812" actId="478"/>
          <ac:graphicFrameMkLst>
            <pc:docMk/>
            <pc:sldMk cId="2152055937" sldId="391"/>
            <ac:graphicFrameMk id="8" creationId="{7928BC67-CCB3-4657-BA9A-01E02FC4FA55}"/>
          </ac:graphicFrameMkLst>
        </pc:graphicFrameChg>
        <pc:picChg chg="add del mod">
          <ac:chgData name="Kalvis Golde" userId="d12450372feb7484" providerId="LiveId" clId="{2B4EF15D-42C9-844D-8A07-BC881FB6F23C}" dt="2021-06-22T17:00:51.596" v="11985" actId="478"/>
          <ac:picMkLst>
            <pc:docMk/>
            <pc:sldMk cId="2152055937" sldId="391"/>
            <ac:picMk id="9" creationId="{19FDD737-4FF5-E948-A17F-CF70CFCB83D5}"/>
          </ac:picMkLst>
        </pc:picChg>
        <pc:picChg chg="add mod">
          <ac:chgData name="Kalvis Golde" userId="d12450372feb7484" providerId="LiveId" clId="{2B4EF15D-42C9-844D-8A07-BC881FB6F23C}" dt="2021-06-22T17:37:48.190" v="12836" actId="1036"/>
          <ac:picMkLst>
            <pc:docMk/>
            <pc:sldMk cId="2152055937" sldId="391"/>
            <ac:picMk id="11" creationId="{7C763E95-3D18-0E4A-A856-B328C5924673}"/>
          </ac:picMkLst>
        </pc:picChg>
      </pc:sldChg>
      <pc:sldChg chg="addSp delSp modSp mod">
        <pc:chgData name="Kalvis Golde" userId="d12450372feb7484" providerId="LiveId" clId="{2B4EF15D-42C9-844D-8A07-BC881FB6F23C}" dt="2021-06-22T19:07:34.243" v="13793" actId="13926"/>
        <pc:sldMkLst>
          <pc:docMk/>
          <pc:sldMk cId="2956727627" sldId="392"/>
        </pc:sldMkLst>
        <pc:spChg chg="mod">
          <ac:chgData name="Kalvis Golde" userId="d12450372feb7484" providerId="LiveId" clId="{2B4EF15D-42C9-844D-8A07-BC881FB6F23C}" dt="2021-06-22T19:07:34.243" v="13793" actId="13926"/>
          <ac:spMkLst>
            <pc:docMk/>
            <pc:sldMk cId="2956727627" sldId="392"/>
            <ac:spMk id="6" creationId="{1700B16A-33BA-5646-9BCC-4491AD8D4FD4}"/>
          </ac:spMkLst>
        </pc:spChg>
        <pc:spChg chg="mod">
          <ac:chgData name="Kalvis Golde" userId="d12450372feb7484" providerId="LiveId" clId="{2B4EF15D-42C9-844D-8A07-BC881FB6F23C}" dt="2021-06-10T20:54:08.575" v="9650" actId="1037"/>
          <ac:spMkLst>
            <pc:docMk/>
            <pc:sldMk cId="2956727627" sldId="392"/>
            <ac:spMk id="7" creationId="{75488183-E097-304A-B953-194A9D986237}"/>
          </ac:spMkLst>
        </pc:spChg>
        <pc:spChg chg="mod">
          <ac:chgData name="Kalvis Golde" userId="d12450372feb7484" providerId="LiveId" clId="{2B4EF15D-42C9-844D-8A07-BC881FB6F23C}" dt="2021-06-10T20:54:01.086" v="9643" actId="1076"/>
          <ac:spMkLst>
            <pc:docMk/>
            <pc:sldMk cId="2956727627" sldId="392"/>
            <ac:spMk id="10" creationId="{C0E40825-6F35-DE44-8BCC-6208E8007D55}"/>
          </ac:spMkLst>
        </pc:spChg>
        <pc:picChg chg="add del mod">
          <ac:chgData name="Kalvis Golde" userId="d12450372feb7484" providerId="LiveId" clId="{2B4EF15D-42C9-844D-8A07-BC881FB6F23C}" dt="2021-06-10T20:52:13.560" v="9576" actId="478"/>
          <ac:picMkLst>
            <pc:docMk/>
            <pc:sldMk cId="2956727627" sldId="392"/>
            <ac:picMk id="3" creationId="{7CB9FAAB-B694-B849-8289-433F2AA3D418}"/>
          </ac:picMkLst>
        </pc:picChg>
        <pc:picChg chg="mod">
          <ac:chgData name="Kalvis Golde" userId="d12450372feb7484" providerId="LiveId" clId="{2B4EF15D-42C9-844D-8A07-BC881FB6F23C}" dt="2021-06-10T17:45:45.530" v="28" actId="1036"/>
          <ac:picMkLst>
            <pc:docMk/>
            <pc:sldMk cId="2956727627" sldId="392"/>
            <ac:picMk id="5" creationId="{E2A6483B-856F-1941-B717-FE03FA49C104}"/>
          </ac:picMkLst>
        </pc:picChg>
        <pc:picChg chg="mod">
          <ac:chgData name="Kalvis Golde" userId="d12450372feb7484" providerId="LiveId" clId="{2B4EF15D-42C9-844D-8A07-BC881FB6F23C}" dt="2021-06-22T14:52:35.832" v="11224" actId="1035"/>
          <ac:picMkLst>
            <pc:docMk/>
            <pc:sldMk cId="2956727627" sldId="392"/>
            <ac:picMk id="9" creationId="{CA56552D-6B5D-2140-856F-CB280A21060A}"/>
          </ac:picMkLst>
        </pc:picChg>
        <pc:picChg chg="add del mod">
          <ac:chgData name="Kalvis Golde" userId="d12450372feb7484" providerId="LiveId" clId="{2B4EF15D-42C9-844D-8A07-BC881FB6F23C}" dt="2021-06-10T20:52:51.962" v="9589" actId="478"/>
          <ac:picMkLst>
            <pc:docMk/>
            <pc:sldMk cId="2956727627" sldId="392"/>
            <ac:picMk id="11" creationId="{55D30BA5-2A4F-BE4E-BFC5-773D7A77B09A}"/>
          </ac:picMkLst>
        </pc:picChg>
        <pc:picChg chg="add del mod">
          <ac:chgData name="Kalvis Golde" userId="d12450372feb7484" providerId="LiveId" clId="{2B4EF15D-42C9-844D-8A07-BC881FB6F23C}" dt="2021-06-10T20:52:53.531" v="9590" actId="478"/>
          <ac:picMkLst>
            <pc:docMk/>
            <pc:sldMk cId="2956727627" sldId="392"/>
            <ac:picMk id="13" creationId="{07F479AC-2559-FA4E-B1F0-B84B2E331FC8}"/>
          </ac:picMkLst>
        </pc:picChg>
      </pc:sldChg>
      <pc:sldChg chg="addSp delSp modSp mod">
        <pc:chgData name="Kalvis Golde" userId="d12450372feb7484" providerId="LiveId" clId="{2B4EF15D-42C9-844D-8A07-BC881FB6F23C}" dt="2021-06-22T19:05:26.362" v="13698" actId="13926"/>
        <pc:sldMkLst>
          <pc:docMk/>
          <pc:sldMk cId="4151174089" sldId="393"/>
        </pc:sldMkLst>
        <pc:spChg chg="del mod">
          <ac:chgData name="Kalvis Golde" userId="d12450372feb7484" providerId="LiveId" clId="{2B4EF15D-42C9-844D-8A07-BC881FB6F23C}" dt="2021-06-10T17:47:16.274" v="34" actId="478"/>
          <ac:spMkLst>
            <pc:docMk/>
            <pc:sldMk cId="4151174089" sldId="393"/>
            <ac:spMk id="4" creationId="{EDAE49B8-B31C-5F4F-93D4-188B3D3BFF44}"/>
          </ac:spMkLst>
        </pc:spChg>
        <pc:spChg chg="del mod">
          <ac:chgData name="Kalvis Golde" userId="d12450372feb7484" providerId="LiveId" clId="{2B4EF15D-42C9-844D-8A07-BC881FB6F23C}" dt="2021-06-17T18:08:18.507" v="10847" actId="478"/>
          <ac:spMkLst>
            <pc:docMk/>
            <pc:sldMk cId="4151174089" sldId="393"/>
            <ac:spMk id="5" creationId="{6CD8426A-73E3-4646-B72E-A048A5994F9E}"/>
          </ac:spMkLst>
        </pc:spChg>
        <pc:spChg chg="mod">
          <ac:chgData name="Kalvis Golde" userId="d12450372feb7484" providerId="LiveId" clId="{2B4EF15D-42C9-844D-8A07-BC881FB6F23C}" dt="2021-06-22T19:05:26.362" v="13698" actId="13926"/>
          <ac:spMkLst>
            <pc:docMk/>
            <pc:sldMk cId="4151174089" sldId="393"/>
            <ac:spMk id="6" creationId="{4C22968F-54A5-2A45-A2FD-710584D7F4D0}"/>
          </ac:spMkLst>
        </pc:spChg>
        <pc:spChg chg="add mod">
          <ac:chgData name="Kalvis Golde" userId="d12450372feb7484" providerId="LiveId" clId="{2B4EF15D-42C9-844D-8A07-BC881FB6F23C}" dt="2021-06-10T17:47:25.489" v="35"/>
          <ac:spMkLst>
            <pc:docMk/>
            <pc:sldMk cId="4151174089" sldId="393"/>
            <ac:spMk id="7" creationId="{2A45BD41-D12E-F345-8BE8-A89CDA828240}"/>
          </ac:spMkLst>
        </pc:spChg>
        <pc:spChg chg="add del mod">
          <ac:chgData name="Kalvis Golde" userId="d12450372feb7484" providerId="LiveId" clId="{2B4EF15D-42C9-844D-8A07-BC881FB6F23C}" dt="2021-06-22T14:52:57.723" v="11227" actId="478"/>
          <ac:spMkLst>
            <pc:docMk/>
            <pc:sldMk cId="4151174089" sldId="393"/>
            <ac:spMk id="8" creationId="{7759AFD1-59A9-1B44-96C1-01DBA442D296}"/>
          </ac:spMkLst>
        </pc:spChg>
        <pc:spChg chg="add del mod">
          <ac:chgData name="Kalvis Golde" userId="d12450372feb7484" providerId="LiveId" clId="{2B4EF15D-42C9-844D-8A07-BC881FB6F23C}" dt="2021-06-22T14:52:51.066" v="11225" actId="478"/>
          <ac:spMkLst>
            <pc:docMk/>
            <pc:sldMk cId="4151174089" sldId="393"/>
            <ac:spMk id="9" creationId="{B2505207-8B77-BE42-981C-C1E5F088796F}"/>
          </ac:spMkLst>
        </pc:spChg>
      </pc:sldChg>
      <pc:sldChg chg="addSp delSp modSp add del mod">
        <pc:chgData name="Kalvis Golde" userId="d12450372feb7484" providerId="LiveId" clId="{2B4EF15D-42C9-844D-8A07-BC881FB6F23C}" dt="2021-06-10T19:48:19.587" v="6612" actId="2696"/>
        <pc:sldMkLst>
          <pc:docMk/>
          <pc:sldMk cId="633779602" sldId="394"/>
        </pc:sldMkLst>
        <pc:spChg chg="mod">
          <ac:chgData name="Kalvis Golde" userId="d12450372feb7484" providerId="LiveId" clId="{2B4EF15D-42C9-844D-8A07-BC881FB6F23C}" dt="2021-06-10T17:53:04.975" v="308" actId="20577"/>
          <ac:spMkLst>
            <pc:docMk/>
            <pc:sldMk cId="633779602" sldId="394"/>
            <ac:spMk id="2" creationId="{00000000-0000-0000-0000-000000000000}"/>
          </ac:spMkLst>
        </pc:spChg>
        <pc:spChg chg="del mod">
          <ac:chgData name="Kalvis Golde" userId="d12450372feb7484" providerId="LiveId" clId="{2B4EF15D-42C9-844D-8A07-BC881FB6F23C}" dt="2021-06-10T19:44:52.611" v="6325" actId="478"/>
          <ac:spMkLst>
            <pc:docMk/>
            <pc:sldMk cId="633779602" sldId="394"/>
            <ac:spMk id="3" creationId="{00000000-0000-0000-0000-000000000000}"/>
          </ac:spMkLst>
        </pc:spChg>
        <pc:spChg chg="add del mod">
          <ac:chgData name="Kalvis Golde" userId="d12450372feb7484" providerId="LiveId" clId="{2B4EF15D-42C9-844D-8A07-BC881FB6F23C}" dt="2021-06-10T19:45:05.060" v="6328"/>
          <ac:spMkLst>
            <pc:docMk/>
            <pc:sldMk cId="633779602" sldId="394"/>
            <ac:spMk id="5" creationId="{C8AABD9E-A56A-C04A-A927-8240FCEAA9BB}"/>
          </ac:spMkLst>
        </pc:spChg>
        <pc:spChg chg="add mod">
          <ac:chgData name="Kalvis Golde" userId="d12450372feb7484" providerId="LiveId" clId="{2B4EF15D-42C9-844D-8A07-BC881FB6F23C}" dt="2021-06-10T19:45:25.295" v="6392" actId="20577"/>
          <ac:spMkLst>
            <pc:docMk/>
            <pc:sldMk cId="633779602" sldId="394"/>
            <ac:spMk id="6" creationId="{AAB59CE2-3776-1E4C-9EBB-9839FB7AAA2C}"/>
          </ac:spMkLst>
        </pc:spChg>
        <pc:graphicFrameChg chg="del">
          <ac:chgData name="Kalvis Golde" userId="d12450372feb7484" providerId="LiveId" clId="{2B4EF15D-42C9-844D-8A07-BC881FB6F23C}" dt="2021-06-10T17:53:00.512" v="295" actId="478"/>
          <ac:graphicFrameMkLst>
            <pc:docMk/>
            <pc:sldMk cId="633779602" sldId="394"/>
            <ac:graphicFrameMk id="7" creationId="{00000000-0000-0000-0000-000000000000}"/>
          </ac:graphicFrameMkLst>
        </pc:graphicFrameChg>
        <pc:graphicFrameChg chg="mod">
          <ac:chgData name="Kalvis Golde" userId="d12450372feb7484" providerId="LiveId" clId="{2B4EF15D-42C9-844D-8A07-BC881FB6F23C}" dt="2021-06-10T19:01:51.631" v="3444" actId="1076"/>
          <ac:graphicFrameMkLst>
            <pc:docMk/>
            <pc:sldMk cId="633779602" sldId="394"/>
            <ac:graphicFrameMk id="8" creationId="{00000000-0000-0000-0000-000000000000}"/>
          </ac:graphicFrameMkLst>
        </pc:graphicFrameChg>
      </pc:sldChg>
      <pc:sldChg chg="addSp delSp modSp add mod">
        <pc:chgData name="Kalvis Golde" userId="d12450372feb7484" providerId="LiveId" clId="{2B4EF15D-42C9-844D-8A07-BC881FB6F23C}" dt="2021-06-22T19:12:38.334" v="13818" actId="13926"/>
        <pc:sldMkLst>
          <pc:docMk/>
          <pc:sldMk cId="4148355703" sldId="394"/>
        </pc:sldMkLst>
        <pc:spChg chg="mod">
          <ac:chgData name="Kalvis Golde" userId="d12450372feb7484" providerId="LiveId" clId="{2B4EF15D-42C9-844D-8A07-BC881FB6F23C}" dt="2021-06-22T19:12:38.334" v="13818" actId="13926"/>
          <ac:spMkLst>
            <pc:docMk/>
            <pc:sldMk cId="4148355703" sldId="394"/>
            <ac:spMk id="2" creationId="{00000000-0000-0000-0000-000000000000}"/>
          </ac:spMkLst>
        </pc:spChg>
        <pc:spChg chg="del mod">
          <ac:chgData name="Kalvis Golde" userId="d12450372feb7484" providerId="LiveId" clId="{2B4EF15D-42C9-844D-8A07-BC881FB6F23C}" dt="2021-06-10T21:02:21.324" v="10155" actId="478"/>
          <ac:spMkLst>
            <pc:docMk/>
            <pc:sldMk cId="4148355703" sldId="394"/>
            <ac:spMk id="6" creationId="{604D38DC-2BAB-E347-BB0D-92A64F59EA09}"/>
          </ac:spMkLst>
        </pc:spChg>
        <pc:spChg chg="add del mod">
          <ac:chgData name="Kalvis Golde" userId="d12450372feb7484" providerId="LiveId" clId="{2B4EF15D-42C9-844D-8A07-BC881FB6F23C}" dt="2021-06-10T21:02:29.373" v="10158" actId="478"/>
          <ac:spMkLst>
            <pc:docMk/>
            <pc:sldMk cId="4148355703" sldId="394"/>
            <ac:spMk id="8" creationId="{60DD8F58-9AFA-B142-9DA1-13C6168D8714}"/>
          </ac:spMkLst>
        </pc:spChg>
        <pc:spChg chg="add mod">
          <ac:chgData name="Kalvis Golde" userId="d12450372feb7484" providerId="LiveId" clId="{2B4EF15D-42C9-844D-8A07-BC881FB6F23C}" dt="2021-06-17T18:19:59.284" v="11204" actId="207"/>
          <ac:spMkLst>
            <pc:docMk/>
            <pc:sldMk cId="4148355703" sldId="394"/>
            <ac:spMk id="9" creationId="{F37129CA-1655-864C-827F-F9F60548B64F}"/>
          </ac:spMkLst>
        </pc:spChg>
        <pc:graphicFrameChg chg="del">
          <ac:chgData name="Kalvis Golde" userId="d12450372feb7484" providerId="LiveId" clId="{2B4EF15D-42C9-844D-8A07-BC881FB6F23C}" dt="2021-06-10T21:02:27.701" v="10157" actId="478"/>
          <ac:graphicFrameMkLst>
            <pc:docMk/>
            <pc:sldMk cId="4148355703" sldId="394"/>
            <ac:graphicFrameMk id="5" creationId="{00000000-0000-0000-0000-000000000000}"/>
          </ac:graphicFrameMkLst>
        </pc:graphicFrameChg>
        <pc:graphicFrameChg chg="del">
          <ac:chgData name="Kalvis Golde" userId="d12450372feb7484" providerId="LiveId" clId="{2B4EF15D-42C9-844D-8A07-BC881FB6F23C}" dt="2021-06-10T21:02:22.502" v="10156" actId="478"/>
          <ac:graphicFrameMkLst>
            <pc:docMk/>
            <pc:sldMk cId="4148355703" sldId="394"/>
            <ac:graphicFrameMk id="7" creationId="{00000000-0000-0000-0000-000000000000}"/>
          </ac:graphicFrameMkLst>
        </pc:graphicFrameChg>
      </pc:sldChg>
      <pc:sldChg chg="addSp delSp modSp new mod">
        <pc:chgData name="Kalvis Golde" userId="d12450372feb7484" providerId="LiveId" clId="{2B4EF15D-42C9-844D-8A07-BC881FB6F23C}" dt="2021-06-22T19:08:57.527" v="13798" actId="13926"/>
        <pc:sldMkLst>
          <pc:docMk/>
          <pc:sldMk cId="1407281575" sldId="395"/>
        </pc:sldMkLst>
        <pc:spChg chg="del">
          <ac:chgData name="Kalvis Golde" userId="d12450372feb7484" providerId="LiveId" clId="{2B4EF15D-42C9-844D-8A07-BC881FB6F23C}" dt="2021-06-22T17:28:22.792" v="12408" actId="478"/>
          <ac:spMkLst>
            <pc:docMk/>
            <pc:sldMk cId="1407281575" sldId="395"/>
            <ac:spMk id="2" creationId="{5AB9D273-416A-354C-AA28-F05D105AA98C}"/>
          </ac:spMkLst>
        </pc:spChg>
        <pc:spChg chg="del">
          <ac:chgData name="Kalvis Golde" userId="d12450372feb7484" providerId="LiveId" clId="{2B4EF15D-42C9-844D-8A07-BC881FB6F23C}" dt="2021-06-22T17:28:24.228" v="12409" actId="478"/>
          <ac:spMkLst>
            <pc:docMk/>
            <pc:sldMk cId="1407281575" sldId="395"/>
            <ac:spMk id="3" creationId="{A6ED7E95-00CB-AA46-AAAA-945BF9895F29}"/>
          </ac:spMkLst>
        </pc:spChg>
        <pc:spChg chg="add mod">
          <ac:chgData name="Kalvis Golde" userId="d12450372feb7484" providerId="LiveId" clId="{2B4EF15D-42C9-844D-8A07-BC881FB6F23C}" dt="2021-06-22T19:08:57.527" v="13798" actId="13926"/>
          <ac:spMkLst>
            <pc:docMk/>
            <pc:sldMk cId="1407281575" sldId="395"/>
            <ac:spMk id="5" creationId="{A42EFDFD-5356-C64A-8AC1-9F4719D73C82}"/>
          </ac:spMkLst>
        </pc:spChg>
        <pc:spChg chg="add mod">
          <ac:chgData name="Kalvis Golde" userId="d12450372feb7484" providerId="LiveId" clId="{2B4EF15D-42C9-844D-8A07-BC881FB6F23C}" dt="2021-06-22T17:33:53.185" v="12631" actId="1038"/>
          <ac:spMkLst>
            <pc:docMk/>
            <pc:sldMk cId="1407281575" sldId="395"/>
            <ac:spMk id="6" creationId="{EF5BF4B9-183A-BA4C-9CE9-17C8C647F3F3}"/>
          </ac:spMkLst>
        </pc:spChg>
        <pc:spChg chg="add del mod">
          <ac:chgData name="Kalvis Golde" userId="d12450372feb7484" providerId="LiveId" clId="{2B4EF15D-42C9-844D-8A07-BC881FB6F23C}" dt="2021-06-22T17:32:02.203" v="12504"/>
          <ac:spMkLst>
            <pc:docMk/>
            <pc:sldMk cId="1407281575" sldId="395"/>
            <ac:spMk id="7" creationId="{6F124A19-7957-344C-AE28-8AF8A0E70D0C}"/>
          </ac:spMkLst>
        </pc:spChg>
        <pc:spChg chg="add mod">
          <ac:chgData name="Kalvis Golde" userId="d12450372feb7484" providerId="LiveId" clId="{2B4EF15D-42C9-844D-8A07-BC881FB6F23C}" dt="2021-06-22T17:33:55.118" v="12634" actId="1037"/>
          <ac:spMkLst>
            <pc:docMk/>
            <pc:sldMk cId="1407281575" sldId="395"/>
            <ac:spMk id="8" creationId="{F60AB59C-618B-AB44-BAF7-44FAC64C8A41}"/>
          </ac:spMkLst>
        </pc:spChg>
      </pc:sldChg>
      <pc:sldChg chg="add del">
        <pc:chgData name="Kalvis Golde" userId="d12450372feb7484" providerId="LiveId" clId="{2B4EF15D-42C9-844D-8A07-BC881FB6F23C}" dt="2021-06-10T17:54:19.342" v="370"/>
        <pc:sldMkLst>
          <pc:docMk/>
          <pc:sldMk cId="2866900858" sldId="395"/>
        </pc:sldMkLst>
      </pc:sldChg>
      <pc:sldChg chg="modSp add del mod">
        <pc:chgData name="Kalvis Golde" userId="d12450372feb7484" providerId="LiveId" clId="{2B4EF15D-42C9-844D-8A07-BC881FB6F23C}" dt="2021-06-22T17:34:02.823" v="12636" actId="2696"/>
        <pc:sldMkLst>
          <pc:docMk/>
          <pc:sldMk cId="2185409598" sldId="396"/>
        </pc:sldMkLst>
        <pc:spChg chg="mod">
          <ac:chgData name="Kalvis Golde" userId="d12450372feb7484" providerId="LiveId" clId="{2B4EF15D-42C9-844D-8A07-BC881FB6F23C}" dt="2021-06-22T17:34:01.065" v="12635" actId="20577"/>
          <ac:spMkLst>
            <pc:docMk/>
            <pc:sldMk cId="2185409598" sldId="396"/>
            <ac:spMk id="6" creationId="{EF5BF4B9-183A-BA4C-9CE9-17C8C647F3F3}"/>
          </ac:spMkLst>
        </pc:spChg>
      </pc:sldChg>
      <pc:sldChg chg="modSp add mod">
        <pc:chgData name="Kalvis Golde" userId="d12450372feb7484" providerId="LiveId" clId="{2B4EF15D-42C9-844D-8A07-BC881FB6F23C}" dt="2021-06-22T19:09:21.002" v="13801" actId="13926"/>
        <pc:sldMkLst>
          <pc:docMk/>
          <pc:sldMk cId="4060666233" sldId="396"/>
        </pc:sldMkLst>
        <pc:spChg chg="mod">
          <ac:chgData name="Kalvis Golde" userId="d12450372feb7484" providerId="LiveId" clId="{2B4EF15D-42C9-844D-8A07-BC881FB6F23C}" dt="2021-06-22T19:09:21.002" v="13801" actId="13926"/>
          <ac:spMkLst>
            <pc:docMk/>
            <pc:sldMk cId="4060666233" sldId="396"/>
            <ac:spMk id="5" creationId="{A42EFDFD-5356-C64A-8AC1-9F4719D73C82}"/>
          </ac:spMkLst>
        </pc:spChg>
        <pc:spChg chg="mod">
          <ac:chgData name="Kalvis Golde" userId="d12450372feb7484" providerId="LiveId" clId="{2B4EF15D-42C9-844D-8A07-BC881FB6F23C}" dt="2021-06-22T17:34:11.591" v="12658" actId="20577"/>
          <ac:spMkLst>
            <pc:docMk/>
            <pc:sldMk cId="4060666233" sldId="396"/>
            <ac:spMk id="6" creationId="{EF5BF4B9-183A-BA4C-9CE9-17C8C647F3F3}"/>
          </ac:spMkLst>
        </pc:spChg>
        <pc:spChg chg="mod">
          <ac:chgData name="Kalvis Golde" userId="d12450372feb7484" providerId="LiveId" clId="{2B4EF15D-42C9-844D-8A07-BC881FB6F23C}" dt="2021-06-22T17:34:19.693" v="12698" actId="20577"/>
          <ac:spMkLst>
            <pc:docMk/>
            <pc:sldMk cId="4060666233" sldId="396"/>
            <ac:spMk id="8" creationId="{F60AB59C-618B-AB44-BAF7-44FAC64C8A41}"/>
          </ac:spMkLst>
        </pc:spChg>
      </pc:sldChg>
      <pc:sldChg chg="addSp delSp modSp new mod ord">
        <pc:chgData name="Kalvis Golde" userId="d12450372feb7484" providerId="LiveId" clId="{2B4EF15D-42C9-844D-8A07-BC881FB6F23C}" dt="2021-06-22T21:45:26.631" v="15652" actId="1076"/>
        <pc:sldMkLst>
          <pc:docMk/>
          <pc:sldMk cId="916534381" sldId="397"/>
        </pc:sldMkLst>
        <pc:spChg chg="del">
          <ac:chgData name="Kalvis Golde" userId="d12450372feb7484" providerId="LiveId" clId="{2B4EF15D-42C9-844D-8A07-BC881FB6F23C}" dt="2021-06-22T19:06:34.095" v="13703" actId="478"/>
          <ac:spMkLst>
            <pc:docMk/>
            <pc:sldMk cId="916534381" sldId="397"/>
            <ac:spMk id="2" creationId="{CCFA7651-D087-E843-A23B-C94914227594}"/>
          </ac:spMkLst>
        </pc:spChg>
        <pc:spChg chg="del">
          <ac:chgData name="Kalvis Golde" userId="d12450372feb7484" providerId="LiveId" clId="{2B4EF15D-42C9-844D-8A07-BC881FB6F23C}" dt="2021-06-22T19:06:35.592" v="13704" actId="478"/>
          <ac:spMkLst>
            <pc:docMk/>
            <pc:sldMk cId="916534381" sldId="397"/>
            <ac:spMk id="3" creationId="{65ED1A36-4D3D-B249-A2E7-D293BC307534}"/>
          </ac:spMkLst>
        </pc:spChg>
        <pc:spChg chg="add mod">
          <ac:chgData name="Kalvis Golde" userId="d12450372feb7484" providerId="LiveId" clId="{2B4EF15D-42C9-844D-8A07-BC881FB6F23C}" dt="2021-06-22T21:17:02.332" v="14739" actId="14100"/>
          <ac:spMkLst>
            <pc:docMk/>
            <pc:sldMk cId="916534381" sldId="397"/>
            <ac:spMk id="5" creationId="{AC24B3D7-BCD1-7942-BEAA-7549ACCB7487}"/>
          </ac:spMkLst>
        </pc:spChg>
        <pc:spChg chg="add mod">
          <ac:chgData name="Kalvis Golde" userId="d12450372feb7484" providerId="LiveId" clId="{2B4EF15D-42C9-844D-8A07-BC881FB6F23C}" dt="2021-06-22T21:45:26.631" v="15652" actId="1076"/>
          <ac:spMkLst>
            <pc:docMk/>
            <pc:sldMk cId="916534381" sldId="397"/>
            <ac:spMk id="6" creationId="{80B74A02-1D6A-F34B-AE1D-6ED137849539}"/>
          </ac:spMkLst>
        </pc:spChg>
      </pc:sldChg>
      <pc:sldChg chg="addSp delSp modSp new mod addCm modCm">
        <pc:chgData name="Kalvis Golde" userId="d12450372feb7484" providerId="LiveId" clId="{2B4EF15D-42C9-844D-8A07-BC881FB6F23C}" dt="2021-06-22T21:45:02.225" v="15620"/>
        <pc:sldMkLst>
          <pc:docMk/>
          <pc:sldMk cId="619884946" sldId="398"/>
        </pc:sldMkLst>
        <pc:spChg chg="del">
          <ac:chgData name="Kalvis Golde" userId="d12450372feb7484" providerId="LiveId" clId="{2B4EF15D-42C9-844D-8A07-BC881FB6F23C}" dt="2021-06-22T19:26:26.849" v="14125" actId="478"/>
          <ac:spMkLst>
            <pc:docMk/>
            <pc:sldMk cId="619884946" sldId="398"/>
            <ac:spMk id="2" creationId="{E00CFEC5-5173-9247-9A5B-FBAF170E8BF6}"/>
          </ac:spMkLst>
        </pc:spChg>
        <pc:spChg chg="del">
          <ac:chgData name="Kalvis Golde" userId="d12450372feb7484" providerId="LiveId" clId="{2B4EF15D-42C9-844D-8A07-BC881FB6F23C}" dt="2021-06-22T19:26:28.037" v="14126" actId="478"/>
          <ac:spMkLst>
            <pc:docMk/>
            <pc:sldMk cId="619884946" sldId="398"/>
            <ac:spMk id="3" creationId="{1914DAFD-BFF8-3E43-99E1-22E7255CA1F2}"/>
          </ac:spMkLst>
        </pc:spChg>
        <pc:spChg chg="add mod">
          <ac:chgData name="Kalvis Golde" userId="d12450372feb7484" providerId="LiveId" clId="{2B4EF15D-42C9-844D-8A07-BC881FB6F23C}" dt="2021-06-22T20:07:23.545" v="14711" actId="1038"/>
          <ac:spMkLst>
            <pc:docMk/>
            <pc:sldMk cId="619884946" sldId="398"/>
            <ac:spMk id="5" creationId="{4AEB5166-104F-F844-BFBC-60336AA803D3}"/>
          </ac:spMkLst>
        </pc:spChg>
        <pc:graphicFrameChg chg="add mod modGraphic">
          <ac:chgData name="Kalvis Golde" userId="d12450372feb7484" providerId="LiveId" clId="{2B4EF15D-42C9-844D-8A07-BC881FB6F23C}" dt="2021-06-22T21:44:49.826" v="15619" actId="207"/>
          <ac:graphicFrameMkLst>
            <pc:docMk/>
            <pc:sldMk cId="619884946" sldId="398"/>
            <ac:graphicFrameMk id="6" creationId="{5BF0DDD8-DCD3-F44C-A42D-CBB308CF5050}"/>
          </ac:graphicFrameMkLst>
        </pc:graphicFrameChg>
        <pc:graphicFrameChg chg="add del mod">
          <ac:chgData name="Kalvis Golde" userId="d12450372feb7484" providerId="LiveId" clId="{2B4EF15D-42C9-844D-8A07-BC881FB6F23C}" dt="2021-06-22T21:28:14.011" v="15366" actId="478"/>
          <ac:graphicFrameMkLst>
            <pc:docMk/>
            <pc:sldMk cId="619884946" sldId="398"/>
            <ac:graphicFrameMk id="25" creationId="{174D2BAB-1AF7-3E47-B2DD-8CED6DCD3161}"/>
          </ac:graphicFrameMkLst>
        </pc:graphicFrameChg>
        <pc:picChg chg="add mod">
          <ac:chgData name="Kalvis Golde" userId="d12450372feb7484" providerId="LiveId" clId="{2B4EF15D-42C9-844D-8A07-BC881FB6F23C}" dt="2021-06-22T21:34:33.453" v="15519" actId="1036"/>
          <ac:picMkLst>
            <pc:docMk/>
            <pc:sldMk cId="619884946" sldId="398"/>
            <ac:picMk id="8" creationId="{3729B541-7FD5-1E4B-B70B-5576A107D83E}"/>
          </ac:picMkLst>
        </pc:picChg>
        <pc:picChg chg="add mod">
          <ac:chgData name="Kalvis Golde" userId="d12450372feb7484" providerId="LiveId" clId="{2B4EF15D-42C9-844D-8A07-BC881FB6F23C}" dt="2021-06-22T21:34:33.453" v="15519" actId="1036"/>
          <ac:picMkLst>
            <pc:docMk/>
            <pc:sldMk cId="619884946" sldId="398"/>
            <ac:picMk id="10" creationId="{198360DB-F6AA-AF4D-9F57-D690DC68B6AA}"/>
          </ac:picMkLst>
        </pc:picChg>
        <pc:picChg chg="add mod">
          <ac:chgData name="Kalvis Golde" userId="d12450372feb7484" providerId="LiveId" clId="{2B4EF15D-42C9-844D-8A07-BC881FB6F23C}" dt="2021-06-22T21:34:33.453" v="15519" actId="1036"/>
          <ac:picMkLst>
            <pc:docMk/>
            <pc:sldMk cId="619884946" sldId="398"/>
            <ac:picMk id="12" creationId="{16ACDF34-C1E1-844D-A9E2-76296CF08BBB}"/>
          </ac:picMkLst>
        </pc:picChg>
        <pc:picChg chg="add mod">
          <ac:chgData name="Kalvis Golde" userId="d12450372feb7484" providerId="LiveId" clId="{2B4EF15D-42C9-844D-8A07-BC881FB6F23C}" dt="2021-06-22T21:34:33.453" v="15519" actId="1036"/>
          <ac:picMkLst>
            <pc:docMk/>
            <pc:sldMk cId="619884946" sldId="398"/>
            <ac:picMk id="14" creationId="{B22BDDB2-19EB-1248-A066-EA6A419F67A7}"/>
          </ac:picMkLst>
        </pc:picChg>
        <pc:picChg chg="add mod">
          <ac:chgData name="Kalvis Golde" userId="d12450372feb7484" providerId="LiveId" clId="{2B4EF15D-42C9-844D-8A07-BC881FB6F23C}" dt="2021-06-22T21:34:33.453" v="15519" actId="1036"/>
          <ac:picMkLst>
            <pc:docMk/>
            <pc:sldMk cId="619884946" sldId="398"/>
            <ac:picMk id="16" creationId="{0045E443-5EF8-7A4E-A335-DFC2160DB100}"/>
          </ac:picMkLst>
        </pc:picChg>
        <pc:picChg chg="add mod">
          <ac:chgData name="Kalvis Golde" userId="d12450372feb7484" providerId="LiveId" clId="{2B4EF15D-42C9-844D-8A07-BC881FB6F23C}" dt="2021-06-22T21:34:33.453" v="15519" actId="1036"/>
          <ac:picMkLst>
            <pc:docMk/>
            <pc:sldMk cId="619884946" sldId="398"/>
            <ac:picMk id="18" creationId="{B3BB87FD-05D8-5943-B8C7-D13B35F2D60B}"/>
          </ac:picMkLst>
        </pc:picChg>
        <pc:picChg chg="add mod">
          <ac:chgData name="Kalvis Golde" userId="d12450372feb7484" providerId="LiveId" clId="{2B4EF15D-42C9-844D-8A07-BC881FB6F23C}" dt="2021-06-22T21:34:33.453" v="15519" actId="1036"/>
          <ac:picMkLst>
            <pc:docMk/>
            <pc:sldMk cId="619884946" sldId="398"/>
            <ac:picMk id="20" creationId="{21498AC9-69A7-424D-B7E4-7B17E3BB7DF1}"/>
          </ac:picMkLst>
        </pc:picChg>
        <pc:picChg chg="add mod">
          <ac:chgData name="Kalvis Golde" userId="d12450372feb7484" providerId="LiveId" clId="{2B4EF15D-42C9-844D-8A07-BC881FB6F23C}" dt="2021-06-22T21:34:33.453" v="15519" actId="1036"/>
          <ac:picMkLst>
            <pc:docMk/>
            <pc:sldMk cId="619884946" sldId="398"/>
            <ac:picMk id="22" creationId="{E8320C50-E330-DB47-96AB-BED3E96F7BC9}"/>
          </ac:picMkLst>
        </pc:picChg>
        <pc:picChg chg="add mod">
          <ac:chgData name="Kalvis Golde" userId="d12450372feb7484" providerId="LiveId" clId="{2B4EF15D-42C9-844D-8A07-BC881FB6F23C}" dt="2021-06-22T21:34:33.453" v="15519" actId="1036"/>
          <ac:picMkLst>
            <pc:docMk/>
            <pc:sldMk cId="619884946" sldId="398"/>
            <ac:picMk id="24" creationId="{0402D156-9271-A242-9A94-3BAFC782CBF2}"/>
          </ac:picMkLst>
        </pc:picChg>
      </pc:sldChg>
      <pc:sldChg chg="modSp add del mod">
        <pc:chgData name="Kalvis Golde" userId="d12450372feb7484" providerId="LiveId" clId="{2B4EF15D-42C9-844D-8A07-BC881FB6F23C}" dt="2021-06-22T21:43:35.863" v="15611" actId="2696"/>
        <pc:sldMkLst>
          <pc:docMk/>
          <pc:sldMk cId="290846049" sldId="399"/>
        </pc:sldMkLst>
        <pc:graphicFrameChg chg="modGraphic">
          <ac:chgData name="Kalvis Golde" userId="d12450372feb7484" providerId="LiveId" clId="{2B4EF15D-42C9-844D-8A07-BC881FB6F23C}" dt="2021-06-22T21:35:09.202" v="15527" actId="255"/>
          <ac:graphicFrameMkLst>
            <pc:docMk/>
            <pc:sldMk cId="290846049" sldId="399"/>
            <ac:graphicFrameMk id="6" creationId="{5BF0DDD8-DCD3-F44C-A42D-CBB308CF5050}"/>
          </ac:graphicFrameMkLst>
        </pc:graphicFrameChg>
      </pc:sldChg>
      <pc:sldChg chg="add del">
        <pc:chgData name="Kalvis Golde" userId="d12450372feb7484" providerId="LiveId" clId="{2B4EF15D-42C9-844D-8A07-BC881FB6F23C}" dt="2021-06-22T21:33:18.606" v="15484" actId="2696"/>
        <pc:sldMkLst>
          <pc:docMk/>
          <pc:sldMk cId="2078947616" sldId="399"/>
        </pc:sldMkLst>
      </pc:sldChg>
      <pc:sldChg chg="add del">
        <pc:chgData name="Kalvis Golde" userId="d12450372feb7484" providerId="LiveId" clId="{2B4EF15D-42C9-844D-8A07-BC881FB6F23C}" dt="2021-06-22T21:34:43.687" v="15521" actId="2696"/>
        <pc:sldMkLst>
          <pc:docMk/>
          <pc:sldMk cId="3178402089" sldId="399"/>
        </pc:sldMkLst>
      </pc:sldChg>
      <pc:sldChg chg="add">
        <pc:chgData name="Kalvis Golde" userId="d12450372feb7484" providerId="LiveId" clId="{2B4EF15D-42C9-844D-8A07-BC881FB6F23C}" dt="2021-06-22T21:43:42.975" v="15614" actId="2890"/>
        <pc:sldMkLst>
          <pc:docMk/>
          <pc:sldMk cId="3374246032" sldId="399"/>
        </pc:sldMkLst>
      </pc:sldChg>
      <pc:sldChg chg="modSp add del mod">
        <pc:chgData name="Kalvis Golde" userId="d12450372feb7484" providerId="LiveId" clId="{2B4EF15D-42C9-844D-8A07-BC881FB6F23C}" dt="2021-06-22T21:43:38.117" v="15612" actId="2696"/>
        <pc:sldMkLst>
          <pc:docMk/>
          <pc:sldMk cId="515303802" sldId="400"/>
        </pc:sldMkLst>
        <pc:graphicFrameChg chg="modGraphic">
          <ac:chgData name="Kalvis Golde" userId="d12450372feb7484" providerId="LiveId" clId="{2B4EF15D-42C9-844D-8A07-BC881FB6F23C}" dt="2021-06-22T21:35:14.818" v="15528" actId="255"/>
          <ac:graphicFrameMkLst>
            <pc:docMk/>
            <pc:sldMk cId="515303802" sldId="400"/>
            <ac:graphicFrameMk id="6" creationId="{5BF0DDD8-DCD3-F44C-A42D-CBB308CF5050}"/>
          </ac:graphicFrameMkLst>
        </pc:graphicFrameChg>
      </pc:sldChg>
      <pc:sldChg chg="add">
        <pc:chgData name="Kalvis Golde" userId="d12450372feb7484" providerId="LiveId" clId="{2B4EF15D-42C9-844D-8A07-BC881FB6F23C}" dt="2021-06-22T21:43:45.582" v="15615" actId="2890"/>
        <pc:sldMkLst>
          <pc:docMk/>
          <pc:sldMk cId="1610198075" sldId="400"/>
        </pc:sldMkLst>
      </pc:sldChg>
      <pc:sldChg chg="add del">
        <pc:chgData name="Kalvis Golde" userId="d12450372feb7484" providerId="LiveId" clId="{2B4EF15D-42C9-844D-8A07-BC881FB6F23C}" dt="2021-06-22T21:34:42.692" v="15520" actId="2696"/>
        <pc:sldMkLst>
          <pc:docMk/>
          <pc:sldMk cId="2094742811" sldId="400"/>
        </pc:sldMkLst>
      </pc:sldChg>
      <pc:sldChg chg="add del">
        <pc:chgData name="Kalvis Golde" userId="d12450372feb7484" providerId="LiveId" clId="{2B4EF15D-42C9-844D-8A07-BC881FB6F23C}" dt="2021-06-22T21:34:45.595" v="15522" actId="2696"/>
        <pc:sldMkLst>
          <pc:docMk/>
          <pc:sldMk cId="1035249906" sldId="401"/>
        </pc:sldMkLst>
      </pc:sldChg>
      <pc:sldChg chg="add">
        <pc:chgData name="Kalvis Golde" userId="d12450372feb7484" providerId="LiveId" clId="{2B4EF15D-42C9-844D-8A07-BC881FB6F23C}" dt="2021-06-22T21:43:48.054" v="15616" actId="2890"/>
        <pc:sldMkLst>
          <pc:docMk/>
          <pc:sldMk cId="1855656958" sldId="401"/>
        </pc:sldMkLst>
      </pc:sldChg>
      <pc:sldChg chg="modSp add del mod">
        <pc:chgData name="Kalvis Golde" userId="d12450372feb7484" providerId="LiveId" clId="{2B4EF15D-42C9-844D-8A07-BC881FB6F23C}" dt="2021-06-22T21:43:39.968" v="15613" actId="2696"/>
        <pc:sldMkLst>
          <pc:docMk/>
          <pc:sldMk cId="2875960702" sldId="401"/>
        </pc:sldMkLst>
        <pc:graphicFrameChg chg="modGraphic">
          <ac:chgData name="Kalvis Golde" userId="d12450372feb7484" providerId="LiveId" clId="{2B4EF15D-42C9-844D-8A07-BC881FB6F23C}" dt="2021-06-22T21:35:20.247" v="15529" actId="255"/>
          <ac:graphicFrameMkLst>
            <pc:docMk/>
            <pc:sldMk cId="2875960702" sldId="401"/>
            <ac:graphicFrameMk id="6" creationId="{5BF0DDD8-DCD3-F44C-A42D-CBB308CF5050}"/>
          </ac:graphicFrameMkLst>
        </pc:graphicFrame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C1EF90E4-B67E-E6C2-821C-2B3D99B6443C}"/>
              </a:ext>
            </a:extLst>
          </p:cNvPr>
          <p:cNvSpPr>
            <a:spLocks noGrp="1"/>
          </p:cNvSpPr>
          <p:nvPr>
            <p:ph type="hdr" sz="quarter"/>
          </p:nvPr>
        </p:nvSpPr>
        <p:spPr>
          <a:xfrm>
            <a:off x="0" y="0"/>
            <a:ext cx="3038475" cy="466725"/>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6E41E648-44D8-05EC-AB50-428752A74AEB}"/>
              </a:ext>
            </a:extLst>
          </p:cNvPr>
          <p:cNvSpPr>
            <a:spLocks noGrp="1"/>
          </p:cNvSpPr>
          <p:nvPr>
            <p:ph type="dt" sz="quarter" idx="1"/>
          </p:nvPr>
        </p:nvSpPr>
        <p:spPr>
          <a:xfrm>
            <a:off x="3970338" y="0"/>
            <a:ext cx="3038475" cy="466725"/>
          </a:xfrm>
          <a:prstGeom prst="rect">
            <a:avLst/>
          </a:prstGeom>
        </p:spPr>
        <p:txBody>
          <a:bodyPr vert="horz" lIns="91440" tIns="45720" rIns="91440" bIns="45720" rtlCol="0"/>
          <a:lstStyle>
            <a:lvl1pPr algn="r">
              <a:defRPr sz="1200"/>
            </a:lvl1pPr>
          </a:lstStyle>
          <a:p>
            <a:fld id="{DA8C85FA-D031-4789-9D90-3CFE7A983AA3}" type="datetimeFigureOut">
              <a:rPr lang="en-US" smtClean="0"/>
              <a:t>6/21/2025</a:t>
            </a:fld>
            <a:endParaRPr lang="en-US"/>
          </a:p>
        </p:txBody>
      </p:sp>
      <p:sp>
        <p:nvSpPr>
          <p:cNvPr id="4" name="Footer Placeholder 3">
            <a:extLst>
              <a:ext uri="{FF2B5EF4-FFF2-40B4-BE49-F238E27FC236}">
                <a16:creationId xmlns:a16="http://schemas.microsoft.com/office/drawing/2014/main" id="{4376C22F-18ED-21D2-EF37-AC43B323D82C}"/>
              </a:ext>
            </a:extLst>
          </p:cNvPr>
          <p:cNvSpPr>
            <a:spLocks noGrp="1"/>
          </p:cNvSpPr>
          <p:nvPr>
            <p:ph type="ftr" sz="quarter" idx="2"/>
          </p:nvPr>
        </p:nvSpPr>
        <p:spPr>
          <a:xfrm>
            <a:off x="0" y="8829675"/>
            <a:ext cx="3038475" cy="466725"/>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3738A1A9-CBA2-3F1F-6C88-4C113933CA42}"/>
              </a:ext>
            </a:extLst>
          </p:cNvPr>
          <p:cNvSpPr>
            <a:spLocks noGrp="1"/>
          </p:cNvSpPr>
          <p:nvPr>
            <p:ph type="sldNum" sz="quarter" idx="3"/>
          </p:nvPr>
        </p:nvSpPr>
        <p:spPr>
          <a:xfrm>
            <a:off x="3970338" y="8829675"/>
            <a:ext cx="3038475" cy="466725"/>
          </a:xfrm>
          <a:prstGeom prst="rect">
            <a:avLst/>
          </a:prstGeom>
        </p:spPr>
        <p:txBody>
          <a:bodyPr vert="horz" lIns="91440" tIns="45720" rIns="91440" bIns="45720" rtlCol="0" anchor="b"/>
          <a:lstStyle>
            <a:lvl1pPr algn="r">
              <a:defRPr sz="1200"/>
            </a:lvl1pPr>
          </a:lstStyle>
          <a:p>
            <a:fld id="{2F67EE93-2B30-4C28-813D-32068B5E3532}" type="slidenum">
              <a:rPr lang="en-US" smtClean="0"/>
              <a:t>‹#›</a:t>
            </a:fld>
            <a:endParaRPr lang="en-US"/>
          </a:p>
        </p:txBody>
      </p:sp>
    </p:spTree>
    <p:extLst>
      <p:ext uri="{BB962C8B-B14F-4D97-AF65-F5344CB8AC3E}">
        <p14:creationId xmlns:p14="http://schemas.microsoft.com/office/powerpoint/2010/main" val="341198448"/>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6434"/>
          </a:xfrm>
          <a:prstGeom prst="rect">
            <a:avLst/>
          </a:prstGeom>
        </p:spPr>
        <p:txBody>
          <a:bodyPr vert="horz" lIns="93173" tIns="46587" rIns="93173" bIns="46587" rtlCol="0"/>
          <a:lstStyle>
            <a:lvl1pPr algn="l">
              <a:defRPr sz="1200"/>
            </a:lvl1pPr>
          </a:lstStyle>
          <a:p>
            <a:endParaRPr lang="en-US"/>
          </a:p>
        </p:txBody>
      </p:sp>
      <p:sp>
        <p:nvSpPr>
          <p:cNvPr id="3" name="Date Placeholder 2"/>
          <p:cNvSpPr>
            <a:spLocks noGrp="1"/>
          </p:cNvSpPr>
          <p:nvPr>
            <p:ph type="dt" idx="1"/>
          </p:nvPr>
        </p:nvSpPr>
        <p:spPr>
          <a:xfrm>
            <a:off x="3970938" y="0"/>
            <a:ext cx="3037840" cy="466434"/>
          </a:xfrm>
          <a:prstGeom prst="rect">
            <a:avLst/>
          </a:prstGeom>
        </p:spPr>
        <p:txBody>
          <a:bodyPr vert="horz" lIns="93173" tIns="46587" rIns="93173" bIns="46587" rtlCol="0"/>
          <a:lstStyle>
            <a:lvl1pPr algn="r">
              <a:defRPr sz="1200"/>
            </a:lvl1pPr>
          </a:lstStyle>
          <a:p>
            <a:fld id="{D62E4C22-F13C-469B-88DE-BEC26370719F}" type="datetimeFigureOut">
              <a:rPr lang="en-US" smtClean="0"/>
              <a:t>6/21/2025</a:t>
            </a:fld>
            <a:endParaRPr lang="en-US"/>
          </a:p>
        </p:txBody>
      </p:sp>
      <p:sp>
        <p:nvSpPr>
          <p:cNvPr id="4" name="Slide Image Placeholder 3"/>
          <p:cNvSpPr>
            <a:spLocks noGrp="1" noRot="1" noChangeAspect="1"/>
          </p:cNvSpPr>
          <p:nvPr>
            <p:ph type="sldImg" idx="2"/>
          </p:nvPr>
        </p:nvSpPr>
        <p:spPr>
          <a:xfrm>
            <a:off x="717550" y="1162050"/>
            <a:ext cx="5575300" cy="3136900"/>
          </a:xfrm>
          <a:prstGeom prst="rect">
            <a:avLst/>
          </a:prstGeom>
          <a:noFill/>
          <a:ln w="12700">
            <a:solidFill>
              <a:prstClr val="black"/>
            </a:solidFill>
          </a:ln>
        </p:spPr>
        <p:txBody>
          <a:bodyPr vert="horz" lIns="93173" tIns="46587" rIns="93173" bIns="46587" rtlCol="0" anchor="ctr"/>
          <a:lstStyle/>
          <a:p>
            <a:endParaRPr lang="en-US"/>
          </a:p>
        </p:txBody>
      </p:sp>
      <p:sp>
        <p:nvSpPr>
          <p:cNvPr id="5" name="Notes Placeholder 4"/>
          <p:cNvSpPr>
            <a:spLocks noGrp="1"/>
          </p:cNvSpPr>
          <p:nvPr>
            <p:ph type="body" sz="quarter" idx="3"/>
          </p:nvPr>
        </p:nvSpPr>
        <p:spPr>
          <a:xfrm>
            <a:off x="701040" y="4473892"/>
            <a:ext cx="5608320" cy="3660458"/>
          </a:xfrm>
          <a:prstGeom prst="rect">
            <a:avLst/>
          </a:prstGeom>
        </p:spPr>
        <p:txBody>
          <a:bodyPr vert="horz" lIns="93173" tIns="46587" rIns="93173" bIns="46587"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968"/>
            <a:ext cx="3037840" cy="466433"/>
          </a:xfrm>
          <a:prstGeom prst="rect">
            <a:avLst/>
          </a:prstGeom>
        </p:spPr>
        <p:txBody>
          <a:bodyPr vert="horz" lIns="93173" tIns="46587" rIns="93173" bIns="46587" rtlCol="0" anchor="b"/>
          <a:lstStyle>
            <a:lvl1pPr algn="l">
              <a:defRPr sz="1200"/>
            </a:lvl1pPr>
          </a:lstStyle>
          <a:p>
            <a:endParaRPr lang="en-US"/>
          </a:p>
        </p:txBody>
      </p:sp>
      <p:sp>
        <p:nvSpPr>
          <p:cNvPr id="7" name="Slide Number Placeholder 6"/>
          <p:cNvSpPr>
            <a:spLocks noGrp="1"/>
          </p:cNvSpPr>
          <p:nvPr>
            <p:ph type="sldNum" sz="quarter" idx="5"/>
          </p:nvPr>
        </p:nvSpPr>
        <p:spPr>
          <a:xfrm>
            <a:off x="3970938" y="8829968"/>
            <a:ext cx="3037840" cy="466433"/>
          </a:xfrm>
          <a:prstGeom prst="rect">
            <a:avLst/>
          </a:prstGeom>
        </p:spPr>
        <p:txBody>
          <a:bodyPr vert="horz" lIns="93173" tIns="46587" rIns="93173" bIns="46587" rtlCol="0" anchor="b"/>
          <a:lstStyle>
            <a:lvl1pPr algn="r">
              <a:defRPr sz="1200"/>
            </a:lvl1pPr>
          </a:lstStyle>
          <a:p>
            <a:fld id="{B834DF19-3E08-411A-A452-BC015BCC027A}" type="slidenum">
              <a:rPr lang="en-US" smtClean="0"/>
              <a:t>‹#›</a:t>
            </a:fld>
            <a:endParaRPr lang="en-US"/>
          </a:p>
        </p:txBody>
      </p:sp>
    </p:spTree>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1</a:t>
            </a:fld>
            <a:endParaRPr lang="en-US" dirty="0"/>
          </a:p>
        </p:txBody>
      </p:sp>
    </p:spTree>
    <p:extLst>
      <p:ext uri="{BB962C8B-B14F-4D97-AF65-F5344CB8AC3E}">
        <p14:creationId xmlns:p14="http://schemas.microsoft.com/office/powerpoint/2010/main" val="68898191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2</a:t>
            </a:fld>
            <a:endParaRPr lang="en-US" dirty="0"/>
          </a:p>
        </p:txBody>
      </p:sp>
    </p:spTree>
    <p:extLst>
      <p:ext uri="{BB962C8B-B14F-4D97-AF65-F5344CB8AC3E}">
        <p14:creationId xmlns:p14="http://schemas.microsoft.com/office/powerpoint/2010/main" val="164140733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4</a:t>
            </a:fld>
            <a:endParaRPr lang="en-US"/>
          </a:p>
        </p:txBody>
      </p:sp>
    </p:spTree>
    <p:extLst>
      <p:ext uri="{BB962C8B-B14F-4D97-AF65-F5344CB8AC3E}">
        <p14:creationId xmlns:p14="http://schemas.microsoft.com/office/powerpoint/2010/main" val="152071829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8</a:t>
            </a:fld>
            <a:endParaRPr lang="en-US"/>
          </a:p>
        </p:txBody>
      </p:sp>
    </p:spTree>
    <p:extLst>
      <p:ext uri="{BB962C8B-B14F-4D97-AF65-F5344CB8AC3E}">
        <p14:creationId xmlns:p14="http://schemas.microsoft.com/office/powerpoint/2010/main" val="111749265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25E8D4-9AA5-C3A5-26B3-0C8530D912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DF8517F-94F9-A77F-332E-C8343590363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1962BD-5EF3-9C9D-1402-F8A38E49FFB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EEB8675-6AE5-638E-8622-9F1A9C74C8C9}"/>
              </a:ext>
            </a:extLst>
          </p:cNvPr>
          <p:cNvSpPr>
            <a:spLocks noGrp="1"/>
          </p:cNvSpPr>
          <p:nvPr>
            <p:ph type="sldNum" sz="quarter" idx="5"/>
          </p:nvPr>
        </p:nvSpPr>
        <p:spPr/>
        <p:txBody>
          <a:bodyPr/>
          <a:lstStyle/>
          <a:p>
            <a:fld id="{B834DF19-3E08-411A-A452-BC015BCC027A}" type="slidenum">
              <a:rPr lang="en-US" smtClean="0"/>
              <a:t>9</a:t>
            </a:fld>
            <a:endParaRPr lang="en-US"/>
          </a:p>
        </p:txBody>
      </p:sp>
    </p:spTree>
    <p:extLst>
      <p:ext uri="{BB962C8B-B14F-4D97-AF65-F5344CB8AC3E}">
        <p14:creationId xmlns:p14="http://schemas.microsoft.com/office/powerpoint/2010/main" val="98569044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10</a:t>
            </a:fld>
            <a:endParaRPr lang="en-US"/>
          </a:p>
        </p:txBody>
      </p:sp>
    </p:spTree>
    <p:extLst>
      <p:ext uri="{BB962C8B-B14F-4D97-AF65-F5344CB8AC3E}">
        <p14:creationId xmlns:p14="http://schemas.microsoft.com/office/powerpoint/2010/main" val="385438924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FD5E1B-EC2E-15F7-D0C5-521782784A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74C9298-400C-EB0E-07F9-DFADCF20BC2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BA2E9C-A622-8E88-EC27-F54978D489C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D83E0E0-2341-3B2A-A4EE-9AA9E493B6F0}"/>
              </a:ext>
            </a:extLst>
          </p:cNvPr>
          <p:cNvSpPr>
            <a:spLocks noGrp="1"/>
          </p:cNvSpPr>
          <p:nvPr>
            <p:ph type="sldNum" sz="quarter" idx="5"/>
          </p:nvPr>
        </p:nvSpPr>
        <p:spPr/>
        <p:txBody>
          <a:bodyPr/>
          <a:lstStyle/>
          <a:p>
            <a:fld id="{B834DF19-3E08-411A-A452-BC015BCC027A}" type="slidenum">
              <a:rPr lang="en-US" smtClean="0"/>
              <a:t>17</a:t>
            </a:fld>
            <a:endParaRPr lang="en-US"/>
          </a:p>
        </p:txBody>
      </p:sp>
    </p:spTree>
    <p:extLst>
      <p:ext uri="{BB962C8B-B14F-4D97-AF65-F5344CB8AC3E}">
        <p14:creationId xmlns:p14="http://schemas.microsoft.com/office/powerpoint/2010/main" val="193622979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20</a:t>
            </a:fld>
            <a:endParaRPr lang="en-US"/>
          </a:p>
        </p:txBody>
      </p:sp>
    </p:spTree>
    <p:extLst>
      <p:ext uri="{BB962C8B-B14F-4D97-AF65-F5344CB8AC3E}">
        <p14:creationId xmlns:p14="http://schemas.microsoft.com/office/powerpoint/2010/main" val="282886438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FE230C-F700-77BC-D082-A7CA0D03CAA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2EAF769-429F-196E-1CD6-C9DD1CE3670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8354690-196E-4BFA-8EEF-9D556E88265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67C1058-6CC5-5D4E-1AE7-0441E63EF21C}"/>
              </a:ext>
            </a:extLst>
          </p:cNvPr>
          <p:cNvSpPr>
            <a:spLocks noGrp="1"/>
          </p:cNvSpPr>
          <p:nvPr>
            <p:ph type="sldNum" sz="quarter" idx="5"/>
          </p:nvPr>
        </p:nvSpPr>
        <p:spPr/>
        <p:txBody>
          <a:bodyPr/>
          <a:lstStyle/>
          <a:p>
            <a:fld id="{B834DF19-3E08-411A-A452-BC015BCC027A}" type="slidenum">
              <a:rPr lang="en-US" smtClean="0"/>
              <a:t>21</a:t>
            </a:fld>
            <a:endParaRPr lang="en-US"/>
          </a:p>
        </p:txBody>
      </p:sp>
    </p:spTree>
    <p:extLst>
      <p:ext uri="{BB962C8B-B14F-4D97-AF65-F5344CB8AC3E}">
        <p14:creationId xmlns:p14="http://schemas.microsoft.com/office/powerpoint/2010/main" val="24633845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B834DF19-3E08-411A-A452-BC015BCC027A}" type="slidenum">
              <a:rPr lang="en-US" smtClean="0"/>
              <a:t>22</a:t>
            </a:fld>
            <a:endParaRPr lang="en-US"/>
          </a:p>
        </p:txBody>
      </p:sp>
    </p:spTree>
    <p:extLst>
      <p:ext uri="{BB962C8B-B14F-4D97-AF65-F5344CB8AC3E}">
        <p14:creationId xmlns:p14="http://schemas.microsoft.com/office/powerpoint/2010/main" val="265800247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25</a:t>
            </a:fld>
            <a:endParaRPr lang="en-US"/>
          </a:p>
        </p:txBody>
      </p:sp>
    </p:spTree>
    <p:extLst>
      <p:ext uri="{BB962C8B-B14F-4D97-AF65-F5344CB8AC3E}">
        <p14:creationId xmlns:p14="http://schemas.microsoft.com/office/powerpoint/2010/main" val="7699083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26</a:t>
            </a:fld>
            <a:endParaRPr lang="en-US"/>
          </a:p>
        </p:txBody>
      </p:sp>
    </p:spTree>
    <p:extLst>
      <p:ext uri="{BB962C8B-B14F-4D97-AF65-F5344CB8AC3E}">
        <p14:creationId xmlns:p14="http://schemas.microsoft.com/office/powerpoint/2010/main" val="211827999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27</a:t>
            </a:fld>
            <a:endParaRPr lang="en-US"/>
          </a:p>
        </p:txBody>
      </p:sp>
    </p:spTree>
    <p:extLst>
      <p:ext uri="{BB962C8B-B14F-4D97-AF65-F5344CB8AC3E}">
        <p14:creationId xmlns:p14="http://schemas.microsoft.com/office/powerpoint/2010/main" val="117232339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28</a:t>
            </a:fld>
            <a:endParaRPr lang="en-US"/>
          </a:p>
        </p:txBody>
      </p:sp>
    </p:spTree>
    <p:extLst>
      <p:ext uri="{BB962C8B-B14F-4D97-AF65-F5344CB8AC3E}">
        <p14:creationId xmlns:p14="http://schemas.microsoft.com/office/powerpoint/2010/main" val="227027428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E886F95D-63DC-4E27-B831-3510D96A4B12}" type="datetime1">
              <a:rPr lang="en-US" smtClean="0"/>
              <a:t>6/21/2025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0B8BF109-4488-4097-8E73-8D9D00B8E452}" type="datetime1">
              <a:rPr lang="en-US" smtClean="0"/>
              <a:t>6/21/2025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9A0D5094-4A69-422F-A552-62E8ADDE57BE}" type="datetime1">
              <a:rPr lang="en-US" smtClean="0"/>
              <a:t>6/21/2025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03BC27A5-B7A4-4AC1-BD00-5E02EB72BBDF}" type="datetime1">
              <a:rPr lang="en-US" smtClean="0"/>
              <a:t>6/21/2025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1F909A7-1576-4363-864A-4A34D8853C5A}" type="datetime1">
              <a:rPr lang="en-US" smtClean="0"/>
              <a:t>6/21/2025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07EB5BDB-F390-41FC-9784-93F0006E4016}" type="datetime1">
              <a:rPr lang="en-US" smtClean="0"/>
              <a:t>6/21/2025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71C60ECA-B0A9-4A16-92BC-607A4684D36B}" type="datetime1">
              <a:rPr lang="en-US" smtClean="0"/>
              <a:t>6/21/2025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35C07315-6A86-46E6-985F-F76E3FE085BD}" type="datetime1">
              <a:rPr lang="en-US" smtClean="0"/>
              <a:t>6/21/2025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D9BE60E6-B3BB-411D-8F93-71BCDF2CB629}" type="datetime1">
              <a:rPr lang="en-US" smtClean="0"/>
              <a:t>6/21/2025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500BF8D-729E-4B4F-84E3-41D9C126857F}" type="datetime1">
              <a:rPr lang="en-US" smtClean="0"/>
              <a:t>6/21/2025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8251EA33-5068-4368-A67C-916AAF54768D}" type="datetime1">
              <a:rPr lang="en-US" smtClean="0"/>
              <a:t>6/21/2025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017BDBF-2554-4278-9618-598D3C183D26}" type="datetime1">
              <a:rPr lang="en-US" smtClean="0"/>
              <a:t>6/21/2025</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E212BD6-99D2-4430-8307-3DFF6CB1AF68}"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2.jpe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hyperlink" Target="http://mqscores.wustl.edu/" TargetMode="Externa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hyperlink" Target="http://mqscores.wustl.edu/" TargetMode="External"/><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hyperlink" Target="https://scdb.la.psu.edu/"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image" Target="../media/image16.png"/><Relationship Id="rId7" Type="http://schemas.openxmlformats.org/officeDocument/2006/relationships/image" Target="../media/image20.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19.png"/><Relationship Id="rId11" Type="http://schemas.openxmlformats.org/officeDocument/2006/relationships/image" Target="../media/image24.png"/><Relationship Id="rId5" Type="http://schemas.openxmlformats.org/officeDocument/2006/relationships/image" Target="../media/image18.png"/><Relationship Id="rId10" Type="http://schemas.openxmlformats.org/officeDocument/2006/relationships/image" Target="../media/image23.png"/><Relationship Id="rId4" Type="http://schemas.openxmlformats.org/officeDocument/2006/relationships/image" Target="../media/image17.png"/><Relationship Id="rId9" Type="http://schemas.openxmlformats.org/officeDocument/2006/relationships/image" Target="../media/image22.png"/></Relationships>
</file>

<file path=ppt/slides/_rels/slide26.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image" Target="../media/image16.png"/><Relationship Id="rId7" Type="http://schemas.openxmlformats.org/officeDocument/2006/relationships/image" Target="../media/image20.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19.png"/><Relationship Id="rId11" Type="http://schemas.openxmlformats.org/officeDocument/2006/relationships/image" Target="../media/image24.png"/><Relationship Id="rId5" Type="http://schemas.openxmlformats.org/officeDocument/2006/relationships/image" Target="../media/image18.png"/><Relationship Id="rId10" Type="http://schemas.openxmlformats.org/officeDocument/2006/relationships/image" Target="../media/image23.png"/><Relationship Id="rId4" Type="http://schemas.openxmlformats.org/officeDocument/2006/relationships/image" Target="../media/image17.png"/><Relationship Id="rId9" Type="http://schemas.openxmlformats.org/officeDocument/2006/relationships/image" Target="../media/image22.png"/></Relationships>
</file>

<file path=ppt/slides/_rels/slide27.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image" Target="../media/image16.png"/><Relationship Id="rId7" Type="http://schemas.openxmlformats.org/officeDocument/2006/relationships/image" Target="../media/image20.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19.png"/><Relationship Id="rId11" Type="http://schemas.openxmlformats.org/officeDocument/2006/relationships/image" Target="../media/image24.png"/><Relationship Id="rId5" Type="http://schemas.openxmlformats.org/officeDocument/2006/relationships/image" Target="../media/image18.png"/><Relationship Id="rId10" Type="http://schemas.openxmlformats.org/officeDocument/2006/relationships/image" Target="../media/image23.png"/><Relationship Id="rId4" Type="http://schemas.openxmlformats.org/officeDocument/2006/relationships/image" Target="../media/image17.png"/><Relationship Id="rId9" Type="http://schemas.openxmlformats.org/officeDocument/2006/relationships/image" Target="../media/image22.png"/></Relationships>
</file>

<file path=ppt/slides/_rels/slide28.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image" Target="../media/image16.png"/><Relationship Id="rId7" Type="http://schemas.openxmlformats.org/officeDocument/2006/relationships/image" Target="../media/image20.pn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19.png"/><Relationship Id="rId11" Type="http://schemas.openxmlformats.org/officeDocument/2006/relationships/image" Target="../media/image24.png"/><Relationship Id="rId5" Type="http://schemas.openxmlformats.org/officeDocument/2006/relationships/image" Target="../media/image18.png"/><Relationship Id="rId10" Type="http://schemas.openxmlformats.org/officeDocument/2006/relationships/image" Target="../media/image23.png"/><Relationship Id="rId4" Type="http://schemas.openxmlformats.org/officeDocument/2006/relationships/image" Target="../media/image17.png"/><Relationship Id="rId9" Type="http://schemas.openxmlformats.org/officeDocument/2006/relationships/image" Target="../media/image2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5F03BE7F-97AF-5148-899D-4AD76C06E41F}"/>
              </a:ext>
            </a:extLst>
          </p:cNvPr>
          <p:cNvSpPr>
            <a:spLocks noGrp="1"/>
          </p:cNvSpPr>
          <p:nvPr>
            <p:ph type="sldNum" sz="quarter" idx="12"/>
          </p:nvPr>
        </p:nvSpPr>
        <p:spPr/>
        <p:txBody>
          <a:bodyPr/>
          <a:lstStyle/>
          <a:p>
            <a:fld id="{5E212BD6-99D2-4430-8307-3DFF6CB1AF68}" type="slidenum">
              <a:rPr lang="en-US" smtClean="0">
                <a:latin typeface="MULISH REGULAR ROMAN" pitchFamily="2" charset="77"/>
              </a:rPr>
              <a:t>1</a:t>
            </a:fld>
            <a:endParaRPr lang="en-US" dirty="0">
              <a:latin typeface="MULISH REGULAR ROMAN" pitchFamily="2" charset="77"/>
            </a:endParaRPr>
          </a:p>
        </p:txBody>
      </p:sp>
      <p:sp>
        <p:nvSpPr>
          <p:cNvPr id="6" name="Title 1">
            <a:extLst>
              <a:ext uri="{FF2B5EF4-FFF2-40B4-BE49-F238E27FC236}">
                <a16:creationId xmlns:a16="http://schemas.microsoft.com/office/drawing/2014/main" id="{1700B16A-33BA-5646-9BCC-4491AD8D4FD4}"/>
              </a:ext>
            </a:extLst>
          </p:cNvPr>
          <p:cNvSpPr>
            <a:spLocks noGrp="1"/>
          </p:cNvSpPr>
          <p:nvPr>
            <p:ph type="title"/>
          </p:nvPr>
        </p:nvSpPr>
        <p:spPr>
          <a:xfrm>
            <a:off x="110033" y="2774321"/>
            <a:ext cx="4971156" cy="2716320"/>
          </a:xfrm>
        </p:spPr>
        <p:txBody>
          <a:bodyPr>
            <a:noAutofit/>
          </a:bodyPr>
          <a:lstStyle/>
          <a:p>
            <a:pPr algn="ctr">
              <a:lnSpc>
                <a:spcPct val="100000"/>
              </a:lnSpc>
            </a:pPr>
            <a:r>
              <a:rPr lang="en-US" sz="3600" b="1" dirty="0">
                <a:latin typeface="MULISH BLACK ROMAN" pitchFamily="2" charset="77"/>
              </a:rPr>
              <a:t>Final Stat Pack for the 2024-25 term</a:t>
            </a:r>
            <a:br>
              <a:rPr lang="en-US" sz="2800" b="1" dirty="0">
                <a:latin typeface="MULISH BLACK ROMAN" pitchFamily="2" charset="77"/>
              </a:rPr>
            </a:br>
            <a:br>
              <a:rPr lang="en-US" sz="2800" b="1" dirty="0">
                <a:latin typeface="MULISH EXTRABOLD ROMAN" pitchFamily="2" charset="77"/>
              </a:rPr>
            </a:br>
            <a:r>
              <a:rPr lang="en-US" sz="2800" b="1" dirty="0">
                <a:highlight>
                  <a:srgbClr val="00FFFF"/>
                </a:highlight>
                <a:latin typeface="MULISH SEMIBOLD ROMAN" pitchFamily="2" charset="77"/>
              </a:rPr>
              <a:t>June .., 2025</a:t>
            </a:r>
            <a:br>
              <a:rPr lang="en-US" sz="2800" b="1" dirty="0">
                <a:latin typeface="MULISH EXTRABOLD ROMAN" pitchFamily="2" charset="77"/>
              </a:rPr>
            </a:br>
            <a:br>
              <a:rPr lang="en-US" sz="2800" b="1" dirty="0">
                <a:latin typeface="MULISH EXTRABOLD ROMAN" pitchFamily="2" charset="77"/>
              </a:rPr>
            </a:br>
            <a:r>
              <a:rPr lang="en-US" sz="2800" b="1" dirty="0">
                <a:highlight>
                  <a:srgbClr val="FF0000"/>
                </a:highlight>
                <a:latin typeface="MULISH EXTRABOLD ROMAN" pitchFamily="2" charset="77"/>
              </a:rPr>
              <a:t>UPDATED June 23, 2025</a:t>
            </a:r>
          </a:p>
        </p:txBody>
      </p:sp>
      <p:sp>
        <p:nvSpPr>
          <p:cNvPr id="7" name="Rectangle 6">
            <a:extLst>
              <a:ext uri="{FF2B5EF4-FFF2-40B4-BE49-F238E27FC236}">
                <a16:creationId xmlns:a16="http://schemas.microsoft.com/office/drawing/2014/main" id="{75488183-E097-304A-B953-194A9D986237}"/>
              </a:ext>
            </a:extLst>
          </p:cNvPr>
          <p:cNvSpPr/>
          <p:nvPr/>
        </p:nvSpPr>
        <p:spPr>
          <a:xfrm>
            <a:off x="-29113" y="6218491"/>
            <a:ext cx="12252960" cy="698190"/>
          </a:xfrm>
          <a:prstGeom prst="rect">
            <a:avLst/>
          </a:prstGeom>
          <a:solidFill>
            <a:srgbClr val="0469A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9" name="Picture 8" descr="A picture containing sky, outdoor, building, ruin&#10;&#10;Description automatically generated">
            <a:extLst>
              <a:ext uri="{FF2B5EF4-FFF2-40B4-BE49-F238E27FC236}">
                <a16:creationId xmlns:a16="http://schemas.microsoft.com/office/drawing/2014/main" id="{CA56552D-6B5D-2140-856F-CB280A21060A}"/>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206951" y="640086"/>
            <a:ext cx="6377889" cy="4783015"/>
          </a:xfrm>
          <a:prstGeom prst="rect">
            <a:avLst/>
          </a:prstGeom>
        </p:spPr>
      </p:pic>
      <p:sp>
        <p:nvSpPr>
          <p:cNvPr id="10" name="TextBox 9">
            <a:extLst>
              <a:ext uri="{FF2B5EF4-FFF2-40B4-BE49-F238E27FC236}">
                <a16:creationId xmlns:a16="http://schemas.microsoft.com/office/drawing/2014/main" id="{C0E40825-6F35-DE44-8BCC-6208E8007D55}"/>
              </a:ext>
            </a:extLst>
          </p:cNvPr>
          <p:cNvSpPr txBox="1"/>
          <p:nvPr/>
        </p:nvSpPr>
        <p:spPr>
          <a:xfrm>
            <a:off x="555057" y="6413698"/>
            <a:ext cx="11807936" cy="307777"/>
          </a:xfrm>
          <a:prstGeom prst="rect">
            <a:avLst/>
          </a:prstGeom>
          <a:noFill/>
        </p:spPr>
        <p:txBody>
          <a:bodyPr wrap="square" rtlCol="0">
            <a:spAutoFit/>
          </a:bodyPr>
          <a:lstStyle/>
          <a:p>
            <a:r>
              <a:rPr lang="en-US" sz="1400" b="1" dirty="0">
                <a:solidFill>
                  <a:schemeClr val="bg1"/>
                </a:solidFill>
                <a:latin typeface="MULISH REGULAR ROMAN" pitchFamily="2" charset="77"/>
              </a:rPr>
              <a:t>Visit</a:t>
            </a:r>
            <a:r>
              <a:rPr lang="en-US" sz="1400" dirty="0">
                <a:solidFill>
                  <a:schemeClr val="bg1"/>
                </a:solidFill>
                <a:latin typeface="MULISH REGULAR ROMAN" pitchFamily="2" charset="77"/>
              </a:rPr>
              <a:t>: www.scotusblog.com			</a:t>
            </a:r>
            <a:r>
              <a:rPr lang="en-US" sz="1400" b="1" dirty="0">
                <a:solidFill>
                  <a:schemeClr val="bg1"/>
                </a:solidFill>
                <a:latin typeface="MULISH REGULAR ROMAN" pitchFamily="2" charset="77"/>
              </a:rPr>
              <a:t>Follow</a:t>
            </a:r>
            <a:r>
              <a:rPr lang="en-US" sz="1400" dirty="0">
                <a:solidFill>
                  <a:schemeClr val="bg1"/>
                </a:solidFill>
                <a:latin typeface="MULISH REGULAR ROMAN" pitchFamily="2" charset="77"/>
              </a:rPr>
              <a:t>: @scotusblog			</a:t>
            </a:r>
            <a:r>
              <a:rPr lang="en-US" sz="1400" b="1" dirty="0">
                <a:solidFill>
                  <a:schemeClr val="bg1"/>
                </a:solidFill>
                <a:latin typeface="MULISH REGULAR ROMAN" pitchFamily="2" charset="77"/>
              </a:rPr>
              <a:t> Email</a:t>
            </a:r>
            <a:r>
              <a:rPr lang="en-US" sz="1400" dirty="0">
                <a:solidFill>
                  <a:schemeClr val="bg1"/>
                </a:solidFill>
                <a:latin typeface="MULISH REGULAR ROMAN" pitchFamily="2" charset="77"/>
              </a:rPr>
              <a:t>: feedback@scotusblog.com</a:t>
            </a:r>
          </a:p>
        </p:txBody>
      </p:sp>
      <p:pic>
        <p:nvPicPr>
          <p:cNvPr id="1028" name="Picture 4">
            <a:extLst>
              <a:ext uri="{FF2B5EF4-FFF2-40B4-BE49-F238E27FC236}">
                <a16:creationId xmlns:a16="http://schemas.microsoft.com/office/drawing/2014/main" id="{D56D62E1-3E09-41AD-146D-3D679190919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5307" y="640086"/>
            <a:ext cx="4420607" cy="1550213"/>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97432506-8FCC-113B-AB0D-35D5D049F063}"/>
              </a:ext>
            </a:extLst>
          </p:cNvPr>
          <p:cNvSpPr txBox="1"/>
          <p:nvPr/>
        </p:nvSpPr>
        <p:spPr>
          <a:xfrm>
            <a:off x="637631" y="5797402"/>
            <a:ext cx="3915957" cy="261610"/>
          </a:xfrm>
          <a:prstGeom prst="rect">
            <a:avLst/>
          </a:prstGeom>
          <a:noFill/>
        </p:spPr>
        <p:txBody>
          <a:bodyPr wrap="square" rtlCol="0">
            <a:spAutoFit/>
          </a:bodyPr>
          <a:lstStyle/>
          <a:p>
            <a:r>
              <a:rPr lang="en-US" sz="1100" i="1" dirty="0">
                <a:latin typeface="MULISH REGULAR ROMAN"/>
              </a:rPr>
              <a:t>Compiled by Jake S. Truscott (Ph.D.) &amp; Adam Feldman (J.D., Ph.D.)</a:t>
            </a:r>
          </a:p>
        </p:txBody>
      </p:sp>
    </p:spTree>
    <p:extLst>
      <p:ext uri="{BB962C8B-B14F-4D97-AF65-F5344CB8AC3E}">
        <p14:creationId xmlns:p14="http://schemas.microsoft.com/office/powerpoint/2010/main" val="295672762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id="{41C3B68A-3143-8C40-9052-984CB81771DE}"/>
              </a:ext>
            </a:extLst>
          </p:cNvPr>
          <p:cNvSpPr>
            <a:spLocks noGrp="1"/>
          </p:cNvSpPr>
          <p:nvPr>
            <p:ph type="title"/>
          </p:nvPr>
        </p:nvSpPr>
        <p:spPr>
          <a:xfrm>
            <a:off x="304800" y="-71266"/>
            <a:ext cx="10515600" cy="1325563"/>
          </a:xfrm>
        </p:spPr>
        <p:txBody>
          <a:bodyPr>
            <a:normAutofit/>
          </a:bodyPr>
          <a:lstStyle/>
          <a:p>
            <a:r>
              <a:rPr lang="en-US" sz="3600" dirty="0">
                <a:solidFill>
                  <a:srgbClr val="A90404"/>
                </a:solidFill>
                <a:latin typeface="MULISH BOLD ROMAN" pitchFamily="2" charset="77"/>
              </a:rPr>
              <a:t>TABLE OF CONTENTS</a:t>
            </a:r>
          </a:p>
        </p:txBody>
      </p:sp>
      <p:graphicFrame>
        <p:nvGraphicFramePr>
          <p:cNvPr id="2" name="Table 1">
            <a:extLst>
              <a:ext uri="{FF2B5EF4-FFF2-40B4-BE49-F238E27FC236}">
                <a16:creationId xmlns:a16="http://schemas.microsoft.com/office/drawing/2014/main" id="{508DBF86-3555-2565-BA4A-AA93FAFF274F}"/>
              </a:ext>
            </a:extLst>
          </p:cNvPr>
          <p:cNvGraphicFramePr>
            <a:graphicFrameLocks noGrp="1"/>
          </p:cNvGraphicFramePr>
          <p:nvPr>
            <p:extLst>
              <p:ext uri="{D42A27DB-BD31-4B8C-83A1-F6EECF244321}">
                <p14:modId xmlns:p14="http://schemas.microsoft.com/office/powerpoint/2010/main" val="1501119479"/>
              </p:ext>
            </p:extLst>
          </p:nvPr>
        </p:nvGraphicFramePr>
        <p:xfrm>
          <a:off x="304800" y="923675"/>
          <a:ext cx="11582400" cy="5241600"/>
        </p:xfrm>
        <a:graphic>
          <a:graphicData uri="http://schemas.openxmlformats.org/drawingml/2006/table">
            <a:tbl>
              <a:tblPr firstRow="1" bandRow="1">
                <a:tableStyleId>{7DF18680-E054-41AD-8BC1-D1AEF772440D}</a:tableStyleId>
              </a:tblPr>
              <a:tblGrid>
                <a:gridCol w="10538604">
                  <a:extLst>
                    <a:ext uri="{9D8B030D-6E8A-4147-A177-3AD203B41FA5}">
                      <a16:colId xmlns:a16="http://schemas.microsoft.com/office/drawing/2014/main" val="100073054"/>
                    </a:ext>
                  </a:extLst>
                </a:gridCol>
                <a:gridCol w="1043796">
                  <a:extLst>
                    <a:ext uri="{9D8B030D-6E8A-4147-A177-3AD203B41FA5}">
                      <a16:colId xmlns:a16="http://schemas.microsoft.com/office/drawing/2014/main" val="136331299"/>
                    </a:ext>
                  </a:extLst>
                </a:gridCol>
              </a:tblGrid>
              <a:tr h="327600">
                <a:tc>
                  <a:txBody>
                    <a:bodyPr/>
                    <a:lstStyle/>
                    <a:p>
                      <a:pPr algn="l">
                        <a:tabLst>
                          <a:tab pos="10058400" algn="l"/>
                          <a:tab pos="16459200" algn="l"/>
                        </a:tabLst>
                      </a:pPr>
                      <a:r>
                        <a:rPr lang="en-US" sz="1400" b="0" dirty="0">
                          <a:solidFill>
                            <a:schemeClr val="tx1"/>
                          </a:solidFill>
                          <a:latin typeface="MULISH BLACK ROMAN"/>
                        </a:rPr>
                        <a:t>Introduction ……………………………………………………………………………………………………………………………………………………………………………………………………………</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888527602"/>
                  </a:ext>
                </a:extLst>
              </a:tr>
              <a:tr h="327600">
                <a:tc>
                  <a:txBody>
                    <a:bodyPr/>
                    <a:lstStyle/>
                    <a:p>
                      <a:r>
                        <a:rPr lang="en-US" sz="1400" dirty="0">
                          <a:latin typeface="MULISH BLACK ROMAN"/>
                        </a:rPr>
                        <a:t>Opinions Over Time </a:t>
                      </a:r>
                      <a:r>
                        <a:rPr lang="en-US" sz="1400" b="0" dirty="0">
                          <a:solidFill>
                            <a:schemeClr val="tx1"/>
                          </a:solidFill>
                          <a:latin typeface="MULISH BLACK ROMAN"/>
                        </a:rPr>
                        <a:t>……………………………………………………………………………………………………………………………………………………………………………………………….</a:t>
                      </a:r>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848292251"/>
                  </a:ext>
                </a:extLst>
              </a:tr>
              <a:tr h="327600">
                <a:tc>
                  <a:txBody>
                    <a:bodyPr/>
                    <a:lstStyle/>
                    <a:p>
                      <a:r>
                        <a:rPr lang="en-US" sz="1400" dirty="0">
                          <a:latin typeface="MULISH BLACK ROMAN"/>
                        </a:rPr>
                        <a:t>Makeup of the Merits Docket</a:t>
                      </a:r>
                      <a:r>
                        <a:rPr lang="en-US" sz="1400" b="0" dirty="0">
                          <a:solidFill>
                            <a:schemeClr val="tx1"/>
                          </a:solidFill>
                          <a:latin typeface="MULISH BLACK ROMAN"/>
                        </a:rPr>
                        <a:t> …………………………………………………………………………………………………………………………………………………………………………………</a:t>
                      </a:r>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206051254"/>
                  </a:ext>
                </a:extLst>
              </a:tr>
              <a:tr h="327600">
                <a:tc>
                  <a:txBody>
                    <a:bodyPr/>
                    <a:lstStyle/>
                    <a:p>
                      <a:r>
                        <a:rPr lang="en-US" sz="1400" dirty="0">
                          <a:latin typeface="MULISH BLACK ROMAN"/>
                        </a:rPr>
                        <a:t>Unanimity </a:t>
                      </a:r>
                      <a:r>
                        <a:rPr lang="en-US" sz="1400" b="0" dirty="0">
                          <a:solidFill>
                            <a:schemeClr val="tx1"/>
                          </a:solidFill>
                          <a:latin typeface="MULISH BLACK ROMAN"/>
                        </a:rPr>
                        <a:t>………………………………………………………………………………………………………………………………………………………………………………………………………………</a:t>
                      </a:r>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195465042"/>
                  </a:ext>
                </a:extLst>
              </a:tr>
              <a:tr h="327600">
                <a:tc>
                  <a:txBody>
                    <a:bodyPr/>
                    <a:lstStyle/>
                    <a:p>
                      <a:r>
                        <a:rPr lang="en-US" sz="1400" dirty="0">
                          <a:latin typeface="MULISH BLACK ROMAN"/>
                        </a:rPr>
                        <a:t>Frequency in </a:t>
                      </a:r>
                      <a:r>
                        <a:rPr lang="en-US" sz="1400">
                          <a:latin typeface="MULISH BLACK ROMAN"/>
                        </a:rPr>
                        <a:t>the Majority </a:t>
                      </a:r>
                      <a:r>
                        <a:rPr lang="en-US" sz="1400" dirty="0">
                          <a:latin typeface="MULISH BLACK ROMAN"/>
                        </a:rPr>
                        <a:t>(All Cases, Non-Unanimous Cases, and Closely Divided Cases)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418595700"/>
                  </a:ext>
                </a:extLst>
              </a:tr>
              <a:tr h="327600">
                <a:tc>
                  <a:txBody>
                    <a:bodyPr/>
                    <a:lstStyle/>
                    <a:p>
                      <a:r>
                        <a:rPr lang="en-US" sz="1400" dirty="0">
                          <a:latin typeface="MULISH BLACK ROMAN"/>
                        </a:rPr>
                        <a:t>Breaking Ranks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601254701"/>
                  </a:ext>
                </a:extLst>
              </a:tr>
              <a:tr h="327600">
                <a:tc>
                  <a:txBody>
                    <a:bodyPr/>
                    <a:lstStyle/>
                    <a:p>
                      <a:r>
                        <a:rPr lang="en-US" sz="1400" dirty="0">
                          <a:latin typeface="MULISH BLACK ROMAN"/>
                        </a:rPr>
                        <a:t>Justice Agreement (All Cases vs. Closely Divided Cases)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290923527"/>
                  </a:ext>
                </a:extLst>
              </a:tr>
              <a:tr h="327600">
                <a:tc>
                  <a:txBody>
                    <a:bodyPr/>
                    <a:lstStyle/>
                    <a:p>
                      <a:r>
                        <a:rPr lang="en-US" sz="1400" dirty="0">
                          <a:latin typeface="MULISH BLACK ROMAN"/>
                        </a:rPr>
                        <a:t>Strength of </a:t>
                      </a:r>
                      <a:r>
                        <a:rPr lang="en-US" sz="1400">
                          <a:latin typeface="MULISH BLACK ROMAN"/>
                        </a:rPr>
                        <a:t>the Majority </a:t>
                      </a:r>
                      <a:r>
                        <a:rPr lang="en-US" sz="1400" dirty="0">
                          <a:latin typeface="MULISH BLACK ROMAN"/>
                        </a:rPr>
                        <a:t>…………………………………………………………………………………………………………………………………………………………………………………………</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682956966"/>
                  </a:ext>
                </a:extLst>
              </a:tr>
              <a:tr h="327600">
                <a:tc>
                  <a:txBody>
                    <a:bodyPr/>
                    <a:lstStyle/>
                    <a:p>
                      <a:r>
                        <a:rPr lang="en-US" sz="1400" dirty="0">
                          <a:latin typeface="MULISH BLACK ROMAN"/>
                        </a:rPr>
                        <a:t>Merits Decisions by Vote Split (All Cases vs. Ideologically Split Cases)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12512231"/>
                  </a:ext>
                </a:extLst>
              </a:tr>
              <a:tr h="327600">
                <a:tc>
                  <a:txBody>
                    <a:bodyPr/>
                    <a:lstStyle/>
                    <a:p>
                      <a:r>
                        <a:rPr lang="en-US" sz="1400" dirty="0">
                          <a:latin typeface="MULISH BLACK ROMAN"/>
                        </a:rPr>
                        <a:t>Coalition Alignments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535613698"/>
                  </a:ext>
                </a:extLst>
              </a:tr>
              <a:tr h="327600">
                <a:tc>
                  <a:txBody>
                    <a:bodyPr/>
                    <a:lstStyle/>
                    <a:p>
                      <a:r>
                        <a:rPr lang="en-US" sz="1400" dirty="0">
                          <a:latin typeface="MULISH BLACK ROMAN"/>
                        </a:rPr>
                        <a:t>Circuits Scorecard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296407773"/>
                  </a:ext>
                </a:extLst>
              </a:tr>
              <a:tr h="327600">
                <a:tc>
                  <a:txBody>
                    <a:bodyPr/>
                    <a:lstStyle/>
                    <a:p>
                      <a:r>
                        <a:rPr lang="en-US" sz="1400" dirty="0">
                          <a:latin typeface="MULISH BLACK ROMAN"/>
                        </a:rPr>
                        <a:t>Days Between Oral Argument &amp; Opinion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825366490"/>
                  </a:ext>
                </a:extLst>
              </a:tr>
              <a:tr h="327600">
                <a:tc>
                  <a:txBody>
                    <a:bodyPr/>
                    <a:lstStyle/>
                    <a:p>
                      <a:r>
                        <a:rPr lang="en-US" sz="1400" dirty="0">
                          <a:latin typeface="MULISH BLACK ROMAN"/>
                        </a:rPr>
                        <a:t>Opinions Authored by Each Justice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665921072"/>
                  </a:ext>
                </a:extLst>
              </a:tr>
              <a:tr h="327600">
                <a:tc>
                  <a:txBody>
                    <a:bodyPr/>
                    <a:lstStyle/>
                    <a:p>
                      <a:r>
                        <a:rPr lang="en-US" sz="1400" dirty="0">
                          <a:latin typeface="MULISH BLACK ROMAN"/>
                        </a:rPr>
                        <a:t>Opinion Lengths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982043704"/>
                  </a:ext>
                </a:extLst>
              </a:tr>
              <a:tr h="327600">
                <a:tc>
                  <a:txBody>
                    <a:bodyPr/>
                    <a:lstStyle/>
                    <a:p>
                      <a:r>
                        <a:rPr lang="en-US" sz="1400" dirty="0">
                          <a:latin typeface="MULISH BLACK ROMAN"/>
                        </a:rPr>
                        <a:t>Voting Alignments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745405493"/>
                  </a:ext>
                </a:extLst>
              </a:tr>
              <a:tr h="327600">
                <a:tc>
                  <a:txBody>
                    <a:bodyPr/>
                    <a:lstStyle/>
                    <a:p>
                      <a:r>
                        <a:rPr lang="en-US" sz="1400" dirty="0">
                          <a:latin typeface="MULISH BLACK ROMAN"/>
                        </a:rPr>
                        <a:t>Term Index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836110453"/>
                  </a:ext>
                </a:extLst>
              </a:tr>
            </a:tbl>
          </a:graphicData>
        </a:graphic>
      </p:graphicFrame>
      <p:sp>
        <p:nvSpPr>
          <p:cNvPr id="5" name="Slide Number Placeholder 4">
            <a:extLst>
              <a:ext uri="{FF2B5EF4-FFF2-40B4-BE49-F238E27FC236}">
                <a16:creationId xmlns:a16="http://schemas.microsoft.com/office/drawing/2014/main" id="{AA2B13AD-EC33-76C2-6FAD-6C719135AEB8}"/>
              </a:ext>
            </a:extLst>
          </p:cNvPr>
          <p:cNvSpPr>
            <a:spLocks noGrp="1"/>
          </p:cNvSpPr>
          <p:nvPr>
            <p:ph type="sldNum" sz="quarter" idx="12"/>
          </p:nvPr>
        </p:nvSpPr>
        <p:spPr/>
        <p:txBody>
          <a:bodyPr/>
          <a:lstStyle/>
          <a:p>
            <a:fld id="{5E212BD6-99D2-4430-8307-3DFF6CB1AF68}" type="slidenum">
              <a:rPr lang="en-US" smtClean="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9">
            <a:extLst>
              <a:ext uri="{FF2B5EF4-FFF2-40B4-BE49-F238E27FC236}">
                <a16:creationId xmlns:a16="http://schemas.microsoft.com/office/drawing/2014/main" id="{4C22968F-54A5-2A45-A2FD-710584D7F4D0}"/>
              </a:ext>
            </a:extLst>
          </p:cNvPr>
          <p:cNvSpPr>
            <a:spLocks noGrp="1"/>
          </p:cNvSpPr>
          <p:nvPr>
            <p:ph type="title"/>
          </p:nvPr>
        </p:nvSpPr>
        <p:spPr>
          <a:xfrm>
            <a:off x="304800" y="195512"/>
            <a:ext cx="10515600" cy="833266"/>
          </a:xfrm>
        </p:spPr>
        <p:txBody>
          <a:bodyPr>
            <a:normAutofit/>
          </a:bodyPr>
          <a:lstStyle/>
          <a:p>
            <a:r>
              <a:rPr lang="en-US" sz="3600" dirty="0">
                <a:solidFill>
                  <a:srgbClr val="A90404"/>
                </a:solidFill>
                <a:latin typeface="MULISH BOLD ROMAN" pitchFamily="2" charset="77"/>
              </a:rPr>
              <a:t>INTRODUCTION</a:t>
            </a:r>
          </a:p>
        </p:txBody>
      </p:sp>
      <p:sp>
        <p:nvSpPr>
          <p:cNvPr id="3" name="Slide Number Placeholder 2">
            <a:extLst>
              <a:ext uri="{FF2B5EF4-FFF2-40B4-BE49-F238E27FC236}">
                <a16:creationId xmlns:a16="http://schemas.microsoft.com/office/drawing/2014/main" id="{58E513BC-D699-CF38-8694-42DA22BDA39E}"/>
              </a:ext>
            </a:extLst>
          </p:cNvPr>
          <p:cNvSpPr>
            <a:spLocks noGrp="1"/>
          </p:cNvSpPr>
          <p:nvPr>
            <p:ph type="sldNum" sz="quarter" idx="12"/>
          </p:nvPr>
        </p:nvSpPr>
        <p:spPr>
          <a:xfrm>
            <a:off x="9448800" y="6479925"/>
            <a:ext cx="2743200" cy="365125"/>
          </a:xfrm>
        </p:spPr>
        <p:txBody>
          <a:bodyPr/>
          <a:lstStyle/>
          <a:p>
            <a:pPr algn="ctr"/>
            <a:fld id="{5E212BD6-99D2-4430-8307-3DFF6CB1AF68}" type="slidenum">
              <a:rPr lang="en-US" smtClean="0"/>
              <a:pPr algn="ctr"/>
              <a:t>3</a:t>
            </a:fld>
            <a:endParaRPr lang="en-US" dirty="0"/>
          </a:p>
        </p:txBody>
      </p:sp>
    </p:spTree>
    <p:extLst>
      <p:ext uri="{BB962C8B-B14F-4D97-AF65-F5344CB8AC3E}">
        <p14:creationId xmlns:p14="http://schemas.microsoft.com/office/powerpoint/2010/main" val="415117408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C1A7B839-BA29-E63C-04C6-7B8D71CF857E}"/>
              </a:ext>
            </a:extLst>
          </p:cNvPr>
          <p:cNvSpPr>
            <a:spLocks noGrp="1" noRot="1" noMove="1" noResize="1" noEditPoints="1" noAdjustHandles="1" noChangeArrowheads="1" noChangeShapeType="1"/>
          </p:cNvSpPr>
          <p:nvPr/>
        </p:nvSpPr>
        <p:spPr>
          <a:xfrm>
            <a:off x="1559095" y="896352"/>
            <a:ext cx="8442160" cy="5065296"/>
          </a:xfrm>
          <a:prstGeom prst="rect">
            <a:avLst/>
          </a:prstGeom>
          <a:solidFill>
            <a:schemeClr val="accent1">
              <a:alpha val="21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9">
            <a:extLst>
              <a:ext uri="{FF2B5EF4-FFF2-40B4-BE49-F238E27FC236}">
                <a16:creationId xmlns:a16="http://schemas.microsoft.com/office/drawing/2014/main" id="{FF46E068-D12F-7244-B43D-93F4C8891F00}"/>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TOTAL OPINIONS OVER TIME</a:t>
            </a:r>
          </a:p>
        </p:txBody>
      </p:sp>
      <p:sp>
        <p:nvSpPr>
          <p:cNvPr id="5" name="TextBox 4">
            <a:extLst>
              <a:ext uri="{FF2B5EF4-FFF2-40B4-BE49-F238E27FC236}">
                <a16:creationId xmlns:a16="http://schemas.microsoft.com/office/drawing/2014/main" id="{FD46BA6A-543E-6BE2-7182-BAE94BE62A1D}"/>
              </a:ext>
            </a:extLst>
          </p:cNvPr>
          <p:cNvSpPr txBox="1"/>
          <p:nvPr/>
        </p:nvSpPr>
        <p:spPr>
          <a:xfrm>
            <a:off x="838200" y="6083077"/>
            <a:ext cx="9883950" cy="461665"/>
          </a:xfrm>
          <a:prstGeom prst="rect">
            <a:avLst/>
          </a:prstGeom>
          <a:noFill/>
          <a:ln>
            <a:solidFill>
              <a:schemeClr val="tx1"/>
            </a:solidFill>
          </a:ln>
        </p:spPr>
        <p:txBody>
          <a:bodyPr wrap="square" rtlCol="0">
            <a:spAutoFit/>
          </a:bodyPr>
          <a:lstStyle/>
          <a:p>
            <a:pPr algn="ctr"/>
            <a:r>
              <a:rPr lang="en-US" sz="1200" dirty="0">
                <a:latin typeface="MULISH REGULAR ROMAN"/>
              </a:rPr>
              <a:t>Figure shows the volume &amp; proportion of opinions (by type) authored by the court between the 2005 and 2024 terms. Opinions delivered </a:t>
            </a:r>
            <a:r>
              <a:rPr lang="en-US" sz="1200" i="1" dirty="0">
                <a:latin typeface="MULISH REGULAR ROMAN"/>
              </a:rPr>
              <a:t>per </a:t>
            </a:r>
            <a:r>
              <a:rPr lang="en-US" sz="1200" i="1" dirty="0" err="1">
                <a:latin typeface="MULISH REGULAR ROMAN"/>
              </a:rPr>
              <a:t>curiam</a:t>
            </a:r>
            <a:r>
              <a:rPr lang="en-US" sz="1200" dirty="0">
                <a:latin typeface="MULISH REGULAR ROMAN"/>
              </a:rPr>
              <a:t> are coded as a majority opinion.  Special concurrences (</a:t>
            </a:r>
            <a:r>
              <a:rPr lang="en-US" sz="1200" i="1" dirty="0">
                <a:latin typeface="MULISH REGULAR ROMAN"/>
              </a:rPr>
              <a:t>in part</a:t>
            </a:r>
            <a:r>
              <a:rPr lang="en-US" sz="1200" dirty="0">
                <a:latin typeface="MULISH REGULAR ROMAN"/>
              </a:rPr>
              <a:t>) and those concurring </a:t>
            </a:r>
            <a:r>
              <a:rPr lang="en-US" sz="1200" i="1" dirty="0">
                <a:latin typeface="MULISH REGULAR ROMAN"/>
              </a:rPr>
              <a:t>in judgement </a:t>
            </a:r>
            <a:r>
              <a:rPr lang="en-US" sz="1200" dirty="0">
                <a:latin typeface="MULISH REGULAR ROMAN"/>
              </a:rPr>
              <a:t>are both coded as concurrences.</a:t>
            </a:r>
          </a:p>
        </p:txBody>
      </p:sp>
      <p:sp>
        <p:nvSpPr>
          <p:cNvPr id="6" name="Slide Number Placeholder 5">
            <a:extLst>
              <a:ext uri="{FF2B5EF4-FFF2-40B4-BE49-F238E27FC236}">
                <a16:creationId xmlns:a16="http://schemas.microsoft.com/office/drawing/2014/main" id="{1408F531-FFA9-F05D-5FA9-8DBB1C47A65F}"/>
              </a:ext>
            </a:extLst>
          </p:cNvPr>
          <p:cNvSpPr>
            <a:spLocks noGrp="1"/>
          </p:cNvSpPr>
          <p:nvPr>
            <p:ph type="sldNum" sz="quarter" idx="12"/>
          </p:nvPr>
        </p:nvSpPr>
        <p:spPr/>
        <p:txBody>
          <a:bodyPr/>
          <a:lstStyle/>
          <a:p>
            <a:fld id="{5E212BD6-99D2-4430-8307-3DFF6CB1AF68}" type="slidenum">
              <a:rPr lang="en-US" smtClean="0"/>
              <a:t>4</a:t>
            </a:fld>
            <a:endParaRPr lang="en-US" dirty="0"/>
          </a:p>
        </p:txBody>
      </p:sp>
      <p:pic>
        <p:nvPicPr>
          <p:cNvPr id="12" name="Picture 11" descr="A graph of different colored bars&#10;&#10;AI-generated content may be incorrect.">
            <a:extLst>
              <a:ext uri="{FF2B5EF4-FFF2-40B4-BE49-F238E27FC236}">
                <a16:creationId xmlns:a16="http://schemas.microsoft.com/office/drawing/2014/main" id="{6797AADF-E032-6314-4D43-D95D660425AB}"/>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559095" y="872730"/>
            <a:ext cx="8481531" cy="5088918"/>
          </a:xfrm>
          <a:prstGeom prst="rect">
            <a:avLst/>
          </a:prstGeom>
        </p:spPr>
      </p:pic>
    </p:spTree>
    <p:extLst>
      <p:ext uri="{BB962C8B-B14F-4D97-AF65-F5344CB8AC3E}">
        <p14:creationId xmlns:p14="http://schemas.microsoft.com/office/powerpoint/2010/main" val="215205593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9">
            <a:extLst>
              <a:ext uri="{FF2B5EF4-FFF2-40B4-BE49-F238E27FC236}">
                <a16:creationId xmlns:a16="http://schemas.microsoft.com/office/drawing/2014/main" id="{A5345AB6-7B44-E44F-983D-1098CCD088F2}"/>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MAKEUP OF THE MERITS DOCKET</a:t>
            </a:r>
          </a:p>
        </p:txBody>
      </p:sp>
      <p:sp>
        <p:nvSpPr>
          <p:cNvPr id="3" name="Slide Number Placeholder 2">
            <a:extLst>
              <a:ext uri="{FF2B5EF4-FFF2-40B4-BE49-F238E27FC236}">
                <a16:creationId xmlns:a16="http://schemas.microsoft.com/office/drawing/2014/main" id="{A24EF7E7-4DAE-3EAC-8DD9-F5475F4993A7}"/>
              </a:ext>
            </a:extLst>
          </p:cNvPr>
          <p:cNvSpPr>
            <a:spLocks noGrp="1"/>
          </p:cNvSpPr>
          <p:nvPr>
            <p:ph type="sldNum" sz="quarter" idx="12"/>
          </p:nvPr>
        </p:nvSpPr>
        <p:spPr/>
        <p:txBody>
          <a:bodyPr/>
          <a:lstStyle/>
          <a:p>
            <a:fld id="{5E212BD6-99D2-4430-8307-3DFF6CB1AF68}" type="slidenum">
              <a:rPr lang="en-US" smtClean="0"/>
              <a:t>5</a:t>
            </a:fld>
            <a:endParaRPr lang="en-US"/>
          </a:p>
        </p:txBody>
      </p:sp>
      <p:graphicFrame>
        <p:nvGraphicFramePr>
          <p:cNvPr id="7" name="Table 6">
            <a:extLst>
              <a:ext uri="{FF2B5EF4-FFF2-40B4-BE49-F238E27FC236}">
                <a16:creationId xmlns:a16="http://schemas.microsoft.com/office/drawing/2014/main" id="{4758A924-DA2D-EBAE-DF76-83B31FD3ABC3}"/>
              </a:ext>
            </a:extLst>
          </p:cNvPr>
          <p:cNvGraphicFramePr>
            <a:graphicFrameLocks noGrp="1"/>
          </p:cNvGraphicFramePr>
          <p:nvPr>
            <p:extLst>
              <p:ext uri="{D42A27DB-BD31-4B8C-83A1-F6EECF244321}">
                <p14:modId xmlns:p14="http://schemas.microsoft.com/office/powerpoint/2010/main" val="1651424525"/>
              </p:ext>
            </p:extLst>
          </p:nvPr>
        </p:nvGraphicFramePr>
        <p:xfrm>
          <a:off x="320850" y="796386"/>
          <a:ext cx="11550300" cy="5317138"/>
        </p:xfrm>
        <a:graphic>
          <a:graphicData uri="http://schemas.openxmlformats.org/drawingml/2006/table">
            <a:tbl>
              <a:tblPr/>
              <a:tblGrid>
                <a:gridCol w="3850100">
                  <a:extLst>
                    <a:ext uri="{9D8B030D-6E8A-4147-A177-3AD203B41FA5}">
                      <a16:colId xmlns:a16="http://schemas.microsoft.com/office/drawing/2014/main" val="3438991425"/>
                    </a:ext>
                  </a:extLst>
                </a:gridCol>
                <a:gridCol w="3850100">
                  <a:extLst>
                    <a:ext uri="{9D8B030D-6E8A-4147-A177-3AD203B41FA5}">
                      <a16:colId xmlns:a16="http://schemas.microsoft.com/office/drawing/2014/main" val="3103202930"/>
                    </a:ext>
                  </a:extLst>
                </a:gridCol>
                <a:gridCol w="3850100">
                  <a:extLst>
                    <a:ext uri="{9D8B030D-6E8A-4147-A177-3AD203B41FA5}">
                      <a16:colId xmlns:a16="http://schemas.microsoft.com/office/drawing/2014/main" val="1538254556"/>
                    </a:ext>
                  </a:extLst>
                </a:gridCol>
              </a:tblGrid>
              <a:tr h="49772">
                <a:tc>
                  <a:txBody>
                    <a:bodyPr/>
                    <a:lstStyle/>
                    <a:p>
                      <a:pPr algn="ctr" fontAlgn="b"/>
                      <a:r>
                        <a:rPr lang="en-US" sz="1400" b="1" i="0" u="none" strike="noStrike" dirty="0">
                          <a:solidFill>
                            <a:srgbClr val="000000"/>
                          </a:solidFill>
                          <a:effectLst/>
                          <a:latin typeface="MULISH BLACK ROMAN"/>
                        </a:rPr>
                        <a:t>Case Name</a:t>
                      </a:r>
                    </a:p>
                  </a:txBody>
                  <a:tcPr marL="1375" marR="1375" marT="1375" marB="0" anchor="b">
                    <a:lnL>
                      <a:noFill/>
                    </a:lnL>
                    <a:lnR>
                      <a:noFill/>
                    </a:lnR>
                    <a:lnT>
                      <a:noFill/>
                    </a:lnT>
                    <a:lnB>
                      <a:noFill/>
                    </a:lnB>
                    <a:solidFill>
                      <a:srgbClr val="FFFFFF"/>
                    </a:solidFill>
                  </a:tcPr>
                </a:tc>
                <a:tc>
                  <a:txBody>
                    <a:bodyPr/>
                    <a:lstStyle/>
                    <a:p>
                      <a:pPr algn="ctr" fontAlgn="b"/>
                      <a:r>
                        <a:rPr lang="en-US" sz="1400" b="1" i="0" u="none" strike="noStrike" dirty="0">
                          <a:solidFill>
                            <a:srgbClr val="000000"/>
                          </a:solidFill>
                          <a:effectLst/>
                          <a:latin typeface="MULISH BLACK ROMAN"/>
                        </a:rPr>
                        <a:t>Abbreviation</a:t>
                      </a:r>
                    </a:p>
                  </a:txBody>
                  <a:tcPr marL="1375" marR="1375" marT="1375" marB="0" anchor="b">
                    <a:lnL>
                      <a:noFill/>
                    </a:lnL>
                    <a:lnR>
                      <a:noFill/>
                    </a:lnR>
                    <a:lnT>
                      <a:noFill/>
                    </a:lnT>
                    <a:lnB>
                      <a:noFill/>
                    </a:lnB>
                    <a:solidFill>
                      <a:srgbClr val="FFFFFF"/>
                    </a:solidFill>
                  </a:tcPr>
                </a:tc>
                <a:tc>
                  <a:txBody>
                    <a:bodyPr/>
                    <a:lstStyle/>
                    <a:p>
                      <a:pPr algn="ctr" fontAlgn="b"/>
                      <a:r>
                        <a:rPr lang="en-US" sz="1400" b="1" i="0" u="none" strike="noStrike" dirty="0">
                          <a:solidFill>
                            <a:srgbClr val="000000"/>
                          </a:solidFill>
                          <a:effectLst/>
                          <a:latin typeface="MULISH BLACK ROMAN"/>
                        </a:rPr>
                        <a:t>Issue Summary</a:t>
                      </a:r>
                    </a:p>
                  </a:txBody>
                  <a:tcPr marL="1375" marR="1375" marT="1375" marB="0" anchor="b">
                    <a:lnL>
                      <a:noFill/>
                    </a:lnL>
                    <a:lnR>
                      <a:noFill/>
                    </a:lnR>
                    <a:lnT>
                      <a:noFill/>
                    </a:lnT>
                    <a:lnB>
                      <a:noFill/>
                    </a:lnB>
                    <a:solidFill>
                      <a:srgbClr val="FFFFFF"/>
                    </a:solidFill>
                  </a:tcPr>
                </a:tc>
                <a:extLst>
                  <a:ext uri="{0D108BD9-81ED-4DB2-BD59-A6C34878D82A}">
                    <a16:rowId xmlns:a16="http://schemas.microsoft.com/office/drawing/2014/main" val="4061619900"/>
                  </a:ext>
                </a:extLst>
              </a:tr>
              <a:tr h="146566">
                <a:tc>
                  <a:txBody>
                    <a:bodyPr/>
                    <a:lstStyle/>
                    <a:p>
                      <a:pPr algn="l" fontAlgn="b"/>
                      <a:r>
                        <a:rPr lang="en-US" sz="1050" b="0" i="0" u="none" strike="noStrike" dirty="0">
                          <a:solidFill>
                            <a:srgbClr val="000000"/>
                          </a:solidFill>
                          <a:effectLst/>
                          <a:latin typeface="MULISH BLACK ROMAN"/>
                        </a:rPr>
                        <a:t>A.J.T. v. Osseo Area Schools</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A.J.T</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Disability discrimination standard in education</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620651117"/>
                  </a:ext>
                </a:extLst>
              </a:tr>
              <a:tr h="146566">
                <a:tc>
                  <a:txBody>
                    <a:bodyPr/>
                    <a:lstStyle/>
                    <a:p>
                      <a:pPr algn="l" fontAlgn="b"/>
                      <a:r>
                        <a:rPr lang="en-US" sz="1050" b="0" i="0" u="none" strike="noStrike" dirty="0">
                          <a:solidFill>
                            <a:srgbClr val="000000"/>
                          </a:solidFill>
                          <a:effectLst/>
                          <a:latin typeface="MULISH BLACK ROMAN"/>
                        </a:rPr>
                        <a:t>Advocate Christ Medical Center v. Kennedy</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Advocate Christ Medical</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Medicare eligibility based on SSI payment month</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761537345"/>
                  </a:ext>
                </a:extLst>
              </a:tr>
              <a:tr h="194963">
                <a:tc>
                  <a:txBody>
                    <a:bodyPr/>
                    <a:lstStyle/>
                    <a:p>
                      <a:pPr algn="l" fontAlgn="b"/>
                      <a:r>
                        <a:rPr lang="en-US" sz="1050" b="0" i="0" u="none" strike="noStrike" dirty="0">
                          <a:solidFill>
                            <a:srgbClr val="000000"/>
                          </a:solidFill>
                          <a:effectLst/>
                          <a:latin typeface="MULISH BLACK ROMAN"/>
                        </a:rPr>
                        <a:t>Ames v. Ohio Department of Youth Services</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Ames</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Discrimination claim standard for majority-group employee</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2133299288"/>
                  </a:ext>
                </a:extLst>
              </a:tr>
              <a:tr h="170765">
                <a:tc>
                  <a:txBody>
                    <a:bodyPr/>
                    <a:lstStyle/>
                    <a:p>
                      <a:pPr algn="l" fontAlgn="b"/>
                      <a:r>
                        <a:rPr lang="en-US" sz="1050" b="0" i="0" u="none" strike="noStrike" dirty="0">
                          <a:solidFill>
                            <a:srgbClr val="000000"/>
                          </a:solidFill>
                          <a:effectLst/>
                          <a:latin typeface="MULISH BLACK ROMAN"/>
                        </a:rPr>
                        <a:t>Barnes v. Felix</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Barnes</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Excessive force standard under Fourth Amendment</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134083356"/>
                  </a:ext>
                </a:extLst>
              </a:tr>
              <a:tr h="170765">
                <a:tc>
                  <a:txBody>
                    <a:bodyPr/>
                    <a:lstStyle/>
                    <a:p>
                      <a:pPr algn="l" fontAlgn="b"/>
                      <a:r>
                        <a:rPr lang="sv-SE" sz="1050" b="0" i="0" u="none" strike="noStrike" dirty="0">
                          <a:solidFill>
                            <a:srgbClr val="000000"/>
                          </a:solidFill>
                          <a:effectLst/>
                          <a:latin typeface="MULISH BLACK ROMAN"/>
                        </a:rPr>
                        <a:t>BLOM Bank SAL v. Honickman</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BLOM Bank</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Standard for reopening cases under Rule 60(b)(6)</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2114046914"/>
                  </a:ext>
                </a:extLst>
              </a:tr>
              <a:tr h="98169">
                <a:tc>
                  <a:txBody>
                    <a:bodyPr/>
                    <a:lstStyle/>
                    <a:p>
                      <a:pPr algn="l" fontAlgn="b"/>
                      <a:r>
                        <a:rPr lang="en-US" sz="1050" b="0" i="0" u="none" strike="noStrike" dirty="0">
                          <a:solidFill>
                            <a:srgbClr val="000000"/>
                          </a:solidFill>
                          <a:effectLst/>
                          <a:latin typeface="MULISH BLACK ROMAN"/>
                        </a:rPr>
                        <a:t>Bondi v. Vanderstok</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Vanderstok</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ATF regulation of ghost guns</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299761024"/>
                  </a:ext>
                </a:extLst>
              </a:tr>
              <a:tr h="146566">
                <a:tc>
                  <a:txBody>
                    <a:bodyPr/>
                    <a:lstStyle/>
                    <a:p>
                      <a:pPr algn="l" fontAlgn="b"/>
                      <a:r>
                        <a:rPr lang="en-US" sz="1050" b="0" i="0" u="none" strike="noStrike" dirty="0">
                          <a:solidFill>
                            <a:srgbClr val="000000"/>
                          </a:solidFill>
                          <a:effectLst/>
                          <a:latin typeface="MULISH BLACK ROMAN"/>
                        </a:rPr>
                        <a:t>Bouarfa v. Mayorkas</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Bouarfa</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Judicial review of visa revocation for sham marriage</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1869417950"/>
                  </a:ext>
                </a:extLst>
              </a:tr>
              <a:tr h="122368">
                <a:tc>
                  <a:txBody>
                    <a:bodyPr/>
                    <a:lstStyle/>
                    <a:p>
                      <a:pPr algn="l" fontAlgn="b"/>
                      <a:r>
                        <a:rPr lang="en-US" sz="1050" b="0" i="0" u="none" strike="noStrike" dirty="0">
                          <a:solidFill>
                            <a:srgbClr val="000000"/>
                          </a:solidFill>
                          <a:effectLst/>
                          <a:latin typeface="MULISH BLACK ROMAN"/>
                        </a:rPr>
                        <a:t>Bufkin v. McDonough</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Bufkin</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Clear-error review of VA benefit decisions</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1052944479"/>
                  </a:ext>
                </a:extLst>
              </a:tr>
              <a:tr h="170765">
                <a:tc>
                  <a:txBody>
                    <a:bodyPr/>
                    <a:lstStyle/>
                    <a:p>
                      <a:pPr algn="l" fontAlgn="b"/>
                      <a:r>
                        <a:rPr lang="en-US" sz="1050" b="0" i="0" u="none" strike="noStrike" dirty="0">
                          <a:solidFill>
                            <a:srgbClr val="000000"/>
                          </a:solidFill>
                          <a:effectLst/>
                          <a:latin typeface="MULISH BLACK ROMAN"/>
                        </a:rPr>
                        <a:t>Catholic Charities Bureau v. Wisconsin LIRC</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Catholic Charities</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Religious exemption denial under First Amendment</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1629892971"/>
                  </a:ext>
                </a:extLst>
              </a:tr>
              <a:tr h="146566">
                <a:tc>
                  <a:txBody>
                    <a:bodyPr/>
                    <a:lstStyle/>
                    <a:p>
                      <a:pPr algn="l" fontAlgn="b"/>
                      <a:r>
                        <a:rPr lang="en-US" sz="1050" b="0" i="0" u="none" strike="noStrike" dirty="0">
                          <a:solidFill>
                            <a:srgbClr val="000000"/>
                          </a:solidFill>
                          <a:effectLst/>
                          <a:latin typeface="MULISH BLACK ROMAN"/>
                        </a:rPr>
                        <a:t>CC/Devas v. Antrix</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CC/Devas</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Jurisdiction over foreign states under FSIA</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2191315369"/>
                  </a:ext>
                </a:extLst>
              </a:tr>
              <a:tr h="122368">
                <a:tc>
                  <a:txBody>
                    <a:bodyPr/>
                    <a:lstStyle/>
                    <a:p>
                      <a:pPr algn="l" fontAlgn="b"/>
                      <a:r>
                        <a:rPr lang="en-US" sz="1050" b="0" i="0" u="none" strike="noStrike" dirty="0">
                          <a:solidFill>
                            <a:srgbClr val="000000"/>
                          </a:solidFill>
                          <a:effectLst/>
                          <a:latin typeface="MULISH BLACK ROMAN"/>
                        </a:rPr>
                        <a:t>City and County of SF v. EPA</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SF v. EPA</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EPA Clean Water Act authority on water permits</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3981500256"/>
                  </a:ext>
                </a:extLst>
              </a:tr>
              <a:tr h="98169">
                <a:tc>
                  <a:txBody>
                    <a:bodyPr/>
                    <a:lstStyle/>
                    <a:p>
                      <a:pPr algn="l" fontAlgn="b"/>
                      <a:r>
                        <a:rPr lang="en-US" sz="1050" b="0" i="0" u="none" strike="noStrike" dirty="0">
                          <a:solidFill>
                            <a:srgbClr val="000000"/>
                          </a:solidFill>
                          <a:effectLst/>
                          <a:latin typeface="MULISH BLACK ROMAN"/>
                        </a:rPr>
                        <a:t>Commissioner of IRS v. Zuch</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Zuch</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IRS levy challenge mootness</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2490555743"/>
                  </a:ext>
                </a:extLst>
              </a:tr>
              <a:tr h="98169">
                <a:tc>
                  <a:txBody>
                    <a:bodyPr/>
                    <a:lstStyle/>
                    <a:p>
                      <a:pPr algn="l" fontAlgn="b"/>
                      <a:r>
                        <a:rPr lang="en-US" sz="1050" b="0" i="0" u="none" strike="noStrike" dirty="0">
                          <a:solidFill>
                            <a:srgbClr val="000000"/>
                          </a:solidFill>
                          <a:effectLst/>
                          <a:latin typeface="MULISH BLACK ROMAN"/>
                        </a:rPr>
                        <a:t>Cunningham v. Cornell University</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Cunningham</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ERISA fiduciary transaction pleading</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1271012584"/>
                  </a:ext>
                </a:extLst>
              </a:tr>
              <a:tr h="122368">
                <a:tc>
                  <a:txBody>
                    <a:bodyPr/>
                    <a:lstStyle/>
                    <a:p>
                      <a:pPr algn="l" fontAlgn="b"/>
                      <a:r>
                        <a:rPr lang="en-US" sz="1050" b="0" i="0" u="none" strike="noStrike" dirty="0">
                          <a:solidFill>
                            <a:srgbClr val="000000"/>
                          </a:solidFill>
                          <a:effectLst/>
                          <a:latin typeface="MULISH BLACK ROMAN"/>
                        </a:rPr>
                        <a:t>Delligatti v. United States</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Delligatti</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Force element in omission-based crimes</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1567107904"/>
                  </a:ext>
                </a:extLst>
              </a:tr>
              <a:tr h="170765">
                <a:tc>
                  <a:txBody>
                    <a:bodyPr/>
                    <a:lstStyle/>
                    <a:p>
                      <a:pPr algn="l" fontAlgn="b"/>
                      <a:r>
                        <a:rPr lang="en-US" sz="1050" b="0" i="0" u="none" strike="noStrike" dirty="0">
                          <a:solidFill>
                            <a:srgbClr val="000000"/>
                          </a:solidFill>
                          <a:effectLst/>
                          <a:latin typeface="MULISH BLACK ROMAN"/>
                        </a:rPr>
                        <a:t>Department of Education v. Career Colleges</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DOE v. CA</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Borrower defense scope under Higher Education Act</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3436274128"/>
                  </a:ext>
                </a:extLst>
              </a:tr>
              <a:tr h="122368">
                <a:tc>
                  <a:txBody>
                    <a:bodyPr/>
                    <a:lstStyle/>
                    <a:p>
                      <a:pPr algn="l" fontAlgn="b"/>
                      <a:r>
                        <a:rPr lang="en-US" sz="1050" b="0" i="0" u="none" strike="noStrike" dirty="0">
                          <a:solidFill>
                            <a:srgbClr val="000000"/>
                          </a:solidFill>
                          <a:effectLst/>
                          <a:latin typeface="MULISH BLACK ROMAN"/>
                        </a:rPr>
                        <a:t>Dewberry Group v. Dewberry Engineers</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Dewberry</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Lanham Act profits limited to named defendant</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27465890"/>
                  </a:ext>
                </a:extLst>
              </a:tr>
              <a:tr h="122368">
                <a:tc>
                  <a:txBody>
                    <a:bodyPr/>
                    <a:lstStyle/>
                    <a:p>
                      <a:pPr algn="l" fontAlgn="b"/>
                      <a:r>
                        <a:rPr lang="en-US" sz="1050" b="0" i="0" u="none" strike="noStrike" dirty="0">
                          <a:solidFill>
                            <a:srgbClr val="000000"/>
                          </a:solidFill>
                          <a:effectLst/>
                          <a:latin typeface="MULISH BLACK ROMAN"/>
                        </a:rPr>
                        <a:t>Diamond Alternative Energy v. EPA</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Diamond</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Standing based on third-party regulatory impact</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2777023354"/>
                  </a:ext>
                </a:extLst>
              </a:tr>
              <a:tr h="98169">
                <a:tc>
                  <a:txBody>
                    <a:bodyPr/>
                    <a:lstStyle/>
                    <a:p>
                      <a:pPr algn="l" fontAlgn="b"/>
                      <a:r>
                        <a:rPr lang="en-US" sz="1050" b="0" i="0" u="none" strike="noStrike" dirty="0">
                          <a:solidFill>
                            <a:srgbClr val="000000"/>
                          </a:solidFill>
                          <a:effectLst/>
                          <a:latin typeface="MULISH BLACK ROMAN"/>
                        </a:rPr>
                        <a:t>E.M.D. Sales v. Carrera</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E.M.D. Sales</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FLSA exemption proof standard</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04000853"/>
                  </a:ext>
                </a:extLst>
              </a:tr>
              <a:tr h="122368">
                <a:tc>
                  <a:txBody>
                    <a:bodyPr/>
                    <a:lstStyle/>
                    <a:p>
                      <a:pPr algn="l" fontAlgn="b"/>
                      <a:r>
                        <a:rPr lang="en-US" sz="1050" b="0" i="0" u="none" strike="noStrike" dirty="0">
                          <a:solidFill>
                            <a:srgbClr val="000000"/>
                          </a:solidFill>
                          <a:effectLst/>
                          <a:latin typeface="MULISH BLACK ROMAN"/>
                        </a:rPr>
                        <a:t>EPA v. Calumet Shreveport</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Calumet</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Venue for refinery exemption claims under CAA</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1406104549"/>
                  </a:ext>
                </a:extLst>
              </a:tr>
              <a:tr h="146566">
                <a:tc>
                  <a:txBody>
                    <a:bodyPr/>
                    <a:lstStyle/>
                    <a:p>
                      <a:pPr algn="l" fontAlgn="b"/>
                      <a:r>
                        <a:rPr lang="en-US" sz="1050" b="0" i="0" u="none" strike="noStrike" dirty="0">
                          <a:solidFill>
                            <a:srgbClr val="000000"/>
                          </a:solidFill>
                          <a:effectLst/>
                          <a:latin typeface="MULISH BLACK ROMAN"/>
                        </a:rPr>
                        <a:t>Esteras v. United States</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Esteras</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Sentencing factor use in supervised release revocation</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592999601"/>
                  </a:ext>
                </a:extLst>
              </a:tr>
              <a:tr h="122368">
                <a:tc>
                  <a:txBody>
                    <a:bodyPr/>
                    <a:lstStyle/>
                    <a:p>
                      <a:pPr algn="l" fontAlgn="b"/>
                      <a:r>
                        <a:rPr lang="en-US" sz="1050" b="0" i="0" u="none" strike="noStrike" dirty="0">
                          <a:solidFill>
                            <a:srgbClr val="000000"/>
                          </a:solidFill>
                          <a:effectLst/>
                          <a:latin typeface="MULISH BLACK ROMAN"/>
                        </a:rPr>
                        <a:t>Facebook v. Amalgamated Bank</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Facebook</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Materiality of past risks in securities filings</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4160271852"/>
                  </a:ext>
                </a:extLst>
              </a:tr>
              <a:tr h="170765">
                <a:tc>
                  <a:txBody>
                    <a:bodyPr/>
                    <a:lstStyle/>
                    <a:p>
                      <a:pPr algn="l" fontAlgn="b"/>
                      <a:r>
                        <a:rPr lang="en-US" sz="1050" b="0" i="0" u="none" strike="noStrike" dirty="0">
                          <a:solidFill>
                            <a:srgbClr val="000000"/>
                          </a:solidFill>
                          <a:effectLst/>
                          <a:latin typeface="MULISH BLACK ROMAN"/>
                        </a:rPr>
                        <a:t>FDA v. Wages and White Lion</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Wages and White Lion</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FDA denial of e-cigarette marketing applications</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2494226503"/>
                  </a:ext>
                </a:extLst>
              </a:tr>
              <a:tr h="122368">
                <a:tc>
                  <a:txBody>
                    <a:bodyPr/>
                    <a:lstStyle/>
                    <a:p>
                      <a:pPr algn="l" fontAlgn="b"/>
                      <a:r>
                        <a:rPr lang="en-US" sz="1050" b="0" i="0" u="none" strike="noStrike" dirty="0">
                          <a:solidFill>
                            <a:srgbClr val="000000"/>
                          </a:solidFill>
                          <a:effectLst/>
                          <a:latin typeface="MULISH BLACK ROMAN"/>
                        </a:rPr>
                        <a:t>FCC v. Consumers’ Research</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Consumers’ Research</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Constitutional limits on FCC funding authority</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2673355482"/>
                  </a:ext>
                </a:extLst>
              </a:tr>
              <a:tr h="122368">
                <a:tc>
                  <a:txBody>
                    <a:bodyPr/>
                    <a:lstStyle/>
                    <a:p>
                      <a:pPr algn="l" fontAlgn="b"/>
                      <a:r>
                        <a:rPr lang="en-US" sz="1050" b="0" i="0" u="none" strike="noStrike" dirty="0">
                          <a:solidFill>
                            <a:srgbClr val="000000"/>
                          </a:solidFill>
                          <a:effectLst/>
                          <a:latin typeface="MULISH BLACK ROMAN"/>
                        </a:rPr>
                        <a:t>Feliciano v. DOT</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Feliciano</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Differential pay for emergency military service</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871651559"/>
                  </a:ext>
                </a:extLst>
              </a:tr>
              <a:tr h="122368">
                <a:tc>
                  <a:txBody>
                    <a:bodyPr/>
                    <a:lstStyle/>
                    <a:p>
                      <a:pPr algn="l" fontAlgn="b"/>
                      <a:r>
                        <a:rPr lang="en-US" sz="1050" b="0" i="0" u="none" strike="noStrike" dirty="0">
                          <a:solidFill>
                            <a:srgbClr val="000000"/>
                          </a:solidFill>
                          <a:effectLst/>
                          <a:latin typeface="MULISH BLACK ROMAN"/>
                        </a:rPr>
                        <a:t>FDA v. R.J. Reynolds</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R.J. Reynolds</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Proper venue in agency review cases</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735051472"/>
                  </a:ext>
                </a:extLst>
              </a:tr>
              <a:tr h="170765">
                <a:tc>
                  <a:txBody>
                    <a:bodyPr/>
                    <a:lstStyle/>
                    <a:p>
                      <a:pPr algn="l" fontAlgn="b"/>
                      <a:r>
                        <a:rPr lang="en-US" sz="1050" b="0" i="0" u="none" strike="noStrike" dirty="0">
                          <a:solidFill>
                            <a:srgbClr val="000000"/>
                          </a:solidFill>
                          <a:effectLst/>
                          <a:latin typeface="MULISH BLACK ROMAN"/>
                        </a:rPr>
                        <a:t>Free Speech Coalition v. Paxton</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Free Speech</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Review standard for adult-content web restrictions</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752013399"/>
                  </a:ext>
                </a:extLst>
              </a:tr>
              <a:tr h="170765">
                <a:tc>
                  <a:txBody>
                    <a:bodyPr/>
                    <a:lstStyle/>
                    <a:p>
                      <a:pPr algn="l" fontAlgn="b"/>
                      <a:r>
                        <a:rPr lang="en-US" sz="1050" b="0" i="0" u="none" strike="noStrike" dirty="0">
                          <a:solidFill>
                            <a:srgbClr val="000000"/>
                          </a:solidFill>
                          <a:effectLst/>
                          <a:latin typeface="MULISH BLACK ROMAN"/>
                        </a:rPr>
                        <a:t>Fuld v. Palestine Liberation Organization</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Fuld</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Due process challenge to terrorism liability statute</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3918952294"/>
                  </a:ext>
                </a:extLst>
              </a:tr>
              <a:tr h="146566">
                <a:tc>
                  <a:txBody>
                    <a:bodyPr/>
                    <a:lstStyle/>
                    <a:p>
                      <a:pPr algn="l" fontAlgn="b"/>
                      <a:r>
                        <a:rPr lang="en-US" sz="1050" b="0" i="0" u="none" strike="noStrike" dirty="0">
                          <a:solidFill>
                            <a:srgbClr val="000000"/>
                          </a:solidFill>
                          <a:effectLst/>
                          <a:latin typeface="MULISH BLACK ROMAN"/>
                        </a:rPr>
                        <a:t>Glossip v. Oklahoma</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Glossip</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Due process violation for false trial testimony</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020829133"/>
                  </a:ext>
                </a:extLst>
              </a:tr>
              <a:tr h="122368">
                <a:tc>
                  <a:txBody>
                    <a:bodyPr/>
                    <a:lstStyle/>
                    <a:p>
                      <a:pPr algn="l" fontAlgn="b"/>
                      <a:r>
                        <a:rPr lang="en-US" sz="1050" b="0" i="0" u="none" strike="noStrike" dirty="0">
                          <a:solidFill>
                            <a:srgbClr val="000000"/>
                          </a:solidFill>
                          <a:effectLst/>
                          <a:latin typeface="MULISH BLACK ROMAN"/>
                        </a:rPr>
                        <a:t>Gutierrez v. Saenz</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Gutierrez</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Access to DNA testing under Texas law</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2397630393"/>
                  </a:ext>
                </a:extLst>
              </a:tr>
              <a:tr h="146566">
                <a:tc>
                  <a:txBody>
                    <a:bodyPr/>
                    <a:lstStyle/>
                    <a:p>
                      <a:pPr algn="l" fontAlgn="b"/>
                      <a:r>
                        <a:rPr lang="en-US" sz="1050" b="0" i="0" u="none" strike="noStrike" dirty="0">
                          <a:solidFill>
                            <a:srgbClr val="000000"/>
                          </a:solidFill>
                          <a:effectLst/>
                          <a:latin typeface="MULISH BLACK ROMAN"/>
                        </a:rPr>
                        <a:t>Hewitt v. United States</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Hewitt</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Application of First Step Act to resentencing</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385313304"/>
                  </a:ext>
                </a:extLst>
              </a:tr>
              <a:tr h="146566">
                <a:tc>
                  <a:txBody>
                    <a:bodyPr/>
                    <a:lstStyle/>
                    <a:p>
                      <a:pPr algn="l" fontAlgn="b"/>
                      <a:r>
                        <a:rPr lang="en-US" sz="1050" b="0" i="0" u="none" strike="noStrike" dirty="0">
                          <a:solidFill>
                            <a:srgbClr val="000000"/>
                          </a:solidFill>
                          <a:effectLst/>
                          <a:latin typeface="MULISH BLACK ROMAN"/>
                        </a:rPr>
                        <a:t>Kennedy v. Braidwood Management</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Kennedy</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Appointments Clause challenge to health agency</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3241247474"/>
                  </a:ext>
                </a:extLst>
              </a:tr>
            </a:tbl>
          </a:graphicData>
        </a:graphic>
      </p:graphicFrame>
    </p:spTree>
    <p:extLst>
      <p:ext uri="{BB962C8B-B14F-4D97-AF65-F5344CB8AC3E}">
        <p14:creationId xmlns:p14="http://schemas.microsoft.com/office/powerpoint/2010/main" val="258421019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4EB321-A498-AD27-513C-9028CD784315}"/>
            </a:ext>
          </a:extLst>
        </p:cNvPr>
        <p:cNvGrpSpPr/>
        <p:nvPr/>
      </p:nvGrpSpPr>
      <p:grpSpPr>
        <a:xfrm>
          <a:off x="0" y="0"/>
          <a:ext cx="0" cy="0"/>
          <a:chOff x="0" y="0"/>
          <a:chExt cx="0" cy="0"/>
        </a:xfrm>
      </p:grpSpPr>
      <p:sp>
        <p:nvSpPr>
          <p:cNvPr id="8" name="Title 9">
            <a:extLst>
              <a:ext uri="{FF2B5EF4-FFF2-40B4-BE49-F238E27FC236}">
                <a16:creationId xmlns:a16="http://schemas.microsoft.com/office/drawing/2014/main" id="{D2A5782F-AF43-4E5A-C6D6-5FDB6C312EAB}"/>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MAKEUP OF THE MERITS DOCKET (Cont.)</a:t>
            </a:r>
          </a:p>
        </p:txBody>
      </p:sp>
      <p:sp>
        <p:nvSpPr>
          <p:cNvPr id="3" name="Slide Number Placeholder 2">
            <a:extLst>
              <a:ext uri="{FF2B5EF4-FFF2-40B4-BE49-F238E27FC236}">
                <a16:creationId xmlns:a16="http://schemas.microsoft.com/office/drawing/2014/main" id="{ACE69ECD-50DB-C726-1B35-F5BF13390359}"/>
              </a:ext>
            </a:extLst>
          </p:cNvPr>
          <p:cNvSpPr>
            <a:spLocks noGrp="1"/>
          </p:cNvSpPr>
          <p:nvPr>
            <p:ph type="sldNum" sz="quarter" idx="12"/>
          </p:nvPr>
        </p:nvSpPr>
        <p:spPr/>
        <p:txBody>
          <a:bodyPr/>
          <a:lstStyle/>
          <a:p>
            <a:fld id="{5E212BD6-99D2-4430-8307-3DFF6CB1AF68}" type="slidenum">
              <a:rPr lang="en-US" smtClean="0"/>
              <a:t>6</a:t>
            </a:fld>
            <a:endParaRPr lang="en-US" dirty="0"/>
          </a:p>
        </p:txBody>
      </p:sp>
      <p:graphicFrame>
        <p:nvGraphicFramePr>
          <p:cNvPr id="4" name="Table 3">
            <a:extLst>
              <a:ext uri="{FF2B5EF4-FFF2-40B4-BE49-F238E27FC236}">
                <a16:creationId xmlns:a16="http://schemas.microsoft.com/office/drawing/2014/main" id="{7DDC0621-7967-AD21-08EB-AEE9CF78D603}"/>
              </a:ext>
            </a:extLst>
          </p:cNvPr>
          <p:cNvGraphicFramePr>
            <a:graphicFrameLocks noGrp="1"/>
          </p:cNvGraphicFramePr>
          <p:nvPr>
            <p:extLst>
              <p:ext uri="{D42A27DB-BD31-4B8C-83A1-F6EECF244321}">
                <p14:modId xmlns:p14="http://schemas.microsoft.com/office/powerpoint/2010/main" val="3626688278"/>
              </p:ext>
            </p:extLst>
          </p:nvPr>
        </p:nvGraphicFramePr>
        <p:xfrm>
          <a:off x="320850" y="796386"/>
          <a:ext cx="11550300" cy="5645221"/>
        </p:xfrm>
        <a:graphic>
          <a:graphicData uri="http://schemas.openxmlformats.org/drawingml/2006/table">
            <a:tbl>
              <a:tblPr/>
              <a:tblGrid>
                <a:gridCol w="3850100">
                  <a:extLst>
                    <a:ext uri="{9D8B030D-6E8A-4147-A177-3AD203B41FA5}">
                      <a16:colId xmlns:a16="http://schemas.microsoft.com/office/drawing/2014/main" val="3438991425"/>
                    </a:ext>
                  </a:extLst>
                </a:gridCol>
                <a:gridCol w="3850100">
                  <a:extLst>
                    <a:ext uri="{9D8B030D-6E8A-4147-A177-3AD203B41FA5}">
                      <a16:colId xmlns:a16="http://schemas.microsoft.com/office/drawing/2014/main" val="3103202930"/>
                    </a:ext>
                  </a:extLst>
                </a:gridCol>
                <a:gridCol w="3850100">
                  <a:extLst>
                    <a:ext uri="{9D8B030D-6E8A-4147-A177-3AD203B41FA5}">
                      <a16:colId xmlns:a16="http://schemas.microsoft.com/office/drawing/2014/main" val="1538254556"/>
                    </a:ext>
                  </a:extLst>
                </a:gridCol>
              </a:tblGrid>
              <a:tr h="208558">
                <a:tc>
                  <a:txBody>
                    <a:bodyPr/>
                    <a:lstStyle/>
                    <a:p>
                      <a:pPr algn="ctr" fontAlgn="b"/>
                      <a:r>
                        <a:rPr lang="en-US" sz="1400" b="1" i="0" u="none" strike="noStrike" dirty="0">
                          <a:solidFill>
                            <a:srgbClr val="000000"/>
                          </a:solidFill>
                          <a:effectLst/>
                          <a:latin typeface="MULISH BLACK ROMAN"/>
                        </a:rPr>
                        <a:t>Case Name</a:t>
                      </a:r>
                    </a:p>
                  </a:txBody>
                  <a:tcPr marL="1375" marR="1375" marT="1375" marB="0" anchor="b">
                    <a:lnL>
                      <a:noFill/>
                    </a:lnL>
                    <a:lnR>
                      <a:noFill/>
                    </a:lnR>
                    <a:lnT>
                      <a:noFill/>
                    </a:lnT>
                    <a:lnB>
                      <a:noFill/>
                    </a:lnB>
                    <a:solidFill>
                      <a:srgbClr val="FFFFFF"/>
                    </a:solidFill>
                  </a:tcPr>
                </a:tc>
                <a:tc>
                  <a:txBody>
                    <a:bodyPr/>
                    <a:lstStyle/>
                    <a:p>
                      <a:pPr algn="ctr" fontAlgn="b"/>
                      <a:r>
                        <a:rPr lang="en-US" sz="1400" b="1" i="0" u="none" strike="noStrike" dirty="0">
                          <a:solidFill>
                            <a:srgbClr val="000000"/>
                          </a:solidFill>
                          <a:effectLst/>
                          <a:latin typeface="MULISH BLACK ROMAN"/>
                        </a:rPr>
                        <a:t>Abbreviation</a:t>
                      </a:r>
                    </a:p>
                  </a:txBody>
                  <a:tcPr marL="1375" marR="1375" marT="1375" marB="0" anchor="b">
                    <a:lnL>
                      <a:noFill/>
                    </a:lnL>
                    <a:lnR>
                      <a:noFill/>
                    </a:lnR>
                    <a:lnT>
                      <a:noFill/>
                    </a:lnT>
                    <a:lnB>
                      <a:noFill/>
                    </a:lnB>
                    <a:solidFill>
                      <a:srgbClr val="FFFFFF"/>
                    </a:solidFill>
                  </a:tcPr>
                </a:tc>
                <a:tc>
                  <a:txBody>
                    <a:bodyPr/>
                    <a:lstStyle/>
                    <a:p>
                      <a:pPr algn="ctr" fontAlgn="b"/>
                      <a:r>
                        <a:rPr lang="en-US" sz="1400" b="1" i="0" u="none" strike="noStrike" dirty="0">
                          <a:solidFill>
                            <a:srgbClr val="000000"/>
                          </a:solidFill>
                          <a:effectLst/>
                          <a:latin typeface="MULISH BLACK ROMAN"/>
                        </a:rPr>
                        <a:t>Issue Summary</a:t>
                      </a:r>
                    </a:p>
                  </a:txBody>
                  <a:tcPr marL="1375" marR="1375" marT="1375" marB="0" anchor="b">
                    <a:lnL>
                      <a:noFill/>
                    </a:lnL>
                    <a:lnR>
                      <a:noFill/>
                    </a:lnR>
                    <a:lnT>
                      <a:noFill/>
                    </a:lnT>
                    <a:lnB>
                      <a:noFill/>
                    </a:lnB>
                    <a:solidFill>
                      <a:srgbClr val="FFFFFF"/>
                    </a:solidFill>
                  </a:tcPr>
                </a:tc>
                <a:extLst>
                  <a:ext uri="{0D108BD9-81ED-4DB2-BD59-A6C34878D82A}">
                    <a16:rowId xmlns:a16="http://schemas.microsoft.com/office/drawing/2014/main" val="4061619900"/>
                  </a:ext>
                </a:extLst>
              </a:tr>
              <a:tr h="127397">
                <a:tc>
                  <a:txBody>
                    <a:bodyPr/>
                    <a:lstStyle/>
                    <a:p>
                      <a:pPr algn="l" fontAlgn="b"/>
                      <a:r>
                        <a:rPr lang="en-US" sz="1050" b="0" i="0" u="none" strike="noStrike" dirty="0">
                          <a:solidFill>
                            <a:srgbClr val="000000"/>
                          </a:solidFill>
                          <a:effectLst/>
                          <a:latin typeface="MULISH BLACK ROMAN"/>
                        </a:rPr>
                        <a:t>Kousisis v. United States</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Kousisis</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Wire fraud liability without economic loss</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620651117"/>
                  </a:ext>
                </a:extLst>
              </a:tr>
              <a:tr h="164040">
                <a:tc>
                  <a:txBody>
                    <a:bodyPr/>
                    <a:lstStyle/>
                    <a:p>
                      <a:pPr algn="l" fontAlgn="b"/>
                      <a:r>
                        <a:rPr lang="en-US" sz="1050" b="0" i="0" u="none" strike="noStrike" dirty="0">
                          <a:solidFill>
                            <a:srgbClr val="000000"/>
                          </a:solidFill>
                          <a:effectLst/>
                          <a:latin typeface="MULISH BLACK ROMAN"/>
                        </a:rPr>
                        <a:t>Laboratory Corp. v. Davis</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Laboratory Corp.</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Standing for class members in Rule 23(b)(3) cases</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761537345"/>
                  </a:ext>
                </a:extLst>
              </a:tr>
              <a:tr h="0">
                <a:tc>
                  <a:txBody>
                    <a:bodyPr/>
                    <a:lstStyle/>
                    <a:p>
                      <a:pPr algn="l" fontAlgn="b"/>
                      <a:r>
                        <a:rPr lang="en-US" sz="1050" b="0" i="0" u="none" strike="noStrike" dirty="0">
                          <a:solidFill>
                            <a:srgbClr val="000000"/>
                          </a:solidFill>
                          <a:effectLst/>
                          <a:latin typeface="MULISH BLACK ROMAN"/>
                        </a:rPr>
                        <a:t>Lackey v. Stinnie</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Lackey</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Attorney’s fees after preliminary injunction</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2133299288"/>
                  </a:ext>
                </a:extLst>
              </a:tr>
              <a:tr h="49068">
                <a:tc>
                  <a:txBody>
                    <a:bodyPr/>
                    <a:lstStyle/>
                    <a:p>
                      <a:pPr algn="l" fontAlgn="b"/>
                      <a:r>
                        <a:rPr lang="en-US" sz="1050" b="0" i="0" u="none" strike="noStrike" dirty="0">
                          <a:solidFill>
                            <a:srgbClr val="000000"/>
                          </a:solidFill>
                          <a:effectLst/>
                          <a:latin typeface="MULISH BLACK ROMAN"/>
                        </a:rPr>
                        <a:t>Louisiana v. Callais</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Louisiana</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VRA and constitutionality of majority-Black district</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134083356"/>
                  </a:ext>
                </a:extLst>
              </a:tr>
              <a:tr h="0">
                <a:tc>
                  <a:txBody>
                    <a:bodyPr/>
                    <a:lstStyle/>
                    <a:p>
                      <a:pPr algn="l" fontAlgn="b"/>
                      <a:r>
                        <a:rPr lang="en-US" sz="1050" b="0" i="0" u="none" strike="noStrike">
                          <a:solidFill>
                            <a:srgbClr val="000000"/>
                          </a:solidFill>
                          <a:effectLst/>
                          <a:latin typeface="MULISH BLACK ROMAN"/>
                        </a:rPr>
                        <a:t>Mahmoud v. Taylor</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Mahmoud</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a:solidFill>
                            <a:srgbClr val="000000"/>
                          </a:solidFill>
                          <a:effectLst/>
                          <a:latin typeface="MULISH BLACK ROMAN"/>
                        </a:rPr>
                        <a:t>Parental rights in gender and sexuality instruction</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2114046914"/>
                  </a:ext>
                </a:extLst>
              </a:tr>
              <a:tr h="68566">
                <a:tc>
                  <a:txBody>
                    <a:bodyPr/>
                    <a:lstStyle/>
                    <a:p>
                      <a:pPr algn="l" fontAlgn="b"/>
                      <a:r>
                        <a:rPr lang="en-US" sz="1050" b="0" i="0" u="none" strike="noStrike" dirty="0">
                          <a:solidFill>
                            <a:srgbClr val="000000"/>
                          </a:solidFill>
                          <a:effectLst/>
                          <a:latin typeface="MULISH BLACK ROMAN"/>
                        </a:rPr>
                        <a:t>Martin v. United States</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Martin</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FTCA limits and discretionary function exception</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299761024"/>
                  </a:ext>
                </a:extLst>
              </a:tr>
              <a:tr h="0">
                <a:tc>
                  <a:txBody>
                    <a:bodyPr/>
                    <a:lstStyle/>
                    <a:p>
                      <a:pPr algn="l" fontAlgn="b"/>
                      <a:r>
                        <a:rPr lang="en-US" sz="1050" b="0" i="0" u="none" strike="noStrike">
                          <a:solidFill>
                            <a:srgbClr val="000000"/>
                          </a:solidFill>
                          <a:effectLst/>
                          <a:latin typeface="MULISH BLACK ROMAN"/>
                        </a:rPr>
                        <a:t>McLaughlin Chiropractic v. McKesson</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McLaughlin</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a:solidFill>
                            <a:srgbClr val="000000"/>
                          </a:solidFill>
                          <a:effectLst/>
                          <a:latin typeface="MULISH BLACK ROMAN"/>
                        </a:rPr>
                        <a:t>Deference to FCC under Hobbs Act</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1869417950"/>
                  </a:ext>
                </a:extLst>
              </a:tr>
              <a:tr h="0">
                <a:tc>
                  <a:txBody>
                    <a:bodyPr/>
                    <a:lstStyle/>
                    <a:p>
                      <a:pPr algn="l" fontAlgn="b"/>
                      <a:r>
                        <a:rPr lang="en-US" sz="1050" b="0" i="0" u="none" strike="noStrike">
                          <a:solidFill>
                            <a:srgbClr val="000000"/>
                          </a:solidFill>
                          <a:effectLst/>
                          <a:latin typeface="MULISH BLACK ROMAN"/>
                        </a:rPr>
                        <a:t>Medical Marijuana v. Horn</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Medical Marijuana</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RICO damages for injury-linked property loss</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1052944479"/>
                  </a:ext>
                </a:extLst>
              </a:tr>
              <a:tr h="79884">
                <a:tc>
                  <a:txBody>
                    <a:bodyPr/>
                    <a:lstStyle/>
                    <a:p>
                      <a:pPr algn="l" fontAlgn="b"/>
                      <a:r>
                        <a:rPr lang="en-US" sz="1050" b="0" i="0" u="none" strike="noStrike">
                          <a:solidFill>
                            <a:srgbClr val="000000"/>
                          </a:solidFill>
                          <a:effectLst/>
                          <a:latin typeface="MULISH BLACK ROMAN"/>
                        </a:rPr>
                        <a:t>Medina v. Planned Parenthood</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Medina</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a:solidFill>
                            <a:srgbClr val="000000"/>
                          </a:solidFill>
                          <a:effectLst/>
                          <a:latin typeface="MULISH BLACK ROMAN"/>
                        </a:rPr>
                        <a:t>Medicaid right to choose provider</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1629892971"/>
                  </a:ext>
                </a:extLst>
              </a:tr>
              <a:tr h="53774">
                <a:tc>
                  <a:txBody>
                    <a:bodyPr/>
                    <a:lstStyle/>
                    <a:p>
                      <a:pPr algn="l" fontAlgn="b"/>
                      <a:r>
                        <a:rPr lang="en-US" sz="1050" b="0" i="0" u="none" strike="noStrike" dirty="0">
                          <a:solidFill>
                            <a:srgbClr val="000000"/>
                          </a:solidFill>
                          <a:effectLst/>
                          <a:latin typeface="MULISH BLACK ROMAN"/>
                        </a:rPr>
                        <a:t>Monsalvo Velazquez v. Garland</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Valazquez</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Immigration deadline rule for voluntary departure</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2191315369"/>
                  </a:ext>
                </a:extLst>
              </a:tr>
              <a:tr h="0">
                <a:tc>
                  <a:txBody>
                    <a:bodyPr/>
                    <a:lstStyle/>
                    <a:p>
                      <a:pPr algn="l" fontAlgn="b"/>
                      <a:r>
                        <a:rPr lang="en-US" sz="1050" b="0" i="0" u="none" strike="noStrike">
                          <a:solidFill>
                            <a:srgbClr val="000000"/>
                          </a:solidFill>
                          <a:effectLst/>
                          <a:latin typeface="MULISH BLACK ROMAN"/>
                        </a:rPr>
                        <a:t>NRC v. Texas</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NRC</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a:solidFill>
                            <a:srgbClr val="000000"/>
                          </a:solidFill>
                          <a:effectLst/>
                          <a:latin typeface="MULISH BLACK ROMAN"/>
                        </a:rPr>
                        <a:t>Challenge to nuclear waste storage and review rights</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3981500256"/>
                  </a:ext>
                </a:extLst>
              </a:tr>
              <a:tr h="0">
                <a:tc>
                  <a:txBody>
                    <a:bodyPr/>
                    <a:lstStyle/>
                    <a:p>
                      <a:pPr algn="l" fontAlgn="b"/>
                      <a:r>
                        <a:rPr lang="en-US" sz="1050" b="0" i="0" u="none" strike="noStrike">
                          <a:solidFill>
                            <a:srgbClr val="000000"/>
                          </a:solidFill>
                          <a:effectLst/>
                          <a:latin typeface="MULISH BLACK ROMAN"/>
                        </a:rPr>
                        <a:t>NVIDIA v. Ohman</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NVIDIA</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Pleading standards for securities fraud intent</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2490555743"/>
                  </a:ext>
                </a:extLst>
              </a:tr>
              <a:tr h="0">
                <a:tc>
                  <a:txBody>
                    <a:bodyPr/>
                    <a:lstStyle/>
                    <a:p>
                      <a:pPr algn="l" fontAlgn="b"/>
                      <a:r>
                        <a:rPr lang="en-US" sz="1050" b="0" i="0" u="none" strike="noStrike">
                          <a:solidFill>
                            <a:srgbClr val="000000"/>
                          </a:solidFill>
                          <a:effectLst/>
                          <a:latin typeface="MULISH BLACK ROMAN"/>
                        </a:rPr>
                        <a:t>Oklahoma Charter Board v. Drummond</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Drummond</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a:solidFill>
                            <a:srgbClr val="000000"/>
                          </a:solidFill>
                          <a:effectLst/>
                          <a:latin typeface="MULISH BLACK ROMAN"/>
                        </a:rPr>
                        <a:t>Religious access to charter school system</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1271012584"/>
                  </a:ext>
                </a:extLst>
              </a:tr>
              <a:tr h="47947">
                <a:tc>
                  <a:txBody>
                    <a:bodyPr/>
                    <a:lstStyle/>
                    <a:p>
                      <a:pPr algn="l" fontAlgn="b"/>
                      <a:r>
                        <a:rPr lang="en-US" sz="1050" b="0" i="0" u="none" strike="noStrike">
                          <a:solidFill>
                            <a:srgbClr val="000000"/>
                          </a:solidFill>
                          <a:effectLst/>
                          <a:latin typeface="MULISH BLACK ROMAN"/>
                        </a:rPr>
                        <a:t>Oklahoma v. EPA</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Oklahoma</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Jurisdiction for state-specific EPA rules</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1567107904"/>
                  </a:ext>
                </a:extLst>
              </a:tr>
              <a:tr h="0">
                <a:tc>
                  <a:txBody>
                    <a:bodyPr/>
                    <a:lstStyle/>
                    <a:p>
                      <a:pPr algn="l" fontAlgn="b"/>
                      <a:r>
                        <a:rPr lang="en-US" sz="1050" b="0" i="0" u="none" strike="noStrike">
                          <a:solidFill>
                            <a:srgbClr val="000000"/>
                          </a:solidFill>
                          <a:effectLst/>
                          <a:latin typeface="MULISH BLACK ROMAN"/>
                        </a:rPr>
                        <a:t>Parrish v. United States</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Parrish</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a:solidFill>
                            <a:srgbClr val="000000"/>
                          </a:solidFill>
                          <a:effectLst/>
                          <a:latin typeface="MULISH BLACK ROMAN"/>
                        </a:rPr>
                        <a:t>Appeal procedure after time-to-appeal reopened</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3436274128"/>
                  </a:ext>
                </a:extLst>
              </a:tr>
              <a:tr h="94339">
                <a:tc>
                  <a:txBody>
                    <a:bodyPr/>
                    <a:lstStyle/>
                    <a:p>
                      <a:pPr algn="l" fontAlgn="b"/>
                      <a:r>
                        <a:rPr lang="en-US" sz="1050" b="0" i="0" u="none" strike="noStrike">
                          <a:solidFill>
                            <a:srgbClr val="000000"/>
                          </a:solidFill>
                          <a:effectLst/>
                          <a:latin typeface="MULISH BLACK ROMAN"/>
                        </a:rPr>
                        <a:t>Perttu v. Richards</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Perttu</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Jury trial on PLRA exhaustion disputes</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27465890"/>
                  </a:ext>
                </a:extLst>
              </a:tr>
              <a:tr h="157877">
                <a:tc>
                  <a:txBody>
                    <a:bodyPr/>
                    <a:lstStyle/>
                    <a:p>
                      <a:pPr algn="l" fontAlgn="b"/>
                      <a:r>
                        <a:rPr lang="en-US" sz="1050" b="0" i="0" u="none" strike="noStrike">
                          <a:solidFill>
                            <a:srgbClr val="000000"/>
                          </a:solidFill>
                          <a:effectLst/>
                          <a:latin typeface="MULISH BLACK ROMAN"/>
                        </a:rPr>
                        <a:t>Republic of Hungary v. Simon</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Hungary</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a:solidFill>
                            <a:srgbClr val="000000"/>
                          </a:solidFill>
                          <a:effectLst/>
                          <a:latin typeface="MULISH BLACK ROMAN"/>
                        </a:rPr>
                        <a:t>Commercial activity requirement under FSIA</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2777023354"/>
                  </a:ext>
                </a:extLst>
              </a:tr>
              <a:tr h="0">
                <a:tc>
                  <a:txBody>
                    <a:bodyPr/>
                    <a:lstStyle/>
                    <a:p>
                      <a:pPr algn="l" fontAlgn="b"/>
                      <a:r>
                        <a:rPr lang="en-US" sz="1050" b="0" i="0" u="none" strike="noStrike">
                          <a:solidFill>
                            <a:srgbClr val="000000"/>
                          </a:solidFill>
                          <a:effectLst/>
                          <a:latin typeface="MULISH BLACK ROMAN"/>
                        </a:rPr>
                        <a:t>Riley v. Bondi</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Riley</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Immigration appeal deadline jurisdiction</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04000853"/>
                  </a:ext>
                </a:extLst>
              </a:tr>
              <a:tr h="0">
                <a:tc>
                  <a:txBody>
                    <a:bodyPr/>
                    <a:lstStyle/>
                    <a:p>
                      <a:pPr algn="l" fontAlgn="b"/>
                      <a:r>
                        <a:rPr lang="en-US" sz="1050" b="0" i="0" u="none" strike="noStrike">
                          <a:solidFill>
                            <a:srgbClr val="000000"/>
                          </a:solidFill>
                          <a:effectLst/>
                          <a:latin typeface="MULISH BLACK ROMAN"/>
                        </a:rPr>
                        <a:t>Rivers v. Guerrero</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Rivers</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a:solidFill>
                            <a:srgbClr val="000000"/>
                          </a:solidFill>
                          <a:effectLst/>
                          <a:latin typeface="MULISH BLACK ROMAN"/>
                        </a:rPr>
                        <a:t>Limits on second habeas petitions</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1406104549"/>
                  </a:ext>
                </a:extLst>
              </a:tr>
              <a:tr h="70583">
                <a:tc>
                  <a:txBody>
                    <a:bodyPr/>
                    <a:lstStyle/>
                    <a:p>
                      <a:pPr algn="l" fontAlgn="b"/>
                      <a:r>
                        <a:rPr lang="en-US" sz="1050" b="0" i="0" u="none" strike="noStrike">
                          <a:solidFill>
                            <a:srgbClr val="000000"/>
                          </a:solidFill>
                          <a:effectLst/>
                          <a:latin typeface="MULISH BLACK ROMAN"/>
                        </a:rPr>
                        <a:t>Royal Canin v. Wullschleger</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Royal Canin</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Federal jurisdiction over amended complaints</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592999601"/>
                  </a:ext>
                </a:extLst>
              </a:tr>
              <a:tr h="0">
                <a:tc>
                  <a:txBody>
                    <a:bodyPr/>
                    <a:lstStyle/>
                    <a:p>
                      <a:pPr algn="l" fontAlgn="b"/>
                      <a:r>
                        <a:rPr lang="en-US" sz="1050" b="0" i="0" u="none" strike="noStrike">
                          <a:solidFill>
                            <a:srgbClr val="000000"/>
                          </a:solidFill>
                          <a:effectLst/>
                          <a:latin typeface="MULISH BLACK ROMAN"/>
                        </a:rPr>
                        <a:t>Seven County v. Eagle County</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Seven County</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a:solidFill>
                            <a:srgbClr val="000000"/>
                          </a:solidFill>
                          <a:effectLst/>
                          <a:latin typeface="MULISH BLACK ROMAN"/>
                        </a:rPr>
                        <a:t>NEPA scope for indirect environmental effects</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4160271852"/>
                  </a:ext>
                </a:extLst>
              </a:tr>
              <a:tr h="0">
                <a:tc>
                  <a:txBody>
                    <a:bodyPr/>
                    <a:lstStyle/>
                    <a:p>
                      <a:pPr algn="l" fontAlgn="b"/>
                      <a:r>
                        <a:rPr lang="en-US" sz="1050" b="0" i="0" u="none" strike="noStrike">
                          <a:solidFill>
                            <a:srgbClr val="000000"/>
                          </a:solidFill>
                          <a:effectLst/>
                          <a:latin typeface="MULISH BLACK ROMAN"/>
                        </a:rPr>
                        <a:t>Smith &amp; Wesson v. Mexico</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Smith and Wesson</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Gunmaker immunity in foreign violence claims</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2494226503"/>
                  </a:ext>
                </a:extLst>
              </a:tr>
              <a:tr h="0">
                <a:tc>
                  <a:txBody>
                    <a:bodyPr/>
                    <a:lstStyle/>
                    <a:p>
                      <a:pPr algn="l" fontAlgn="b"/>
                      <a:r>
                        <a:rPr lang="en-US" sz="1050" b="0" i="0" u="none" strike="noStrike">
                          <a:solidFill>
                            <a:srgbClr val="000000"/>
                          </a:solidFill>
                          <a:effectLst/>
                          <a:latin typeface="MULISH BLACK ROMAN"/>
                        </a:rPr>
                        <a:t>Soto v. United States</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Soto</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a:solidFill>
                            <a:srgbClr val="000000"/>
                          </a:solidFill>
                          <a:effectLst/>
                          <a:latin typeface="MULISH BLACK ROMAN"/>
                        </a:rPr>
                        <a:t>Retroactive pay under CRSC and Barring Act</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2673355482"/>
                  </a:ext>
                </a:extLst>
              </a:tr>
              <a:tr h="0">
                <a:tc>
                  <a:txBody>
                    <a:bodyPr/>
                    <a:lstStyle/>
                    <a:p>
                      <a:pPr algn="l" fontAlgn="b"/>
                      <a:r>
                        <a:rPr lang="en-US" sz="1050" b="0" i="0" u="none" strike="noStrike">
                          <a:solidFill>
                            <a:srgbClr val="000000"/>
                          </a:solidFill>
                          <a:effectLst/>
                          <a:latin typeface="MULISH BLACK ROMAN"/>
                        </a:rPr>
                        <a:t>Stanley v. City of Sanford</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Stanley</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ADA protection for post-employment benefits</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871651559"/>
                  </a:ext>
                </a:extLst>
              </a:tr>
              <a:tr h="0">
                <a:tc>
                  <a:txBody>
                    <a:bodyPr/>
                    <a:lstStyle/>
                    <a:p>
                      <a:pPr algn="l" fontAlgn="b"/>
                      <a:r>
                        <a:rPr lang="en-US" sz="1050" b="0" i="0" u="none" strike="noStrike">
                          <a:solidFill>
                            <a:srgbClr val="000000"/>
                          </a:solidFill>
                          <a:effectLst/>
                          <a:latin typeface="MULISH BLACK ROMAN"/>
                        </a:rPr>
                        <a:t>Thompson v. United States</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Thompson</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a:solidFill>
                            <a:srgbClr val="000000"/>
                          </a:solidFill>
                          <a:effectLst/>
                          <a:latin typeface="MULISH BLACK ROMAN"/>
                        </a:rPr>
                        <a:t>Misleading vs. false statements under Â§ 1014</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735051472"/>
                  </a:ext>
                </a:extLst>
              </a:tr>
              <a:tr h="0">
                <a:tc>
                  <a:txBody>
                    <a:bodyPr/>
                    <a:lstStyle/>
                    <a:p>
                      <a:pPr algn="l" fontAlgn="b"/>
                      <a:r>
                        <a:rPr lang="en-US" sz="1050" b="0" i="0" u="none" strike="noStrike">
                          <a:solidFill>
                            <a:srgbClr val="000000"/>
                          </a:solidFill>
                          <a:effectLst/>
                          <a:latin typeface="MULISH BLACK ROMAN"/>
                        </a:rPr>
                        <a:t>TikTok v. Garland</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TikTok</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First Amendment challenge to TikTok restrictions</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752013399"/>
                  </a:ext>
                </a:extLst>
              </a:tr>
              <a:tr h="0">
                <a:tc>
                  <a:txBody>
                    <a:bodyPr/>
                    <a:lstStyle/>
                    <a:p>
                      <a:pPr algn="l" fontAlgn="b"/>
                      <a:r>
                        <a:rPr lang="en-US" sz="1050" b="0" i="0" u="none" strike="noStrike">
                          <a:solidFill>
                            <a:srgbClr val="000000"/>
                          </a:solidFill>
                          <a:effectLst/>
                          <a:latin typeface="MULISH BLACK ROMAN"/>
                        </a:rPr>
                        <a:t>Trump v. CASA</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Trump v. CASA</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a:solidFill>
                            <a:srgbClr val="000000"/>
                          </a:solidFill>
                          <a:effectLst/>
                          <a:latin typeface="MULISH BLACK ROMAN"/>
                        </a:rPr>
                        <a:t>Nationwide injunction scope in constitutional cases</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3918952294"/>
                  </a:ext>
                </a:extLst>
              </a:tr>
              <a:tr h="0">
                <a:tc>
                  <a:txBody>
                    <a:bodyPr/>
                    <a:lstStyle/>
                    <a:p>
                      <a:pPr algn="l" fontAlgn="b"/>
                      <a:r>
                        <a:rPr lang="en-US" sz="1050" b="0" i="0" u="none" strike="noStrike">
                          <a:solidFill>
                            <a:srgbClr val="000000"/>
                          </a:solidFill>
                          <a:effectLst/>
                          <a:latin typeface="MULISH BLACK ROMAN"/>
                        </a:rPr>
                        <a:t>United States v. Miller</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Miller</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Bankruptcy </a:t>
                      </a:r>
                      <a:r>
                        <a:rPr lang="en-US" sz="1050" b="0" i="0" u="none" strike="noStrike" dirty="0" err="1">
                          <a:solidFill>
                            <a:srgbClr val="000000"/>
                          </a:solidFill>
                          <a:effectLst/>
                          <a:latin typeface="MULISH BLACK ROMAN"/>
                        </a:rPr>
                        <a:t>clawback</a:t>
                      </a:r>
                      <a:r>
                        <a:rPr lang="en-US" sz="1050" b="0" i="0" u="none" strike="noStrike" dirty="0">
                          <a:solidFill>
                            <a:srgbClr val="000000"/>
                          </a:solidFill>
                          <a:effectLst/>
                          <a:latin typeface="MULISH BLACK ROMAN"/>
                        </a:rPr>
                        <a:t> and sovereign immunity</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020829133"/>
                  </a:ext>
                </a:extLst>
              </a:tr>
              <a:tr h="0">
                <a:tc>
                  <a:txBody>
                    <a:bodyPr/>
                    <a:lstStyle/>
                    <a:p>
                      <a:pPr algn="l" fontAlgn="b"/>
                      <a:r>
                        <a:rPr lang="en-US" sz="1050" b="0" i="0" u="none" strike="noStrike">
                          <a:solidFill>
                            <a:srgbClr val="000000"/>
                          </a:solidFill>
                          <a:effectLst/>
                          <a:latin typeface="MULISH BLACK ROMAN"/>
                        </a:rPr>
                        <a:t>United States v. Skrmetti</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err="1">
                          <a:solidFill>
                            <a:srgbClr val="000000"/>
                          </a:solidFill>
                          <a:effectLst/>
                          <a:latin typeface="MULISH BLACK ROMAN"/>
                        </a:rPr>
                        <a:t>Skrmetti</a:t>
                      </a:r>
                      <a:endParaRPr lang="en-US" sz="1050" b="0" i="1" u="none" strike="noStrike" dirty="0">
                        <a:solidFill>
                          <a:srgbClr val="000000"/>
                        </a:solidFill>
                        <a:effectLst/>
                        <a:latin typeface="MULISH BLACK ROMAN"/>
                      </a:endParaRP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Transgender care ban and Equal Protection</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2397630393"/>
                  </a:ext>
                </a:extLst>
              </a:tr>
              <a:tr h="0">
                <a:tc>
                  <a:txBody>
                    <a:bodyPr/>
                    <a:lstStyle/>
                    <a:p>
                      <a:pPr algn="l" fontAlgn="b"/>
                      <a:r>
                        <a:rPr lang="en-US" sz="1050" b="0" i="0" u="none" strike="noStrike" dirty="0">
                          <a:solidFill>
                            <a:srgbClr val="000000"/>
                          </a:solidFill>
                          <a:effectLst/>
                          <a:latin typeface="MULISH BLACK ROMAN"/>
                        </a:rPr>
                        <a:t>Waetzig v. Halliburton</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Waetzig</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Dismissals under Rule 41 as final for Rule 60</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385313304"/>
                  </a:ext>
                </a:extLst>
              </a:tr>
              <a:tr h="172068">
                <a:tc>
                  <a:txBody>
                    <a:bodyPr/>
                    <a:lstStyle/>
                    <a:p>
                      <a:pPr algn="l" fontAlgn="b"/>
                      <a:r>
                        <a:rPr lang="en-US" sz="1050" b="0" i="0" u="none" strike="noStrike" dirty="0">
                          <a:solidFill>
                            <a:srgbClr val="000000"/>
                          </a:solidFill>
                          <a:effectLst/>
                          <a:latin typeface="MULISH BLACK ROMAN"/>
                        </a:rPr>
                        <a:t>Williams v. Reed</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Willaims</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Exhaustion rule and Section 1983 state suits</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3241247474"/>
                  </a:ext>
                </a:extLst>
              </a:tr>
              <a:tr h="172068">
                <a:tc>
                  <a:txBody>
                    <a:bodyPr/>
                    <a:lstStyle/>
                    <a:p>
                      <a:pPr algn="l" fontAlgn="b"/>
                      <a:r>
                        <a:rPr lang="en-US" sz="1050" b="0" i="0" u="none" strike="noStrike" dirty="0">
                          <a:solidFill>
                            <a:srgbClr val="000000"/>
                          </a:solidFill>
                          <a:effectLst/>
                          <a:latin typeface="MULISH BLACK ROMAN"/>
                        </a:rPr>
                        <a:t>Wisconsin Bell v. U.S., ex rel. Health</a:t>
                      </a:r>
                    </a:p>
                  </a:txBody>
                  <a:tcPr marL="9525" marR="9525" marT="9525" marB="0" anchor="b">
                    <a:lnL>
                      <a:noFill/>
                    </a:lnL>
                    <a:lnR>
                      <a:noFill/>
                    </a:lnR>
                    <a:lnT>
                      <a:noFill/>
                    </a:lnT>
                    <a:lnB>
                      <a:noFill/>
                    </a:lnB>
                    <a:solidFill>
                      <a:srgbClr val="D0CECE"/>
                    </a:solidFill>
                  </a:tcPr>
                </a:tc>
                <a:tc>
                  <a:txBody>
                    <a:bodyPr/>
                    <a:lstStyle/>
                    <a:p>
                      <a:pPr algn="l" fontAlgn="b"/>
                      <a:r>
                        <a:rPr lang="en-US" sz="1050" b="0" i="1" u="none" strike="noStrike" dirty="0">
                          <a:solidFill>
                            <a:srgbClr val="000000"/>
                          </a:solidFill>
                          <a:effectLst/>
                          <a:latin typeface="MULISH BLACK ROMAN"/>
                        </a:rPr>
                        <a:t>Wisconsin Bell</a:t>
                      </a:r>
                    </a:p>
                  </a:txBody>
                  <a:tcPr marL="1375" marR="1375" marT="1375" marB="0" anchor="b">
                    <a:lnL>
                      <a:noFill/>
                    </a:lnL>
                    <a:lnR>
                      <a:noFill/>
                    </a:lnR>
                    <a:lnT>
                      <a:noFill/>
                    </a:lnT>
                    <a:lnB>
                      <a:noFill/>
                    </a:lnB>
                    <a:solidFill>
                      <a:srgbClr val="D0CECE"/>
                    </a:solidFill>
                  </a:tcPr>
                </a:tc>
                <a:tc>
                  <a:txBody>
                    <a:bodyPr/>
                    <a:lstStyle/>
                    <a:p>
                      <a:pPr algn="l" fontAlgn="b"/>
                      <a:r>
                        <a:rPr lang="en-US" sz="1050" b="0" i="0" u="none" strike="noStrike" dirty="0">
                          <a:solidFill>
                            <a:srgbClr val="000000"/>
                          </a:solidFill>
                          <a:effectLst/>
                          <a:latin typeface="MULISH BLACK ROMAN"/>
                        </a:rPr>
                        <a:t>False Claims Act coverage of telecon reimbursements</a:t>
                      </a:r>
                    </a:p>
                  </a:txBody>
                  <a:tcPr marL="9525" marR="9525" marT="9525" marB="0" anchor="b">
                    <a:lnL>
                      <a:noFill/>
                    </a:lnL>
                    <a:lnR>
                      <a:noFill/>
                    </a:lnR>
                    <a:lnT>
                      <a:noFill/>
                    </a:lnT>
                    <a:lnB>
                      <a:noFill/>
                    </a:lnB>
                    <a:solidFill>
                      <a:srgbClr val="D0CECE"/>
                    </a:solidFill>
                  </a:tcPr>
                </a:tc>
                <a:extLst>
                  <a:ext uri="{0D108BD9-81ED-4DB2-BD59-A6C34878D82A}">
                    <a16:rowId xmlns:a16="http://schemas.microsoft.com/office/drawing/2014/main" val="1236662915"/>
                  </a:ext>
                </a:extLst>
              </a:tr>
            </a:tbl>
          </a:graphicData>
        </a:graphic>
      </p:graphicFrame>
    </p:spTree>
    <p:extLst>
      <p:ext uri="{BB962C8B-B14F-4D97-AF65-F5344CB8AC3E}">
        <p14:creationId xmlns:p14="http://schemas.microsoft.com/office/powerpoint/2010/main" val="338592881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9C8066-2681-5253-BDC5-DDA62A73BF45}"/>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5779079E-2341-1D58-0A96-2CCBE00E6BDB}"/>
              </a:ext>
            </a:extLst>
          </p:cNvPr>
          <p:cNvSpPr>
            <a:spLocks noGrp="1" noRot="1" noMove="1" noResize="1" noEditPoints="1" noAdjustHandles="1" noChangeArrowheads="1" noChangeShapeType="1"/>
          </p:cNvSpPr>
          <p:nvPr/>
        </p:nvSpPr>
        <p:spPr>
          <a:xfrm>
            <a:off x="1006640" y="1147657"/>
            <a:ext cx="9144018" cy="5486410"/>
          </a:xfrm>
          <a:prstGeom prst="rect">
            <a:avLst/>
          </a:prstGeom>
          <a:solidFill>
            <a:schemeClr val="accent1">
              <a:alpha val="21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itle 9">
            <a:extLst>
              <a:ext uri="{FF2B5EF4-FFF2-40B4-BE49-F238E27FC236}">
                <a16:creationId xmlns:a16="http://schemas.microsoft.com/office/drawing/2014/main" id="{F161A7AA-3EFE-D556-94F3-FBE1D984BA36}"/>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UNANIMOUS DECISIONS</a:t>
            </a:r>
          </a:p>
        </p:txBody>
      </p:sp>
      <p:sp>
        <p:nvSpPr>
          <p:cNvPr id="5" name="TextBox 4">
            <a:extLst>
              <a:ext uri="{FF2B5EF4-FFF2-40B4-BE49-F238E27FC236}">
                <a16:creationId xmlns:a16="http://schemas.microsoft.com/office/drawing/2014/main" id="{6BF81625-A47D-0204-D5A0-3B0AA1D6E6DC}"/>
              </a:ext>
            </a:extLst>
          </p:cNvPr>
          <p:cNvSpPr txBox="1"/>
          <p:nvPr/>
        </p:nvSpPr>
        <p:spPr>
          <a:xfrm>
            <a:off x="5391207" y="314392"/>
            <a:ext cx="5874589" cy="646331"/>
          </a:xfrm>
          <a:prstGeom prst="rect">
            <a:avLst/>
          </a:prstGeom>
          <a:noFill/>
          <a:ln>
            <a:solidFill>
              <a:schemeClr val="tx1"/>
            </a:solidFill>
          </a:ln>
        </p:spPr>
        <p:txBody>
          <a:bodyPr wrap="square" rtlCol="0">
            <a:spAutoFit/>
          </a:bodyPr>
          <a:lstStyle/>
          <a:p>
            <a:r>
              <a:rPr lang="en-US" sz="1200" dirty="0"/>
              <a:t>This figure shows the percentage of unanimous decisions (i.e., cases decided without any full dissents) between OT05-OT24. These include decisions reached </a:t>
            </a:r>
            <a:r>
              <a:rPr lang="en-US" sz="1200" i="1" dirty="0"/>
              <a:t>per </a:t>
            </a:r>
            <a:r>
              <a:rPr lang="en-US" sz="1200" i="1" dirty="0" err="1"/>
              <a:t>curiam</a:t>
            </a:r>
            <a:r>
              <a:rPr lang="en-US" sz="1200" dirty="0"/>
              <a:t> without any noted dissents.  </a:t>
            </a:r>
            <a:endParaRPr lang="en-US" sz="1200" dirty="0">
              <a:latin typeface="MULISH REGULAR ROMAN"/>
            </a:endParaRPr>
          </a:p>
        </p:txBody>
      </p:sp>
      <p:sp>
        <p:nvSpPr>
          <p:cNvPr id="7" name="Slide Number Placeholder 6">
            <a:extLst>
              <a:ext uri="{FF2B5EF4-FFF2-40B4-BE49-F238E27FC236}">
                <a16:creationId xmlns:a16="http://schemas.microsoft.com/office/drawing/2014/main" id="{7AC1E094-747F-A600-F989-BCC81BD2ABCF}"/>
              </a:ext>
            </a:extLst>
          </p:cNvPr>
          <p:cNvSpPr>
            <a:spLocks noGrp="1"/>
          </p:cNvSpPr>
          <p:nvPr>
            <p:ph type="sldNum" sz="quarter" idx="12"/>
          </p:nvPr>
        </p:nvSpPr>
        <p:spPr/>
        <p:txBody>
          <a:bodyPr/>
          <a:lstStyle/>
          <a:p>
            <a:fld id="{5E212BD6-99D2-4430-8307-3DFF6CB1AF68}" type="slidenum">
              <a:rPr lang="en-US" smtClean="0"/>
              <a:t>7</a:t>
            </a:fld>
            <a:endParaRPr lang="en-US"/>
          </a:p>
        </p:txBody>
      </p:sp>
      <p:pic>
        <p:nvPicPr>
          <p:cNvPr id="4" name="Picture 3" descr="A graph with numbers and lines&#10;&#10;AI-generated content may be incorrect.">
            <a:extLst>
              <a:ext uri="{FF2B5EF4-FFF2-40B4-BE49-F238E27FC236}">
                <a16:creationId xmlns:a16="http://schemas.microsoft.com/office/drawing/2014/main" id="{B598F351-30EF-B220-3934-58AABE675E69}"/>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06640" y="1146522"/>
            <a:ext cx="9144019" cy="5486411"/>
          </a:xfrm>
          <a:prstGeom prst="rect">
            <a:avLst/>
          </a:prstGeom>
        </p:spPr>
      </p:pic>
    </p:spTree>
    <p:extLst>
      <p:ext uri="{BB962C8B-B14F-4D97-AF65-F5344CB8AC3E}">
        <p14:creationId xmlns:p14="http://schemas.microsoft.com/office/powerpoint/2010/main" val="81898093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715974D-D7CA-E5A2-5169-621B7C50A8A7}"/>
              </a:ext>
            </a:extLst>
          </p:cNvPr>
          <p:cNvSpPr>
            <a:spLocks noGrp="1" noRot="1" noMove="1" noResize="1" noEditPoints="1" noAdjustHandles="1" noChangeArrowheads="1" noChangeShapeType="1"/>
          </p:cNvSpPr>
          <p:nvPr/>
        </p:nvSpPr>
        <p:spPr>
          <a:xfrm>
            <a:off x="1208167" y="827825"/>
            <a:ext cx="8705775" cy="5202350"/>
          </a:xfrm>
          <a:prstGeom prst="rect">
            <a:avLst/>
          </a:prstGeom>
          <a:solidFill>
            <a:schemeClr val="accent1">
              <a:alpha val="21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itle 9">
            <a:extLst>
              <a:ext uri="{FF2B5EF4-FFF2-40B4-BE49-F238E27FC236}">
                <a16:creationId xmlns:a16="http://schemas.microsoft.com/office/drawing/2014/main" id="{A42EFDFD-5356-C64A-8AC1-9F4719D73C82}"/>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FREQUENCY IN THE MAJORITY – All Cases</a:t>
            </a:r>
          </a:p>
        </p:txBody>
      </p:sp>
      <p:sp>
        <p:nvSpPr>
          <p:cNvPr id="7" name="TextBox 6">
            <a:extLst>
              <a:ext uri="{FF2B5EF4-FFF2-40B4-BE49-F238E27FC236}">
                <a16:creationId xmlns:a16="http://schemas.microsoft.com/office/drawing/2014/main" id="{2E272E9D-6C12-7836-DC1A-B40C8237C709}"/>
              </a:ext>
            </a:extLst>
          </p:cNvPr>
          <p:cNvSpPr txBox="1"/>
          <p:nvPr/>
        </p:nvSpPr>
        <p:spPr>
          <a:xfrm>
            <a:off x="320850" y="6083077"/>
            <a:ext cx="10401300" cy="646331"/>
          </a:xfrm>
          <a:prstGeom prst="rect">
            <a:avLst/>
          </a:prstGeom>
          <a:noFill/>
          <a:ln>
            <a:solidFill>
              <a:schemeClr val="tx1"/>
            </a:solidFill>
          </a:ln>
        </p:spPr>
        <p:txBody>
          <a:bodyPr wrap="square" rtlCol="0">
            <a:spAutoFit/>
          </a:bodyPr>
          <a:lstStyle/>
          <a:p>
            <a:r>
              <a:rPr lang="en-US" sz="1200" dirty="0">
                <a:latin typeface="MULISH REGULAR ROMAN"/>
              </a:rPr>
              <a:t>Figure shows the percentage of cases where each justice was in the majority coalition among all cases that they participated in (including those decided unanimously or</a:t>
            </a:r>
            <a:r>
              <a:rPr lang="en-US" sz="1200" i="1" dirty="0">
                <a:latin typeface="MULISH REGULAR ROMAN"/>
              </a:rPr>
              <a:t> per </a:t>
            </a:r>
            <a:r>
              <a:rPr lang="en-US" sz="1200" i="1" dirty="0" err="1">
                <a:latin typeface="MULISH REGULAR ROMAN"/>
              </a:rPr>
              <a:t>curiam</a:t>
            </a:r>
            <a:r>
              <a:rPr lang="en-US" sz="1200" dirty="0">
                <a:latin typeface="MULISH REGULAR ROMAN"/>
              </a:rPr>
              <a:t>). </a:t>
            </a:r>
            <a:r>
              <a:rPr lang="en-US" sz="1200" b="1" i="1" dirty="0">
                <a:latin typeface="MULISH REGULAR ROMAN"/>
              </a:rPr>
              <a:t>Note</a:t>
            </a:r>
            <a:r>
              <a:rPr lang="en-US" sz="1200" i="1" dirty="0">
                <a:latin typeface="MULISH REGULAR ROMAN"/>
              </a:rPr>
              <a:t>: </a:t>
            </a:r>
            <a:r>
              <a:rPr lang="en-US" sz="1200" dirty="0">
                <a:latin typeface="MULISH REGULAR ROMAN"/>
              </a:rPr>
              <a:t>Given that majority and dissenting votes were not indicated, these percentages </a:t>
            </a:r>
            <a:r>
              <a:rPr lang="en-US" sz="1200" u="sng" dirty="0">
                <a:latin typeface="MULISH REGULAR ROMAN"/>
              </a:rPr>
              <a:t>do not</a:t>
            </a:r>
            <a:r>
              <a:rPr lang="en-US" sz="1200" dirty="0">
                <a:latin typeface="MULISH REGULAR ROMAN"/>
              </a:rPr>
              <a:t> include any votes from the court’s equally divided decision in </a:t>
            </a:r>
            <a:r>
              <a:rPr lang="en-US" sz="1200" i="1" dirty="0">
                <a:latin typeface="MULISH REGULAR ROMAN"/>
              </a:rPr>
              <a:t>Drummond.</a:t>
            </a:r>
            <a:endParaRPr lang="en-US" sz="1200" dirty="0">
              <a:latin typeface="MULISH REGULAR ROMAN"/>
            </a:endParaRPr>
          </a:p>
        </p:txBody>
      </p:sp>
      <p:sp>
        <p:nvSpPr>
          <p:cNvPr id="8" name="Slide Number Placeholder 7">
            <a:extLst>
              <a:ext uri="{FF2B5EF4-FFF2-40B4-BE49-F238E27FC236}">
                <a16:creationId xmlns:a16="http://schemas.microsoft.com/office/drawing/2014/main" id="{A6FEEA7B-53FC-C4F8-5211-4905CA356EF7}"/>
              </a:ext>
            </a:extLst>
          </p:cNvPr>
          <p:cNvSpPr>
            <a:spLocks noGrp="1"/>
          </p:cNvSpPr>
          <p:nvPr>
            <p:ph type="sldNum" sz="quarter" idx="12"/>
          </p:nvPr>
        </p:nvSpPr>
        <p:spPr/>
        <p:txBody>
          <a:bodyPr/>
          <a:lstStyle/>
          <a:p>
            <a:fld id="{5E212BD6-99D2-4430-8307-3DFF6CB1AF68}" type="slidenum">
              <a:rPr lang="en-US" smtClean="0"/>
              <a:t>8</a:t>
            </a:fld>
            <a:endParaRPr lang="en-US" dirty="0"/>
          </a:p>
        </p:txBody>
      </p:sp>
      <p:pic>
        <p:nvPicPr>
          <p:cNvPr id="10" name="Picture 9" descr="A group of people in a row&#10;&#10;AI-generated content may be incorrect.">
            <a:extLst>
              <a:ext uri="{FF2B5EF4-FFF2-40B4-BE49-F238E27FC236}">
                <a16:creationId xmlns:a16="http://schemas.microsoft.com/office/drawing/2014/main" id="{D28839B2-C037-4DE1-2579-9F824087504C}"/>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208168" y="806710"/>
            <a:ext cx="8723370" cy="5223465"/>
          </a:xfrm>
          <a:prstGeom prst="rect">
            <a:avLst/>
          </a:prstGeom>
        </p:spPr>
      </p:pic>
    </p:spTree>
    <p:extLst>
      <p:ext uri="{BB962C8B-B14F-4D97-AF65-F5344CB8AC3E}">
        <p14:creationId xmlns:p14="http://schemas.microsoft.com/office/powerpoint/2010/main" val="140728157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4946CD-FD59-BE72-0D30-5EA780C1FA01}"/>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73C501CA-B9A4-9ABB-5102-8B2239FF11DD}"/>
              </a:ext>
            </a:extLst>
          </p:cNvPr>
          <p:cNvSpPr>
            <a:spLocks noGrp="1" noRot="1" noMove="1" noResize="1" noEditPoints="1" noAdjustHandles="1" noChangeArrowheads="1" noChangeShapeType="1"/>
          </p:cNvSpPr>
          <p:nvPr/>
        </p:nvSpPr>
        <p:spPr>
          <a:xfrm>
            <a:off x="1208166" y="859611"/>
            <a:ext cx="8705776" cy="5223465"/>
          </a:xfrm>
          <a:prstGeom prst="rect">
            <a:avLst/>
          </a:prstGeom>
          <a:solidFill>
            <a:schemeClr val="accent1">
              <a:alpha val="21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itle 9">
            <a:extLst>
              <a:ext uri="{FF2B5EF4-FFF2-40B4-BE49-F238E27FC236}">
                <a16:creationId xmlns:a16="http://schemas.microsoft.com/office/drawing/2014/main" id="{749467DC-1EAB-3FDD-987D-C824F1D6A432}"/>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FREQUENCY IN THE MAJORITY – Non-Unanimous Cases</a:t>
            </a:r>
          </a:p>
        </p:txBody>
      </p:sp>
      <p:sp>
        <p:nvSpPr>
          <p:cNvPr id="2" name="TextBox 1">
            <a:extLst>
              <a:ext uri="{FF2B5EF4-FFF2-40B4-BE49-F238E27FC236}">
                <a16:creationId xmlns:a16="http://schemas.microsoft.com/office/drawing/2014/main" id="{686EDD36-9373-EC80-CD19-FC4FF90D8C86}"/>
              </a:ext>
            </a:extLst>
          </p:cNvPr>
          <p:cNvSpPr txBox="1"/>
          <p:nvPr/>
        </p:nvSpPr>
        <p:spPr>
          <a:xfrm>
            <a:off x="838200" y="6083077"/>
            <a:ext cx="9883950" cy="276999"/>
          </a:xfrm>
          <a:prstGeom prst="rect">
            <a:avLst/>
          </a:prstGeom>
          <a:noFill/>
          <a:ln>
            <a:solidFill>
              <a:schemeClr val="tx1"/>
            </a:solidFill>
          </a:ln>
        </p:spPr>
        <p:txBody>
          <a:bodyPr wrap="square" rtlCol="0">
            <a:spAutoFit/>
          </a:bodyPr>
          <a:lstStyle/>
          <a:p>
            <a:pPr algn="ctr"/>
            <a:r>
              <a:rPr lang="en-US" sz="1200" dirty="0">
                <a:latin typeface="MULISH REGULAR ROMAN"/>
              </a:rPr>
              <a:t>Figure shows the percentage of cases where each Justice was in the majority coalition among cases decided without a unanimous majority.</a:t>
            </a:r>
          </a:p>
        </p:txBody>
      </p:sp>
      <p:sp>
        <p:nvSpPr>
          <p:cNvPr id="7" name="Slide Number Placeholder 6">
            <a:extLst>
              <a:ext uri="{FF2B5EF4-FFF2-40B4-BE49-F238E27FC236}">
                <a16:creationId xmlns:a16="http://schemas.microsoft.com/office/drawing/2014/main" id="{13726465-4154-710A-F9BC-4A914735200D}"/>
              </a:ext>
            </a:extLst>
          </p:cNvPr>
          <p:cNvSpPr>
            <a:spLocks noGrp="1"/>
          </p:cNvSpPr>
          <p:nvPr>
            <p:ph type="sldNum" sz="quarter" idx="12"/>
          </p:nvPr>
        </p:nvSpPr>
        <p:spPr/>
        <p:txBody>
          <a:bodyPr/>
          <a:lstStyle/>
          <a:p>
            <a:fld id="{5E212BD6-99D2-4430-8307-3DFF6CB1AF68}" type="slidenum">
              <a:rPr lang="en-US" smtClean="0"/>
              <a:t>9</a:t>
            </a:fld>
            <a:endParaRPr lang="en-US"/>
          </a:p>
        </p:txBody>
      </p:sp>
      <p:pic>
        <p:nvPicPr>
          <p:cNvPr id="10" name="Picture 9" descr="A group of people standing in front of a graph&#10;&#10;AI-generated content may be incorrect.">
            <a:extLst>
              <a:ext uri="{FF2B5EF4-FFF2-40B4-BE49-F238E27FC236}">
                <a16:creationId xmlns:a16="http://schemas.microsoft.com/office/drawing/2014/main" id="{46D51EA8-D2EA-E57D-ED60-D1984DC48432}"/>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208167" y="859611"/>
            <a:ext cx="8705776" cy="5223465"/>
          </a:xfrm>
          <a:prstGeom prst="rect">
            <a:avLst/>
          </a:prstGeom>
        </p:spPr>
      </p:pic>
    </p:spTree>
    <p:extLst>
      <p:ext uri="{BB962C8B-B14F-4D97-AF65-F5344CB8AC3E}">
        <p14:creationId xmlns:p14="http://schemas.microsoft.com/office/powerpoint/2010/main" val="187424305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6EF1A1FB-105D-32D2-911A-2624F78E4F7B}"/>
              </a:ext>
            </a:extLst>
          </p:cNvPr>
          <p:cNvSpPr>
            <a:spLocks noGrp="1" noRot="1" noMove="1" noResize="1" noEditPoints="1" noAdjustHandles="1" noChangeArrowheads="1" noChangeShapeType="1"/>
          </p:cNvSpPr>
          <p:nvPr/>
        </p:nvSpPr>
        <p:spPr>
          <a:xfrm>
            <a:off x="1208166" y="827825"/>
            <a:ext cx="8705776" cy="5202350"/>
          </a:xfrm>
          <a:prstGeom prst="rect">
            <a:avLst/>
          </a:prstGeom>
          <a:solidFill>
            <a:schemeClr val="accent1">
              <a:alpha val="21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itle 9">
            <a:extLst>
              <a:ext uri="{FF2B5EF4-FFF2-40B4-BE49-F238E27FC236}">
                <a16:creationId xmlns:a16="http://schemas.microsoft.com/office/drawing/2014/main" id="{A42EFDFD-5356-C64A-8AC1-9F4719D73C82}"/>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FREQUENCY IN THE MAJORITY – Closely Divided Cases</a:t>
            </a:r>
          </a:p>
        </p:txBody>
      </p:sp>
      <p:sp>
        <p:nvSpPr>
          <p:cNvPr id="7" name="TextBox 6">
            <a:extLst>
              <a:ext uri="{FF2B5EF4-FFF2-40B4-BE49-F238E27FC236}">
                <a16:creationId xmlns:a16="http://schemas.microsoft.com/office/drawing/2014/main" id="{9750E56B-0F8A-2CC3-BA2B-DC94F2BF48A6}"/>
              </a:ext>
            </a:extLst>
          </p:cNvPr>
          <p:cNvSpPr txBox="1"/>
          <p:nvPr/>
        </p:nvSpPr>
        <p:spPr>
          <a:xfrm>
            <a:off x="838200" y="6083077"/>
            <a:ext cx="9883950" cy="276999"/>
          </a:xfrm>
          <a:prstGeom prst="rect">
            <a:avLst/>
          </a:prstGeom>
          <a:noFill/>
          <a:ln>
            <a:solidFill>
              <a:schemeClr val="tx1"/>
            </a:solidFill>
          </a:ln>
        </p:spPr>
        <p:txBody>
          <a:bodyPr wrap="square" rtlCol="0">
            <a:spAutoFit/>
          </a:bodyPr>
          <a:lstStyle/>
          <a:p>
            <a:pPr algn="ctr"/>
            <a:r>
              <a:rPr lang="en-US" sz="1200" dirty="0">
                <a:latin typeface="MULISH REGULAR ROMAN"/>
              </a:rPr>
              <a:t>Figures show the percentage of cases where each Justice was in the majority coalition among cases decided by (5-4) or (6-3) coalitions. </a:t>
            </a:r>
          </a:p>
        </p:txBody>
      </p:sp>
      <p:sp>
        <p:nvSpPr>
          <p:cNvPr id="8" name="Slide Number Placeholder 7">
            <a:extLst>
              <a:ext uri="{FF2B5EF4-FFF2-40B4-BE49-F238E27FC236}">
                <a16:creationId xmlns:a16="http://schemas.microsoft.com/office/drawing/2014/main" id="{33E00DAD-7370-1C1A-1316-87B59CDE3EC4}"/>
              </a:ext>
            </a:extLst>
          </p:cNvPr>
          <p:cNvSpPr>
            <a:spLocks noGrp="1"/>
          </p:cNvSpPr>
          <p:nvPr>
            <p:ph type="sldNum" sz="quarter" idx="12"/>
          </p:nvPr>
        </p:nvSpPr>
        <p:spPr/>
        <p:txBody>
          <a:bodyPr/>
          <a:lstStyle/>
          <a:p>
            <a:fld id="{5E212BD6-99D2-4430-8307-3DFF6CB1AF68}" type="slidenum">
              <a:rPr lang="en-US" smtClean="0"/>
              <a:t>10</a:t>
            </a:fld>
            <a:endParaRPr lang="en-US"/>
          </a:p>
        </p:txBody>
      </p:sp>
      <p:pic>
        <p:nvPicPr>
          <p:cNvPr id="12" name="Picture 11" descr="A group of people standing in front of a graph&#10;&#10;AI-generated content may be incorrect.">
            <a:extLst>
              <a:ext uri="{FF2B5EF4-FFF2-40B4-BE49-F238E27FC236}">
                <a16:creationId xmlns:a16="http://schemas.microsoft.com/office/drawing/2014/main" id="{76352695-4E79-982C-170C-C055FC9C222F}"/>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208165" y="827826"/>
            <a:ext cx="8705777" cy="5223466"/>
          </a:xfrm>
          <a:prstGeom prst="rect">
            <a:avLst/>
          </a:prstGeom>
        </p:spPr>
      </p:pic>
    </p:spTree>
    <p:extLst>
      <p:ext uri="{BB962C8B-B14F-4D97-AF65-F5344CB8AC3E}">
        <p14:creationId xmlns:p14="http://schemas.microsoft.com/office/powerpoint/2010/main" val="406066623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962697E2-5ABB-843F-62F3-D838370F29A2}"/>
              </a:ext>
            </a:extLst>
          </p:cNvPr>
          <p:cNvSpPr>
            <a:spLocks/>
          </p:cNvSpPr>
          <p:nvPr/>
        </p:nvSpPr>
        <p:spPr>
          <a:xfrm>
            <a:off x="320850" y="1107821"/>
            <a:ext cx="9144019" cy="5454071"/>
          </a:xfrm>
          <a:prstGeom prst="rect">
            <a:avLst/>
          </a:prstGeom>
          <a:solidFill>
            <a:schemeClr val="accent1">
              <a:alpha val="21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itle 9">
            <a:extLst>
              <a:ext uri="{FF2B5EF4-FFF2-40B4-BE49-F238E27FC236}">
                <a16:creationId xmlns:a16="http://schemas.microsoft.com/office/drawing/2014/main" id="{F7EB7E3A-4562-FCEF-EA81-6C370DCA8FD5}"/>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BREAKING RANKS</a:t>
            </a:r>
          </a:p>
        </p:txBody>
      </p:sp>
      <p:sp>
        <p:nvSpPr>
          <p:cNvPr id="2" name="TextBox 1">
            <a:extLst>
              <a:ext uri="{FF2B5EF4-FFF2-40B4-BE49-F238E27FC236}">
                <a16:creationId xmlns:a16="http://schemas.microsoft.com/office/drawing/2014/main" id="{D8B37D0C-3077-D6B1-43EE-B61695475735}"/>
              </a:ext>
            </a:extLst>
          </p:cNvPr>
          <p:cNvSpPr txBox="1"/>
          <p:nvPr/>
        </p:nvSpPr>
        <p:spPr>
          <a:xfrm>
            <a:off x="4032739" y="130861"/>
            <a:ext cx="7776307" cy="830997"/>
          </a:xfrm>
          <a:prstGeom prst="rect">
            <a:avLst/>
          </a:prstGeom>
          <a:noFill/>
          <a:ln>
            <a:solidFill>
              <a:schemeClr val="tx1"/>
            </a:solidFill>
          </a:ln>
        </p:spPr>
        <p:txBody>
          <a:bodyPr wrap="square" rtlCol="0">
            <a:spAutoFit/>
          </a:bodyPr>
          <a:lstStyle/>
          <a:p>
            <a:r>
              <a:rPr lang="en-US" sz="1200" dirty="0"/>
              <a:t>This figure shows the coalition behaviors of justices in </a:t>
            </a:r>
            <a:r>
              <a:rPr lang="en-US" sz="1200" u="sng" dirty="0"/>
              <a:t>non-unanimous</a:t>
            </a:r>
            <a:r>
              <a:rPr lang="en-US" sz="1200" dirty="0"/>
              <a:t> cases between the 2020 and 2024 terms. The </a:t>
            </a:r>
            <a:r>
              <a:rPr lang="en-US" sz="1200" dirty="0">
                <a:solidFill>
                  <a:schemeClr val="bg1"/>
                </a:solidFill>
                <a:highlight>
                  <a:srgbClr val="808080"/>
                </a:highlight>
              </a:rPr>
              <a:t>DARK GREY</a:t>
            </a:r>
            <a:r>
              <a:rPr lang="en-US" sz="1200" dirty="0">
                <a:solidFill>
                  <a:schemeClr val="bg1"/>
                </a:solidFill>
              </a:rPr>
              <a:t> </a:t>
            </a:r>
            <a:r>
              <a:rPr lang="en-US" sz="1200" dirty="0"/>
              <a:t>bars represent the percentage of cases where a justice joined a coalition consisting of all the justices appointed by a president of a different party. Alternatively, the </a:t>
            </a:r>
            <a:r>
              <a:rPr lang="en-US" sz="1200" b="1" dirty="0">
                <a:highlight>
                  <a:srgbClr val="C0C0C0"/>
                </a:highlight>
              </a:rPr>
              <a:t>LIGHT GREY</a:t>
            </a:r>
            <a:r>
              <a:rPr lang="en-US" sz="1200" dirty="0"/>
              <a:t> bars indicate the percentage of cases where a justice was the lone dissenter from a coalition consisting of the remaining same-party appointees. </a:t>
            </a:r>
            <a:endParaRPr lang="en-US" sz="1200" dirty="0">
              <a:highlight>
                <a:srgbClr val="FFFF00"/>
              </a:highlight>
              <a:latin typeface="MULISH REGULAR ROMAN"/>
            </a:endParaRPr>
          </a:p>
        </p:txBody>
      </p:sp>
      <p:sp>
        <p:nvSpPr>
          <p:cNvPr id="6" name="Slide Number Placeholder 5">
            <a:extLst>
              <a:ext uri="{FF2B5EF4-FFF2-40B4-BE49-F238E27FC236}">
                <a16:creationId xmlns:a16="http://schemas.microsoft.com/office/drawing/2014/main" id="{8D5EE303-FE0A-1A83-4436-CD8EA6DF072D}"/>
              </a:ext>
            </a:extLst>
          </p:cNvPr>
          <p:cNvSpPr>
            <a:spLocks noGrp="1"/>
          </p:cNvSpPr>
          <p:nvPr>
            <p:ph type="sldNum" sz="quarter" idx="12"/>
          </p:nvPr>
        </p:nvSpPr>
        <p:spPr/>
        <p:txBody>
          <a:bodyPr/>
          <a:lstStyle/>
          <a:p>
            <a:fld id="{5E212BD6-99D2-4430-8307-3DFF6CB1AF68}" type="slidenum">
              <a:rPr lang="en-US" smtClean="0"/>
              <a:t>11</a:t>
            </a:fld>
            <a:endParaRPr lang="en-US"/>
          </a:p>
        </p:txBody>
      </p:sp>
      <p:sp>
        <p:nvSpPr>
          <p:cNvPr id="3" name="TextBox 2">
            <a:extLst>
              <a:ext uri="{FF2B5EF4-FFF2-40B4-BE49-F238E27FC236}">
                <a16:creationId xmlns:a16="http://schemas.microsoft.com/office/drawing/2014/main" id="{681B9AB2-8F52-F6F9-2F8E-1BA127D0C6A9}"/>
              </a:ext>
            </a:extLst>
          </p:cNvPr>
          <p:cNvSpPr txBox="1"/>
          <p:nvPr/>
        </p:nvSpPr>
        <p:spPr>
          <a:xfrm>
            <a:off x="9464869" y="1314369"/>
            <a:ext cx="2512627" cy="2585323"/>
          </a:xfrm>
          <a:prstGeom prst="rect">
            <a:avLst/>
          </a:prstGeom>
          <a:noFill/>
          <a:ln>
            <a:solidFill>
              <a:schemeClr val="tx1"/>
            </a:solidFill>
          </a:ln>
        </p:spPr>
        <p:txBody>
          <a:bodyPr wrap="square" rtlCol="0">
            <a:spAutoFit/>
          </a:bodyPr>
          <a:lstStyle/>
          <a:p>
            <a:r>
              <a:rPr lang="en-US" sz="900" dirty="0">
                <a:solidFill>
                  <a:schemeClr val="bg1"/>
                </a:solidFill>
                <a:highlight>
                  <a:srgbClr val="808080"/>
                </a:highlight>
                <a:latin typeface="MULISH BLACK ROMAN"/>
              </a:rPr>
              <a:t>DARK GREY</a:t>
            </a:r>
            <a:r>
              <a:rPr lang="en-US" sz="900" dirty="0">
                <a:latin typeface="MULISH BLACK ROMAN"/>
              </a:rPr>
              <a:t> Ex(s): In </a:t>
            </a:r>
            <a:r>
              <a:rPr lang="en-US" sz="900">
                <a:latin typeface="MULISH BLACK ROMAN"/>
              </a:rPr>
              <a:t>approximately ≈ 38</a:t>
            </a:r>
            <a:r>
              <a:rPr lang="en-US" sz="900" dirty="0">
                <a:latin typeface="MULISH BLACK ROMAN"/>
              </a:rPr>
              <a:t>% of cases, Chief Justice Roberts and Justice Kavanaugh joined a coalition in a non-unanimous case that also included all those appointed by Democratic presidents. </a:t>
            </a:r>
            <a:br>
              <a:rPr lang="en-US" sz="900" dirty="0">
                <a:latin typeface="MULISH BLACK ROMAN"/>
              </a:rPr>
            </a:br>
            <a:endParaRPr lang="en-US" sz="900" b="1" i="1" dirty="0">
              <a:latin typeface="MULISH BLACK ROMAN"/>
            </a:endParaRPr>
          </a:p>
          <a:p>
            <a:r>
              <a:rPr lang="en-US" sz="900" b="1" i="1" dirty="0">
                <a:latin typeface="MULISH BLACK ROMAN"/>
              </a:rPr>
              <a:t>Note</a:t>
            </a:r>
            <a:r>
              <a:rPr lang="en-US" sz="900" b="1" dirty="0">
                <a:latin typeface="MULISH BLACK ROMAN"/>
              </a:rPr>
              <a:t>:</a:t>
            </a:r>
            <a:r>
              <a:rPr lang="en-US" sz="900" dirty="0">
                <a:latin typeface="MULISH BLACK ROMAN"/>
              </a:rPr>
              <a:t> This does </a:t>
            </a:r>
            <a:r>
              <a:rPr lang="en-US" sz="900" u="sng" dirty="0">
                <a:latin typeface="MULISH BLACK ROMAN"/>
              </a:rPr>
              <a:t>not</a:t>
            </a:r>
            <a:r>
              <a:rPr lang="en-US" sz="900" dirty="0">
                <a:latin typeface="MULISH BLACK ROMAN"/>
              </a:rPr>
              <a:t> mean they were the lone Republican (Democratic) appointee(s) to do so in a particular case.</a:t>
            </a:r>
          </a:p>
          <a:p>
            <a:endParaRPr lang="en-US" sz="900" b="1" dirty="0">
              <a:solidFill>
                <a:schemeClr val="bg1"/>
              </a:solidFill>
              <a:highlight>
                <a:srgbClr val="C0C0C0"/>
              </a:highlight>
              <a:latin typeface="MULISH BLACK ROMAN"/>
            </a:endParaRPr>
          </a:p>
          <a:p>
            <a:endParaRPr lang="en-US" sz="900" b="1" dirty="0">
              <a:solidFill>
                <a:schemeClr val="bg1"/>
              </a:solidFill>
              <a:highlight>
                <a:srgbClr val="C0C0C0"/>
              </a:highlight>
              <a:latin typeface="MULISH BLACK ROMAN"/>
            </a:endParaRPr>
          </a:p>
          <a:p>
            <a:r>
              <a:rPr lang="en-US" sz="900" b="1" dirty="0">
                <a:highlight>
                  <a:srgbClr val="C0C0C0"/>
                </a:highlight>
                <a:latin typeface="MULISH BLACK ROMAN"/>
              </a:rPr>
              <a:t>LIGHT GREY</a:t>
            </a:r>
            <a:r>
              <a:rPr lang="en-US" sz="900" dirty="0">
                <a:latin typeface="MULISH BLACK ROMAN"/>
              </a:rPr>
              <a:t> Ex(s):  In ≈ 2% of cases, Justice Roberts was the lone Republican appointee to break from a coalition consisting of the remaining Republican appointees. Justice Sotomayor was likewise the lone defector from a coalition consisting of all the remaining Democratic appointees in ≈ 4% of cases.</a:t>
            </a:r>
            <a:endParaRPr lang="en-US" sz="900" dirty="0">
              <a:highlight>
                <a:srgbClr val="FFFF00"/>
              </a:highlight>
              <a:latin typeface="MULISH BLACK ROMAN"/>
            </a:endParaRPr>
          </a:p>
        </p:txBody>
      </p:sp>
      <p:pic>
        <p:nvPicPr>
          <p:cNvPr id="11" name="Picture 10" descr="A group of people in a row&#10;&#10;AI-generated content may be incorrect.">
            <a:extLst>
              <a:ext uri="{FF2B5EF4-FFF2-40B4-BE49-F238E27FC236}">
                <a16:creationId xmlns:a16="http://schemas.microsoft.com/office/drawing/2014/main" id="{B469BD8C-A79F-9E4E-1FEF-5097EA6A04AD}"/>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20850" y="1107821"/>
            <a:ext cx="9144019" cy="5486411"/>
          </a:xfrm>
          <a:prstGeom prst="rect">
            <a:avLst/>
          </a:prstGeom>
        </p:spPr>
      </p:pic>
    </p:spTree>
    <p:extLst>
      <p:ext uri="{BB962C8B-B14F-4D97-AF65-F5344CB8AC3E}">
        <p14:creationId xmlns:p14="http://schemas.microsoft.com/office/powerpoint/2010/main" val="249045851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3E9DBF-2E9B-A27F-93BF-CF63E383D853}"/>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1ED80C4D-23BC-B727-258C-4820AED989C5}"/>
              </a:ext>
            </a:extLst>
          </p:cNvPr>
          <p:cNvSpPr>
            <a:spLocks noGrp="1" noRot="1" noMove="1" noResize="1" noEditPoints="1" noAdjustHandles="1" noChangeArrowheads="1" noChangeShapeType="1"/>
          </p:cNvSpPr>
          <p:nvPr/>
        </p:nvSpPr>
        <p:spPr>
          <a:xfrm>
            <a:off x="320850" y="961858"/>
            <a:ext cx="7075373" cy="5896145"/>
          </a:xfrm>
          <a:prstGeom prst="rect">
            <a:avLst/>
          </a:prstGeom>
          <a:solidFill>
            <a:schemeClr val="accent1">
              <a:alpha val="21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itle 9">
            <a:extLst>
              <a:ext uri="{FF2B5EF4-FFF2-40B4-BE49-F238E27FC236}">
                <a16:creationId xmlns:a16="http://schemas.microsoft.com/office/drawing/2014/main" id="{11143281-96A2-98FE-8D69-E8A01B3D8277}"/>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JUSTICE AGREEMENT – All Cases</a:t>
            </a:r>
          </a:p>
        </p:txBody>
      </p:sp>
      <p:sp>
        <p:nvSpPr>
          <p:cNvPr id="30" name="TextBox 29">
            <a:extLst>
              <a:ext uri="{FF2B5EF4-FFF2-40B4-BE49-F238E27FC236}">
                <a16:creationId xmlns:a16="http://schemas.microsoft.com/office/drawing/2014/main" id="{32EB1118-ECF4-78AB-814C-C6975A3ED2F5}"/>
              </a:ext>
            </a:extLst>
          </p:cNvPr>
          <p:cNvSpPr txBox="1"/>
          <p:nvPr/>
        </p:nvSpPr>
        <p:spPr>
          <a:xfrm>
            <a:off x="7884544" y="961858"/>
            <a:ext cx="3986606" cy="1569660"/>
          </a:xfrm>
          <a:prstGeom prst="rect">
            <a:avLst/>
          </a:prstGeom>
          <a:noFill/>
          <a:ln>
            <a:solidFill>
              <a:schemeClr val="tx1"/>
            </a:solidFill>
          </a:ln>
        </p:spPr>
        <p:txBody>
          <a:bodyPr wrap="square" rtlCol="0">
            <a:spAutoFit/>
          </a:bodyPr>
          <a:lstStyle/>
          <a:p>
            <a:r>
              <a:rPr lang="en-US" sz="1200" dirty="0">
                <a:latin typeface="MULISH REGULAR ROMAN"/>
              </a:rPr>
              <a:t>Figure shows the relative agreement (percent) in voting alignment shared between justices in all cases where justices participated during the 2024 Term. </a:t>
            </a:r>
          </a:p>
          <a:p>
            <a:endParaRPr lang="en-US" sz="1200" i="1" dirty="0">
              <a:latin typeface="MULISH REGULAR ROMAN"/>
            </a:endParaRPr>
          </a:p>
          <a:p>
            <a:r>
              <a:rPr lang="en-US" sz="1200" i="1" dirty="0">
                <a:latin typeface="MULISH REGULAR ROMAN"/>
              </a:rPr>
              <a:t>Agreement</a:t>
            </a:r>
            <a:r>
              <a:rPr lang="en-US" sz="1200" dirty="0">
                <a:latin typeface="MULISH REGULAR ROMAN"/>
              </a:rPr>
              <a:t> can be understood as justices similarly aligning in the majority (or dissenting) coalition – where those who concur (fully, </a:t>
            </a:r>
            <a:r>
              <a:rPr lang="en-US" sz="1200" i="1" dirty="0">
                <a:latin typeface="MULISH REGULAR ROMAN"/>
              </a:rPr>
              <a:t>in part</a:t>
            </a:r>
            <a:r>
              <a:rPr lang="en-US" sz="1200" dirty="0">
                <a:latin typeface="MULISH REGULAR ROMAN"/>
              </a:rPr>
              <a:t>, or </a:t>
            </a:r>
            <a:r>
              <a:rPr lang="en-US" sz="1200" i="1" dirty="0">
                <a:latin typeface="MULISH REGULAR ROMAN"/>
              </a:rPr>
              <a:t>in judgement</a:t>
            </a:r>
            <a:r>
              <a:rPr lang="en-US" sz="1200" dirty="0">
                <a:latin typeface="MULISH REGULAR ROMAN"/>
              </a:rPr>
              <a:t>) are similarly considered as part of the majority.  </a:t>
            </a:r>
          </a:p>
        </p:txBody>
      </p:sp>
      <p:sp>
        <p:nvSpPr>
          <p:cNvPr id="5" name="Slide Number Placeholder 4">
            <a:extLst>
              <a:ext uri="{FF2B5EF4-FFF2-40B4-BE49-F238E27FC236}">
                <a16:creationId xmlns:a16="http://schemas.microsoft.com/office/drawing/2014/main" id="{D8D5BAB9-6CE6-E752-D512-07A58538C5D4}"/>
              </a:ext>
            </a:extLst>
          </p:cNvPr>
          <p:cNvSpPr>
            <a:spLocks noGrp="1"/>
          </p:cNvSpPr>
          <p:nvPr>
            <p:ph type="sldNum" sz="quarter" idx="12"/>
          </p:nvPr>
        </p:nvSpPr>
        <p:spPr/>
        <p:txBody>
          <a:bodyPr/>
          <a:lstStyle/>
          <a:p>
            <a:fld id="{5E212BD6-99D2-4430-8307-3DFF6CB1AF68}" type="slidenum">
              <a:rPr lang="en-US" smtClean="0"/>
              <a:t>12</a:t>
            </a:fld>
            <a:endParaRPr lang="en-US"/>
          </a:p>
        </p:txBody>
      </p:sp>
      <p:pic>
        <p:nvPicPr>
          <p:cNvPr id="4" name="Picture 3" descr="A group of people in suits&#10;&#10;AI-generated content may be incorrect.">
            <a:extLst>
              <a:ext uri="{FF2B5EF4-FFF2-40B4-BE49-F238E27FC236}">
                <a16:creationId xmlns:a16="http://schemas.microsoft.com/office/drawing/2014/main" id="{67DA64D0-1A9A-31D2-81B9-ED7660C5208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20850" y="961854"/>
            <a:ext cx="7075373" cy="5896145"/>
          </a:xfrm>
          <a:prstGeom prst="rect">
            <a:avLst/>
          </a:prstGeom>
        </p:spPr>
      </p:pic>
    </p:spTree>
    <p:extLst>
      <p:ext uri="{BB962C8B-B14F-4D97-AF65-F5344CB8AC3E}">
        <p14:creationId xmlns:p14="http://schemas.microsoft.com/office/powerpoint/2010/main" val="110013732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5E91C96E-34A4-7367-D1CE-44B2946B07A3}"/>
              </a:ext>
            </a:extLst>
          </p:cNvPr>
          <p:cNvSpPr>
            <a:spLocks noGrp="1" noRot="1" noMove="1" noResize="1" noEditPoints="1" noAdjustHandles="1" noChangeArrowheads="1" noChangeShapeType="1"/>
          </p:cNvSpPr>
          <p:nvPr/>
        </p:nvSpPr>
        <p:spPr>
          <a:xfrm>
            <a:off x="320850" y="961858"/>
            <a:ext cx="7075373" cy="5896145"/>
          </a:xfrm>
          <a:prstGeom prst="rect">
            <a:avLst/>
          </a:prstGeom>
          <a:solidFill>
            <a:schemeClr val="accent1">
              <a:alpha val="21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itle 9">
            <a:extLst>
              <a:ext uri="{FF2B5EF4-FFF2-40B4-BE49-F238E27FC236}">
                <a16:creationId xmlns:a16="http://schemas.microsoft.com/office/drawing/2014/main" id="{6FDB2B55-07C2-8280-3304-33DFB7D8F638}"/>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JUSTICE AGREEMENT – Closely Divided Cases</a:t>
            </a:r>
          </a:p>
        </p:txBody>
      </p:sp>
      <p:sp>
        <p:nvSpPr>
          <p:cNvPr id="16" name="TextBox 15">
            <a:extLst>
              <a:ext uri="{FF2B5EF4-FFF2-40B4-BE49-F238E27FC236}">
                <a16:creationId xmlns:a16="http://schemas.microsoft.com/office/drawing/2014/main" id="{607B8B05-F145-5253-F510-37F9D61AA3DB}"/>
              </a:ext>
            </a:extLst>
          </p:cNvPr>
          <p:cNvSpPr txBox="1"/>
          <p:nvPr/>
        </p:nvSpPr>
        <p:spPr>
          <a:xfrm>
            <a:off x="7884544" y="961858"/>
            <a:ext cx="3986606" cy="1754326"/>
          </a:xfrm>
          <a:prstGeom prst="rect">
            <a:avLst/>
          </a:prstGeom>
          <a:noFill/>
          <a:ln>
            <a:solidFill>
              <a:schemeClr val="tx1"/>
            </a:solidFill>
          </a:ln>
        </p:spPr>
        <p:txBody>
          <a:bodyPr wrap="square" rtlCol="0">
            <a:spAutoFit/>
          </a:bodyPr>
          <a:lstStyle/>
          <a:p>
            <a:r>
              <a:rPr lang="en-US" sz="1200" dirty="0">
                <a:latin typeface="MULISH REGULAR ROMAN"/>
              </a:rPr>
              <a:t>Figure shows the relative agreement (percent) in voting alignment shared between justices in cases decided by (5-4) or (6-3) coalitions where justices participated  during the 2024 Term. </a:t>
            </a:r>
          </a:p>
          <a:p>
            <a:endParaRPr lang="en-US" sz="1200" i="1" dirty="0">
              <a:latin typeface="MULISH REGULAR ROMAN"/>
            </a:endParaRPr>
          </a:p>
          <a:p>
            <a:r>
              <a:rPr lang="en-US" sz="1200" i="1" dirty="0">
                <a:latin typeface="MULISH REGULAR ROMAN"/>
              </a:rPr>
              <a:t>Agreement</a:t>
            </a:r>
            <a:r>
              <a:rPr lang="en-US" sz="1200" dirty="0">
                <a:latin typeface="MULISH REGULAR ROMAN"/>
              </a:rPr>
              <a:t> can be understood as justices similarly aligning in the majority (or dissenting) coalition – where those who concur (fully, </a:t>
            </a:r>
            <a:r>
              <a:rPr lang="en-US" sz="1200" i="1" dirty="0">
                <a:latin typeface="MULISH REGULAR ROMAN"/>
              </a:rPr>
              <a:t>in part</a:t>
            </a:r>
            <a:r>
              <a:rPr lang="en-US" sz="1200" dirty="0">
                <a:latin typeface="MULISH REGULAR ROMAN"/>
              </a:rPr>
              <a:t>, or </a:t>
            </a:r>
            <a:r>
              <a:rPr lang="en-US" sz="1200" i="1" dirty="0">
                <a:latin typeface="MULISH REGULAR ROMAN"/>
              </a:rPr>
              <a:t>in judgement</a:t>
            </a:r>
            <a:r>
              <a:rPr lang="en-US" sz="1200" dirty="0">
                <a:latin typeface="MULISH REGULAR ROMAN"/>
              </a:rPr>
              <a:t>) are similarly considered as part of the majority.  </a:t>
            </a:r>
          </a:p>
        </p:txBody>
      </p:sp>
      <p:sp>
        <p:nvSpPr>
          <p:cNvPr id="5" name="Slide Number Placeholder 4">
            <a:extLst>
              <a:ext uri="{FF2B5EF4-FFF2-40B4-BE49-F238E27FC236}">
                <a16:creationId xmlns:a16="http://schemas.microsoft.com/office/drawing/2014/main" id="{D97E5F8E-7018-BD8E-009F-8D51ED4CFDBE}"/>
              </a:ext>
            </a:extLst>
          </p:cNvPr>
          <p:cNvSpPr>
            <a:spLocks noGrp="1"/>
          </p:cNvSpPr>
          <p:nvPr>
            <p:ph type="sldNum" sz="quarter" idx="12"/>
          </p:nvPr>
        </p:nvSpPr>
        <p:spPr/>
        <p:txBody>
          <a:bodyPr/>
          <a:lstStyle/>
          <a:p>
            <a:fld id="{5E212BD6-99D2-4430-8307-3DFF6CB1AF68}" type="slidenum">
              <a:rPr lang="en-US" smtClean="0"/>
              <a:t>13</a:t>
            </a:fld>
            <a:endParaRPr lang="en-US"/>
          </a:p>
        </p:txBody>
      </p:sp>
      <p:pic>
        <p:nvPicPr>
          <p:cNvPr id="4" name="Picture 3" descr="A group of people in a graph&#10;&#10;AI-generated content may be incorrect.">
            <a:extLst>
              <a:ext uri="{FF2B5EF4-FFF2-40B4-BE49-F238E27FC236}">
                <a16:creationId xmlns:a16="http://schemas.microsoft.com/office/drawing/2014/main" id="{8B018B33-85C2-305B-1446-0320EFAED21D}"/>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20851" y="961854"/>
            <a:ext cx="7075374" cy="5896146"/>
          </a:xfrm>
          <a:prstGeom prst="rect">
            <a:avLst/>
          </a:prstGeom>
        </p:spPr>
      </p:pic>
    </p:spTree>
    <p:extLst>
      <p:ext uri="{BB962C8B-B14F-4D97-AF65-F5344CB8AC3E}">
        <p14:creationId xmlns:p14="http://schemas.microsoft.com/office/powerpoint/2010/main" val="2572968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Content Placeholder 4"/>
          <p:cNvGraphicFramePr>
            <a:graphicFrameLocks noGrp="1"/>
          </p:cNvGraphicFramePr>
          <p:nvPr>
            <p:ph idx="1"/>
            <p:extLst>
              <p:ext uri="{D42A27DB-BD31-4B8C-83A1-F6EECF244321}">
                <p14:modId xmlns:p14="http://schemas.microsoft.com/office/powerpoint/2010/main" val="29002908"/>
              </p:ext>
            </p:extLst>
          </p:nvPr>
        </p:nvGraphicFramePr>
        <p:xfrm>
          <a:off x="429138" y="1100876"/>
          <a:ext cx="10733394" cy="2850675"/>
        </p:xfrm>
        <a:graphic>
          <a:graphicData uri="http://schemas.openxmlformats.org/drawingml/2006/table">
            <a:tbl>
              <a:tblPr firstRow="1" bandRow="1">
                <a:tableStyleId>{C083E6E3-FA7D-4D7B-A595-EF9225AFEA82}</a:tableStyleId>
              </a:tblPr>
              <a:tblGrid>
                <a:gridCol w="1313440">
                  <a:extLst>
                    <a:ext uri="{9D8B030D-6E8A-4147-A177-3AD203B41FA5}">
                      <a16:colId xmlns:a16="http://schemas.microsoft.com/office/drawing/2014/main" val="20000"/>
                    </a:ext>
                  </a:extLst>
                </a:gridCol>
                <a:gridCol w="1344322">
                  <a:extLst>
                    <a:ext uri="{9D8B030D-6E8A-4147-A177-3AD203B41FA5}">
                      <a16:colId xmlns:a16="http://schemas.microsoft.com/office/drawing/2014/main" val="20001"/>
                    </a:ext>
                  </a:extLst>
                </a:gridCol>
                <a:gridCol w="1344322">
                  <a:extLst>
                    <a:ext uri="{9D8B030D-6E8A-4147-A177-3AD203B41FA5}">
                      <a16:colId xmlns:a16="http://schemas.microsoft.com/office/drawing/2014/main" val="20002"/>
                    </a:ext>
                  </a:extLst>
                </a:gridCol>
                <a:gridCol w="1344322">
                  <a:extLst>
                    <a:ext uri="{9D8B030D-6E8A-4147-A177-3AD203B41FA5}">
                      <a16:colId xmlns:a16="http://schemas.microsoft.com/office/drawing/2014/main" val="20003"/>
                    </a:ext>
                  </a:extLst>
                </a:gridCol>
                <a:gridCol w="1344322">
                  <a:extLst>
                    <a:ext uri="{9D8B030D-6E8A-4147-A177-3AD203B41FA5}">
                      <a16:colId xmlns:a16="http://schemas.microsoft.com/office/drawing/2014/main" val="20004"/>
                    </a:ext>
                  </a:extLst>
                </a:gridCol>
                <a:gridCol w="1344322">
                  <a:extLst>
                    <a:ext uri="{9D8B030D-6E8A-4147-A177-3AD203B41FA5}">
                      <a16:colId xmlns:a16="http://schemas.microsoft.com/office/drawing/2014/main" val="20005"/>
                    </a:ext>
                  </a:extLst>
                </a:gridCol>
                <a:gridCol w="1344322">
                  <a:extLst>
                    <a:ext uri="{9D8B030D-6E8A-4147-A177-3AD203B41FA5}">
                      <a16:colId xmlns:a16="http://schemas.microsoft.com/office/drawing/2014/main" val="20006"/>
                    </a:ext>
                  </a:extLst>
                </a:gridCol>
                <a:gridCol w="1354022">
                  <a:extLst>
                    <a:ext uri="{9D8B030D-6E8A-4147-A177-3AD203B41FA5}">
                      <a16:colId xmlns:a16="http://schemas.microsoft.com/office/drawing/2014/main" val="20007"/>
                    </a:ext>
                  </a:extLst>
                </a:gridCol>
              </a:tblGrid>
              <a:tr h="393195">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w="12700" cmpd="sng">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200" b="1" u="none" strike="noStrike" dirty="0">
                          <a:solidFill>
                            <a:schemeClr val="tx1"/>
                          </a:solidFill>
                          <a:effectLst/>
                          <a:latin typeface="MULISH REGULAR ROMAN" pitchFamily="2" charset="77"/>
                        </a:rPr>
                        <a:t>Total </a:t>
                      </a:r>
                      <a:r>
                        <a:rPr lang="en-US" sz="1200" b="1" i="0" u="none" strike="noStrike" dirty="0">
                          <a:solidFill>
                            <a:schemeClr val="tx1"/>
                          </a:solidFill>
                          <a:effectLst/>
                          <a:latin typeface="MULISH REGULAR ROMAN" pitchFamily="2" charset="77"/>
                        </a:rPr>
                        <a:t>opinions</a:t>
                      </a: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200" b="1" u="none" strike="noStrike" dirty="0">
                          <a:solidFill>
                            <a:schemeClr val="tx1"/>
                          </a:solidFill>
                          <a:effectLst/>
                          <a:latin typeface="MULISH REGULAR ROMAN" pitchFamily="2" charset="77"/>
                        </a:rPr>
                        <a:t>9-0 </a:t>
                      </a:r>
                      <a:r>
                        <a:rPr lang="en-US" sz="1200" b="1" i="0" u="none" strike="noStrike" dirty="0">
                          <a:solidFill>
                            <a:schemeClr val="tx1"/>
                          </a:solidFill>
                          <a:effectLst/>
                          <a:latin typeface="MULISH REGULAR ROMAN" pitchFamily="2" charset="77"/>
                        </a:rPr>
                        <a:t>opinions</a:t>
                      </a: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200" b="1" u="none" strike="noStrike" dirty="0">
                          <a:solidFill>
                            <a:schemeClr val="tx1"/>
                          </a:solidFill>
                          <a:effectLst/>
                          <a:latin typeface="MULISH REGULAR ROMAN" pitchFamily="2" charset="77"/>
                        </a:rPr>
                        <a:t>8-1 </a:t>
                      </a:r>
                      <a:r>
                        <a:rPr lang="en-US" sz="1200" b="1" i="0" u="none" strike="noStrike" dirty="0">
                          <a:solidFill>
                            <a:schemeClr val="tx1"/>
                          </a:solidFill>
                          <a:effectLst/>
                          <a:latin typeface="MULISH REGULAR ROMAN" pitchFamily="2" charset="77"/>
                        </a:rPr>
                        <a:t>opinions</a:t>
                      </a: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200" b="1" u="none" strike="noStrike" dirty="0">
                          <a:solidFill>
                            <a:schemeClr val="tx1"/>
                          </a:solidFill>
                          <a:effectLst/>
                          <a:latin typeface="MULISH REGULAR ROMAN" pitchFamily="2" charset="77"/>
                        </a:rPr>
                        <a:t>7-2 </a:t>
                      </a:r>
                      <a:r>
                        <a:rPr lang="en-US" sz="1200" b="1" i="0" u="none" strike="noStrike" dirty="0">
                          <a:solidFill>
                            <a:schemeClr val="tx1"/>
                          </a:solidFill>
                          <a:effectLst/>
                          <a:latin typeface="MULISH REGULAR ROMAN" pitchFamily="2" charset="77"/>
                        </a:rPr>
                        <a:t>opinions</a:t>
                      </a: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200" b="1" u="none" strike="noStrike" dirty="0">
                          <a:solidFill>
                            <a:schemeClr val="tx1"/>
                          </a:solidFill>
                          <a:effectLst/>
                          <a:latin typeface="MULISH REGULAR ROMAN" pitchFamily="2" charset="77"/>
                        </a:rPr>
                        <a:t>6-3 </a:t>
                      </a:r>
                      <a:r>
                        <a:rPr lang="en-US" sz="1200" b="1" i="0" u="none" strike="noStrike" dirty="0">
                          <a:solidFill>
                            <a:schemeClr val="tx1"/>
                          </a:solidFill>
                          <a:effectLst/>
                          <a:latin typeface="MULISH REGULAR ROMAN" pitchFamily="2" charset="77"/>
                        </a:rPr>
                        <a:t>opinions</a:t>
                      </a: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200" b="1" u="none" strike="noStrike" dirty="0">
                          <a:solidFill>
                            <a:schemeClr val="tx1"/>
                          </a:solidFill>
                          <a:effectLst/>
                          <a:latin typeface="MULISH REGULAR ROMAN" pitchFamily="2" charset="77"/>
                        </a:rPr>
                        <a:t>5-4 </a:t>
                      </a:r>
                      <a:r>
                        <a:rPr lang="en-US" sz="1200" b="1" i="0" u="none" strike="noStrike" dirty="0">
                          <a:solidFill>
                            <a:schemeClr val="tx1"/>
                          </a:solidFill>
                          <a:effectLst/>
                          <a:latin typeface="MULISH REGULAR ROMAN" pitchFamily="2" charset="77"/>
                        </a:rPr>
                        <a:t>opinions</a:t>
                      </a: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200" b="1" u="none" strike="noStrike" dirty="0">
                          <a:solidFill>
                            <a:schemeClr val="tx1"/>
                          </a:solidFill>
                          <a:effectLst/>
                          <a:latin typeface="MULISH REGULAR ROMAN" pitchFamily="2" charset="77"/>
                        </a:rPr>
                        <a:t>Average majority</a:t>
                      </a:r>
                      <a:endParaRPr lang="en-US" sz="1200" b="1" i="0" u="none" strike="noStrike" dirty="0">
                        <a:solidFill>
                          <a:schemeClr val="tx1"/>
                        </a:solidFill>
                        <a:effectLst/>
                        <a:latin typeface="MULISH REGULAR ROMAN" pitchFamily="2" charset="77"/>
                      </a:endParaRP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45748">
                <a:tc>
                  <a:txBody>
                    <a:bodyPr/>
                    <a:lstStyle/>
                    <a:p>
                      <a:pPr algn="l" fontAlgn="b"/>
                      <a:r>
                        <a:rPr lang="en-US" sz="1100" b="1" u="none" strike="noStrike" dirty="0">
                          <a:solidFill>
                            <a:schemeClr val="tx1"/>
                          </a:solidFill>
                          <a:effectLst/>
                          <a:latin typeface="MULISH REGULAR ROMAN" pitchFamily="2" charset="77"/>
                        </a:rPr>
                        <a:t>Roberts</a:t>
                      </a:r>
                      <a:endParaRPr lang="en-US" sz="1100" b="1"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rgbClr val="000000"/>
                          </a:solidFill>
                          <a:effectLst/>
                          <a:latin typeface="MULISH BLACK ROMAN"/>
                        </a:rPr>
                        <a:t>6</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7.5</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45748">
                <a:tc>
                  <a:txBody>
                    <a:bodyPr/>
                    <a:lstStyle/>
                    <a:p>
                      <a:pPr algn="l" fontAlgn="b"/>
                      <a:r>
                        <a:rPr lang="en-US" sz="1100" b="1" u="none" strike="noStrike" dirty="0">
                          <a:solidFill>
                            <a:schemeClr val="tx1"/>
                          </a:solidFill>
                          <a:effectLst/>
                          <a:latin typeface="MULISH REGULAR ROMAN" pitchFamily="2" charset="77"/>
                        </a:rPr>
                        <a:t>Thomas</a:t>
                      </a:r>
                      <a:endParaRPr lang="en-US" sz="1100" b="1"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rgbClr val="000000"/>
                          </a:solidFill>
                          <a:effectLst/>
                          <a:latin typeface="MULISH BLACK ROMAN"/>
                        </a:rPr>
                        <a:t>6</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8</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45748">
                <a:tc>
                  <a:txBody>
                    <a:bodyPr/>
                    <a:lstStyle/>
                    <a:p>
                      <a:pPr algn="l" fontAlgn="b"/>
                      <a:r>
                        <a:rPr lang="en-US" sz="1100" b="1" i="0" u="none" strike="noStrike" dirty="0">
                          <a:solidFill>
                            <a:schemeClr val="tx1"/>
                          </a:solidFill>
                          <a:effectLst/>
                          <a:latin typeface="MULISH REGULAR ROMAN" pitchFamily="2" charset="77"/>
                        </a:rPr>
                        <a:t>Alito</a:t>
                      </a: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rgbClr val="000000"/>
                          </a:solidFill>
                          <a:effectLst/>
                          <a:latin typeface="MULISH BLACK ROMAN"/>
                        </a:rPr>
                        <a:t>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45748">
                <a:tc>
                  <a:txBody>
                    <a:bodyPr/>
                    <a:lstStyle/>
                    <a:p>
                      <a:pPr algn="l" fontAlgn="b"/>
                      <a:r>
                        <a:rPr lang="en-US" sz="1100" b="1" i="0" u="none" strike="noStrike" dirty="0">
                          <a:solidFill>
                            <a:schemeClr val="tx1"/>
                          </a:solidFill>
                          <a:effectLst/>
                          <a:latin typeface="MULISH REGULAR ROMAN" pitchFamily="2" charset="77"/>
                        </a:rPr>
                        <a:t>Sotomayor</a:t>
                      </a: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rgbClr val="000000"/>
                          </a:solidFill>
                          <a:effectLst/>
                          <a:latin typeface="MULISH BLACK ROMAN"/>
                        </a:rPr>
                        <a:t>5</a:t>
                      </a:r>
                    </a:p>
                  </a:txBody>
                  <a:tcPr marL="9525" marR="9525" marT="9525" marB="0" anchor="ctr">
                    <a:lnL>
                      <a:noFill/>
                    </a:lnL>
                    <a:lnR>
                      <a:noFill/>
                    </a:lnR>
                    <a:lnT>
                      <a:noFill/>
                    </a:lnT>
                    <a:lnB>
                      <a:noFill/>
                    </a:lnB>
                    <a:lnTlToBr w="12700" cmpd="sng">
                      <a:noFill/>
                      <a:prstDash val="solid"/>
                    </a:lnTlToBr>
                    <a:lnBlToTr w="12700" cmpd="sng">
                      <a:noFill/>
                      <a:prstDash val="solid"/>
                    </a:lnBlToTr>
                    <a:solidFill>
                      <a:srgbClr val="FFFFFF"/>
                    </a:solidFill>
                  </a:tcPr>
                </a:tc>
                <a:tc>
                  <a:txBody>
                    <a:bodyPr/>
                    <a:lstStyle/>
                    <a:p>
                      <a:pPr algn="ctr" fontAlgn="b"/>
                      <a:r>
                        <a:rPr lang="en-US" sz="1100" b="0" i="0" u="none" strike="noStrike">
                          <a:solidFill>
                            <a:srgbClr val="000000"/>
                          </a:solidFill>
                          <a:effectLst/>
                          <a:latin typeface="MULISH BLACK ROMAN"/>
                        </a:rPr>
                        <a:t>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8.4</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45748">
                <a:tc>
                  <a:txBody>
                    <a:bodyPr/>
                    <a:lstStyle/>
                    <a:p>
                      <a:pPr algn="l" fontAlgn="b"/>
                      <a:r>
                        <a:rPr lang="en-US" sz="1100" b="1" i="0" u="none" strike="noStrike" dirty="0">
                          <a:solidFill>
                            <a:schemeClr val="tx1"/>
                          </a:solidFill>
                          <a:effectLst/>
                          <a:latin typeface="MULISH REGULAR ROMAN" pitchFamily="2" charset="77"/>
                        </a:rPr>
                        <a:t>Kagan</a:t>
                      </a: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rgbClr val="000000"/>
                          </a:solidFill>
                          <a:effectLst/>
                          <a:latin typeface="MULISH BLACK ROMAN"/>
                        </a:rPr>
                        <a:t>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245748">
                <a:tc>
                  <a:txBody>
                    <a:bodyPr/>
                    <a:lstStyle/>
                    <a:p>
                      <a:pPr algn="l" fontAlgn="b"/>
                      <a:r>
                        <a:rPr lang="en-US" sz="1100" b="1" i="0" u="none" strike="noStrike" dirty="0">
                          <a:solidFill>
                            <a:schemeClr val="tx1"/>
                          </a:solidFill>
                          <a:effectLst/>
                          <a:latin typeface="MULISH REGULAR ROMAN" pitchFamily="2" charset="77"/>
                        </a:rPr>
                        <a:t>Gorsuch</a:t>
                      </a: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rgbClr val="000000"/>
                          </a:solidFill>
                          <a:effectLst/>
                          <a:latin typeface="MULISH BLACK ROMAN"/>
                        </a:rPr>
                        <a:t>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7</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245748">
                <a:tc>
                  <a:txBody>
                    <a:bodyPr/>
                    <a:lstStyle/>
                    <a:p>
                      <a:pPr algn="l" fontAlgn="b"/>
                      <a:r>
                        <a:rPr lang="en-US" sz="1100" b="1" i="0" u="none" strike="noStrike" dirty="0">
                          <a:solidFill>
                            <a:schemeClr val="tx1"/>
                          </a:solidFill>
                          <a:effectLst/>
                          <a:latin typeface="MULISH REGULAR ROMAN" pitchFamily="2" charset="77"/>
                        </a:rPr>
                        <a:t>Kavanaugh</a:t>
                      </a: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rgbClr val="000000"/>
                          </a:solidFill>
                          <a:effectLst/>
                          <a:latin typeface="MULISH BLACK ROMAN"/>
                        </a:rPr>
                        <a:t>6</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7</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245748">
                <a:tc>
                  <a:txBody>
                    <a:bodyPr/>
                    <a:lstStyle/>
                    <a:p>
                      <a:pPr algn="l" fontAlgn="b"/>
                      <a:r>
                        <a:rPr lang="en-US" sz="1100" b="1" i="0" u="none" strike="noStrike" dirty="0">
                          <a:solidFill>
                            <a:schemeClr val="tx1"/>
                          </a:solidFill>
                          <a:effectLst/>
                          <a:latin typeface="MULISH REGULAR ROMAN" pitchFamily="2" charset="77"/>
                        </a:rPr>
                        <a:t>Barrett</a:t>
                      </a: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rgbClr val="000000"/>
                          </a:solidFill>
                          <a:effectLst/>
                          <a:latin typeface="MULISH BLACK ROMAN"/>
                        </a:rPr>
                        <a:t>6</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7.17</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9"/>
                  </a:ext>
                </a:extLst>
              </a:tr>
              <a:tr h="245748">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l" fontAlgn="b"/>
                      <a:r>
                        <a:rPr lang="en-US" sz="1100" b="1" i="0" u="none" strike="noStrike" dirty="0">
                          <a:solidFill>
                            <a:schemeClr val="tx1"/>
                          </a:solidFill>
                          <a:effectLst/>
                          <a:latin typeface="MULISH REGULAR ROMAN" pitchFamily="2" charset="77"/>
                        </a:rPr>
                        <a:t>Jackson</a:t>
                      </a:r>
                    </a:p>
                  </a:txBody>
                  <a:tcPr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rgbClr val="000000"/>
                          </a:solidFill>
                          <a:effectLst/>
                          <a:latin typeface="MULISH BLACK ROMAN"/>
                        </a:rPr>
                        <a:t>4</a:t>
                      </a:r>
                    </a:p>
                  </a:txBody>
                  <a:tcPr marL="9525"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a:t>
                      </a:r>
                    </a:p>
                  </a:txBody>
                  <a:tcPr marL="9525"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8.75</a:t>
                      </a:r>
                    </a:p>
                  </a:txBody>
                  <a:tcPr marL="9525"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10"/>
                  </a:ext>
                </a:extLst>
              </a:tr>
              <a:tr h="245748">
                <a:tc>
                  <a:txBody>
                    <a:bodyPr/>
                    <a:lstStyle/>
                    <a:p>
                      <a:pPr algn="ctr" fontAlgn="b"/>
                      <a:r>
                        <a:rPr lang="en-US" sz="1200" b="1" i="0" u="none" strike="noStrike" dirty="0">
                          <a:solidFill>
                            <a:schemeClr val="tx1"/>
                          </a:solidFill>
                          <a:effectLst/>
                          <a:latin typeface="MULISH REGULAR ROMAN" pitchFamily="2" charset="77"/>
                        </a:rPr>
                        <a:t>Total</a:t>
                      </a:r>
                    </a:p>
                  </a:txBody>
                  <a:tcPr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marL="0" algn="ctr" rtl="0" eaLnBrk="1" fontAlgn="b" latinLnBrk="0" hangingPunct="1">
                        <a:spcBef>
                          <a:spcPts val="0"/>
                        </a:spcBef>
                        <a:spcAft>
                          <a:spcPts val="0"/>
                        </a:spcAft>
                      </a:pPr>
                      <a:endParaRPr lang="en-US" sz="1100" b="1" dirty="0">
                        <a:solidFill>
                          <a:schemeClr val="tx1"/>
                        </a:solidFill>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0"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0"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0"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0"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0"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0"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1"/>
                  </a:ext>
                </a:extLst>
              </a:tr>
            </a:tbl>
          </a:graphicData>
        </a:graphic>
      </p:graphicFrame>
      <p:graphicFrame>
        <p:nvGraphicFramePr>
          <p:cNvPr id="9" name="Table 8"/>
          <p:cNvGraphicFramePr>
            <a:graphicFrameLocks noGrp="1"/>
          </p:cNvGraphicFramePr>
          <p:nvPr>
            <p:extLst>
              <p:ext uri="{D42A27DB-BD31-4B8C-83A1-F6EECF244321}">
                <p14:modId xmlns:p14="http://schemas.microsoft.com/office/powerpoint/2010/main" val="914485727"/>
              </p:ext>
            </p:extLst>
          </p:nvPr>
        </p:nvGraphicFramePr>
        <p:xfrm>
          <a:off x="401996" y="4168191"/>
          <a:ext cx="3756562" cy="2513061"/>
        </p:xfrm>
        <a:graphic>
          <a:graphicData uri="http://schemas.openxmlformats.org/drawingml/2006/table">
            <a:tbl>
              <a:tblPr firstRow="1" bandRow="1">
                <a:tableStyleId>{C083E6E3-FA7D-4D7B-A595-EF9225AFEA82}</a:tableStyleId>
              </a:tblPr>
              <a:tblGrid>
                <a:gridCol w="1878281">
                  <a:extLst>
                    <a:ext uri="{9D8B030D-6E8A-4147-A177-3AD203B41FA5}">
                      <a16:colId xmlns:a16="http://schemas.microsoft.com/office/drawing/2014/main" val="20000"/>
                    </a:ext>
                  </a:extLst>
                </a:gridCol>
                <a:gridCol w="1878281">
                  <a:extLst>
                    <a:ext uri="{9D8B030D-6E8A-4147-A177-3AD203B41FA5}">
                      <a16:colId xmlns:a16="http://schemas.microsoft.com/office/drawing/2014/main" val="20001"/>
                    </a:ext>
                  </a:extLst>
                </a:gridCol>
              </a:tblGrid>
              <a:tr h="455661">
                <a:tc gridSpan="2">
                  <a:txBody>
                    <a:bodyPr/>
                    <a:lstStyle/>
                    <a:p>
                      <a:pPr algn="ctr" fontAlgn="b"/>
                      <a:r>
                        <a:rPr lang="en-US" sz="1400" b="1" u="none" strike="noStrike" dirty="0">
                          <a:solidFill>
                            <a:schemeClr val="tx1"/>
                          </a:solidFill>
                          <a:effectLst/>
                          <a:latin typeface="MULISH REGULAR ROMAN" pitchFamily="2" charset="77"/>
                        </a:rPr>
                        <a:t>% of Opinions Decided Unanimously</a:t>
                      </a:r>
                      <a:endParaRPr lang="en-US" sz="1400" b="1" i="0" u="none" strike="noStrike" dirty="0">
                        <a:solidFill>
                          <a:schemeClr val="tx1"/>
                        </a:solidFill>
                        <a:effectLst/>
                        <a:latin typeface="MULISH REGULAR ROMAN" pitchFamily="2" charset="77"/>
                      </a:endParaRPr>
                    </a:p>
                  </a:txBody>
                  <a:tcPr marL="9525" marR="9525" marT="9525" marB="0" anchor="ctr">
                    <a:lnL>
                      <a:noFill/>
                    </a:lnL>
                    <a:lnR>
                      <a:noFill/>
                    </a:lnR>
                    <a:lnT w="12700" cmpd="sng">
                      <a:noFill/>
                    </a:lnT>
                    <a:lnB w="12700" cmpd="sng">
                      <a:noFill/>
                    </a:lnB>
                    <a:lnTlToBr w="12700" cmpd="sng">
                      <a:noFill/>
                      <a:prstDash val="solid"/>
                    </a:lnTlToBr>
                    <a:lnBlToTr w="12700" cmpd="sng">
                      <a:noFill/>
                      <a:prstDash val="solid"/>
                    </a:lnBlToTr>
                  </a:tcPr>
                </a:tc>
                <a:tc hMerge="1">
                  <a:txBody>
                    <a:bodyPr/>
                    <a:lstStyle/>
                    <a:p>
                      <a:endParaRPr lang="en-US"/>
                    </a:p>
                  </a:txBody>
                  <a:tcPr marL="9525" marR="9525" marT="9525" marB="0" anchor="b"/>
                </a:tc>
                <a:extLst>
                  <a:ext uri="{0D108BD9-81ED-4DB2-BD59-A6C34878D82A}">
                    <a16:rowId xmlns:a16="http://schemas.microsoft.com/office/drawing/2014/main" val="10000"/>
                  </a:ext>
                </a:extLst>
              </a:tr>
              <a:tr h="228600">
                <a:tc>
                  <a:txBody>
                    <a:bodyPr/>
                    <a:lstStyle/>
                    <a:p>
                      <a:pPr algn="ctr" fontAlgn="b"/>
                      <a:r>
                        <a:rPr lang="en-US" sz="1100" b="0" u="none" strike="noStrike" dirty="0">
                          <a:solidFill>
                            <a:schemeClr val="tx1"/>
                          </a:solidFill>
                          <a:effectLst/>
                          <a:latin typeface="MULISH REGULAR ROMAN" pitchFamily="2" charset="77"/>
                        </a:rPr>
                        <a:t>Roberts</a:t>
                      </a:r>
                      <a:endParaRPr lang="en-US" sz="1100" b="0" i="0" u="none" strike="noStrike" dirty="0">
                        <a:solidFill>
                          <a:schemeClr val="tx1"/>
                        </a:solidFill>
                        <a:effectLst/>
                        <a:latin typeface="MULISH REGULAR ROMAN" pitchFamily="2" charset="77"/>
                      </a:endParaRPr>
                    </a:p>
                  </a:txBody>
                  <a:tcPr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50%</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28600">
                <a:tc>
                  <a:txBody>
                    <a:bodyPr/>
                    <a:lstStyle/>
                    <a:p>
                      <a:pPr algn="ctr" fontAlgn="b"/>
                      <a:r>
                        <a:rPr lang="en-US" sz="1100" b="0" u="none" strike="noStrike" dirty="0">
                          <a:solidFill>
                            <a:schemeClr val="tx1"/>
                          </a:solidFill>
                          <a:effectLst/>
                          <a:latin typeface="MULISH REGULAR ROMAN" pitchFamily="2" charset="77"/>
                        </a:rPr>
                        <a:t>Thomas</a:t>
                      </a:r>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50%</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28600">
                <a:tc>
                  <a:txBody>
                    <a:bodyPr/>
                    <a:lstStyle/>
                    <a:p>
                      <a:pPr algn="ctr" fontAlgn="b"/>
                      <a:r>
                        <a:rPr lang="en-US" sz="1100" b="0" i="0" u="none" strike="noStrike" dirty="0">
                          <a:solidFill>
                            <a:schemeClr val="tx1"/>
                          </a:solidFill>
                          <a:effectLst/>
                          <a:latin typeface="MULISH REGULAR ROMAN" pitchFamily="2" charset="77"/>
                        </a:rPr>
                        <a:t>Alito</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100%</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28600">
                <a:tc>
                  <a:txBody>
                    <a:bodyPr/>
                    <a:lstStyle/>
                    <a:p>
                      <a:pPr algn="ctr" fontAlgn="b"/>
                      <a:r>
                        <a:rPr lang="en-US" sz="1100" b="0" i="0" u="none" strike="noStrike" dirty="0">
                          <a:solidFill>
                            <a:schemeClr val="tx1"/>
                          </a:solidFill>
                          <a:effectLst/>
                          <a:latin typeface="MULISH REGULAR ROMAN" pitchFamily="2" charset="77"/>
                        </a:rPr>
                        <a:t>Sotomayor</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60%</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28600">
                <a:tc>
                  <a:txBody>
                    <a:bodyPr/>
                    <a:lstStyle/>
                    <a:p>
                      <a:pPr algn="ctr" fontAlgn="b"/>
                      <a:r>
                        <a:rPr lang="en-US" sz="1100" b="0" i="0" u="none" strike="noStrike" dirty="0">
                          <a:solidFill>
                            <a:schemeClr val="tx1"/>
                          </a:solidFill>
                          <a:effectLst/>
                          <a:latin typeface="MULISH REGULAR ROMAN" pitchFamily="2" charset="77"/>
                        </a:rPr>
                        <a:t>Kagan</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100%</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28600">
                <a:tc>
                  <a:txBody>
                    <a:bodyPr/>
                    <a:lstStyle/>
                    <a:p>
                      <a:pPr algn="ctr" fontAlgn="b"/>
                      <a:r>
                        <a:rPr lang="en-US" sz="1100" b="0" i="0" u="none" strike="noStrike" dirty="0">
                          <a:solidFill>
                            <a:schemeClr val="tx1"/>
                          </a:solidFill>
                          <a:effectLst/>
                          <a:latin typeface="MULISH REGULAR ROMAN" pitchFamily="2" charset="77"/>
                        </a:rPr>
                        <a:t>Gorsuch</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20%</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228600">
                <a:tc>
                  <a:txBody>
                    <a:bodyPr/>
                    <a:lstStyle/>
                    <a:p>
                      <a:pPr algn="ctr" fontAlgn="b"/>
                      <a:r>
                        <a:rPr lang="en-US" sz="1100" b="0" i="0" u="none" strike="noStrike" dirty="0">
                          <a:solidFill>
                            <a:schemeClr val="tx1"/>
                          </a:solidFill>
                          <a:effectLst/>
                          <a:latin typeface="MULISH REGULAR ROMAN" pitchFamily="2" charset="77"/>
                        </a:rPr>
                        <a:t>Kavanaugh</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33%</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228600">
                <a:tc>
                  <a:txBody>
                    <a:bodyPr/>
                    <a:lstStyle/>
                    <a:p>
                      <a:pPr algn="ctr" fontAlgn="b"/>
                      <a:r>
                        <a:rPr lang="en-US" sz="1100" b="0" i="0" u="none" strike="noStrike" dirty="0">
                          <a:solidFill>
                            <a:schemeClr val="tx1"/>
                          </a:solidFill>
                          <a:effectLst/>
                          <a:latin typeface="MULISH REGULAR ROMAN" pitchFamily="2" charset="77"/>
                        </a:rPr>
                        <a:t>Barrett</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17%</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228600">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chemeClr val="tx1"/>
                          </a:solidFill>
                          <a:effectLst/>
                          <a:latin typeface="MULISH REGULAR ROMAN" pitchFamily="2" charset="77"/>
                        </a:rPr>
                        <a:t>Jackson</a:t>
                      </a:r>
                    </a:p>
                  </a:txBody>
                  <a:tcPr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75%</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9"/>
                  </a:ext>
                </a:extLst>
              </a:tr>
            </a:tbl>
          </a:graphicData>
        </a:graphic>
      </p:graphicFrame>
      <p:sp>
        <p:nvSpPr>
          <p:cNvPr id="11" name="Title 9">
            <a:extLst>
              <a:ext uri="{FF2B5EF4-FFF2-40B4-BE49-F238E27FC236}">
                <a16:creationId xmlns:a16="http://schemas.microsoft.com/office/drawing/2014/main" id="{53B38A24-C2D1-2542-AF2D-D68A7476B6F0}"/>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STRENGTH OF THE MAJORITY</a:t>
            </a:r>
          </a:p>
        </p:txBody>
      </p:sp>
      <p:graphicFrame>
        <p:nvGraphicFramePr>
          <p:cNvPr id="12" name="Table 11">
            <a:extLst>
              <a:ext uri="{FF2B5EF4-FFF2-40B4-BE49-F238E27FC236}">
                <a16:creationId xmlns:a16="http://schemas.microsoft.com/office/drawing/2014/main" id="{CC33FC22-44FB-C043-B5DB-9280A1B6ECB8}"/>
              </a:ext>
            </a:extLst>
          </p:cNvPr>
          <p:cNvGraphicFramePr>
            <a:graphicFrameLocks noGrp="1"/>
          </p:cNvGraphicFramePr>
          <p:nvPr>
            <p:extLst>
              <p:ext uri="{D42A27DB-BD31-4B8C-83A1-F6EECF244321}">
                <p14:modId xmlns:p14="http://schemas.microsoft.com/office/powerpoint/2010/main" val="1326750806"/>
              </p:ext>
            </p:extLst>
          </p:nvPr>
        </p:nvGraphicFramePr>
        <p:xfrm>
          <a:off x="4656536" y="4156187"/>
          <a:ext cx="6505995" cy="2513061"/>
        </p:xfrm>
        <a:graphic>
          <a:graphicData uri="http://schemas.openxmlformats.org/drawingml/2006/table">
            <a:tbl>
              <a:tblPr firstRow="1" bandRow="1">
                <a:tableStyleId>{C083E6E3-FA7D-4D7B-A595-EF9225AFEA82}</a:tableStyleId>
              </a:tblPr>
              <a:tblGrid>
                <a:gridCol w="1722841">
                  <a:extLst>
                    <a:ext uri="{9D8B030D-6E8A-4147-A177-3AD203B41FA5}">
                      <a16:colId xmlns:a16="http://schemas.microsoft.com/office/drawing/2014/main" val="20000"/>
                    </a:ext>
                  </a:extLst>
                </a:gridCol>
                <a:gridCol w="1167543">
                  <a:extLst>
                    <a:ext uri="{9D8B030D-6E8A-4147-A177-3AD203B41FA5}">
                      <a16:colId xmlns:a16="http://schemas.microsoft.com/office/drawing/2014/main" val="20001"/>
                    </a:ext>
                  </a:extLst>
                </a:gridCol>
                <a:gridCol w="3615611">
                  <a:extLst>
                    <a:ext uri="{9D8B030D-6E8A-4147-A177-3AD203B41FA5}">
                      <a16:colId xmlns:a16="http://schemas.microsoft.com/office/drawing/2014/main" val="4268982242"/>
                    </a:ext>
                  </a:extLst>
                </a:gridCol>
              </a:tblGrid>
              <a:tr h="455661">
                <a:tc>
                  <a:txBody>
                    <a:bodyPr/>
                    <a:lstStyle/>
                    <a:p>
                      <a:pPr algn="l" fontAlgn="b"/>
                      <a:r>
                        <a:rPr lang="en-US" sz="1400" b="1" u="none" strike="noStrike" dirty="0">
                          <a:solidFill>
                            <a:schemeClr val="tx1"/>
                          </a:solidFill>
                          <a:effectLst/>
                          <a:latin typeface="MULISH REGULAR ROMAN" pitchFamily="2" charset="77"/>
                        </a:rPr>
                        <a:t>Solo Dissents</a:t>
                      </a:r>
                      <a:endParaRPr lang="en-US" sz="1400" b="1" i="0" u="none" strike="noStrike" dirty="0">
                        <a:solidFill>
                          <a:schemeClr val="tx1"/>
                        </a:solidFill>
                        <a:effectLst/>
                        <a:latin typeface="MULISH REGULAR ROMAN" pitchFamily="2" charset="77"/>
                      </a:endParaRPr>
                    </a:p>
                  </a:txBody>
                  <a:tcPr marL="9525" marR="9525" marT="952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dirty="0">
                          <a:solidFill>
                            <a:schemeClr val="tx1"/>
                          </a:solidFill>
                          <a:effectLst/>
                          <a:latin typeface="MULISH REGULAR ROMAN" pitchFamily="2" charset="77"/>
                        </a:rPr>
                        <a:t>OT24</a:t>
                      </a:r>
                    </a:p>
                    <a:p>
                      <a:pPr algn="ctr" fontAlgn="b"/>
                      <a:endParaRPr lang="en-US" sz="200" b="1" i="0" u="none" strike="noStrike" dirty="0">
                        <a:solidFill>
                          <a:schemeClr val="tx1"/>
                        </a:solidFill>
                        <a:effectLst/>
                        <a:latin typeface="MULISH REGULAR ROMAN" pitchFamily="2" charset="77"/>
                      </a:endParaRPr>
                    </a:p>
                  </a:txBody>
                  <a:tcPr marL="9525" marR="9525" marT="9525" marB="0" anchor="b">
                    <a:lnL>
                      <a:noFill/>
                    </a:lnL>
                    <a:lnR>
                      <a:noFill/>
                    </a:lnR>
                    <a:lnT w="12700" cmpd="sng">
                      <a:noFill/>
                    </a:lnT>
                    <a:lnB w="12700" cmpd="sng">
                      <a:noFill/>
                    </a:lnB>
                    <a:lnTlToBr w="12700" cmpd="sng">
                      <a:noFill/>
                      <a:prstDash val="solid"/>
                    </a:lnTlToBr>
                    <a:lnBlToTr w="12700" cmpd="sng">
                      <a:noFill/>
                      <a:prstDash val="solid"/>
                    </a:lnBlToTr>
                  </a:tcPr>
                </a:tc>
                <a:tc>
                  <a:txBody>
                    <a:bodyPr/>
                    <a:lstStyle/>
                    <a:p>
                      <a:pPr algn="l" fontAlgn="b"/>
                      <a:r>
                        <a:rPr lang="en-US" sz="1100" b="1" i="0" u="none" strike="noStrike" dirty="0">
                          <a:solidFill>
                            <a:schemeClr val="tx1"/>
                          </a:solidFill>
                          <a:effectLst/>
                          <a:latin typeface="MULISH REGULAR ROMAN" pitchFamily="2" charset="77"/>
                        </a:rPr>
                        <a:t>Case(s)</a:t>
                      </a:r>
                    </a:p>
                    <a:p>
                      <a:pPr algn="l" fontAlgn="b"/>
                      <a:endParaRPr lang="en-US" sz="200" b="1" i="0" u="none" strike="noStrike" dirty="0">
                        <a:solidFill>
                          <a:schemeClr val="tx1"/>
                        </a:solidFill>
                        <a:effectLst/>
                        <a:latin typeface="MULISH REGULAR ROMAN" pitchFamily="2" charset="77"/>
                      </a:endParaRPr>
                    </a:p>
                  </a:txBody>
                  <a:tcPr marL="9525" marR="9525" marT="9525" marB="0" anchor="b">
                    <a:lnL>
                      <a:noFill/>
                    </a:lnL>
                    <a:lnR>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228600">
                <a:tc>
                  <a:txBody>
                    <a:bodyPr/>
                    <a:lstStyle/>
                    <a:p>
                      <a:pPr algn="ctr" fontAlgn="b"/>
                      <a:r>
                        <a:rPr lang="en-US" sz="1100" b="0" u="none" strike="noStrike" dirty="0">
                          <a:solidFill>
                            <a:schemeClr val="tx1"/>
                          </a:solidFill>
                          <a:effectLst/>
                          <a:latin typeface="MULISH REGULAR ROMAN" pitchFamily="2" charset="77"/>
                        </a:rPr>
                        <a:t>Roberts</a:t>
                      </a:r>
                      <a:endParaRPr lang="en-US" sz="1100" b="0" i="0" u="none" strike="noStrike" dirty="0">
                        <a:solidFill>
                          <a:schemeClr val="tx1"/>
                        </a:solidFill>
                        <a:effectLst/>
                        <a:latin typeface="MULISH REGULAR ROMAN" pitchFamily="2" charset="77"/>
                      </a:endParaRPr>
                    </a:p>
                  </a:txBody>
                  <a:tcPr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28600">
                <a:tc>
                  <a:txBody>
                    <a:bodyPr/>
                    <a:lstStyle/>
                    <a:p>
                      <a:pPr algn="ctr" fontAlgn="b"/>
                      <a:r>
                        <a:rPr lang="en-US" sz="1100" b="0" u="none" strike="noStrike" dirty="0">
                          <a:solidFill>
                            <a:schemeClr val="tx1"/>
                          </a:solidFill>
                          <a:effectLst/>
                          <a:latin typeface="MULISH REGULAR ROMAN" pitchFamily="2" charset="77"/>
                        </a:rPr>
                        <a:t>Thomas</a:t>
                      </a:r>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28600">
                <a:tc>
                  <a:txBody>
                    <a:bodyPr/>
                    <a:lstStyle/>
                    <a:p>
                      <a:pPr algn="ctr" fontAlgn="b"/>
                      <a:r>
                        <a:rPr lang="en-US" sz="1100" b="0" i="0" u="none" strike="noStrike" dirty="0">
                          <a:solidFill>
                            <a:schemeClr val="tx1"/>
                          </a:solidFill>
                          <a:effectLst/>
                          <a:latin typeface="MULISH REGULAR ROMAN" pitchFamily="2" charset="77"/>
                        </a:rPr>
                        <a:t>Alito</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28600">
                <a:tc>
                  <a:txBody>
                    <a:bodyPr/>
                    <a:lstStyle/>
                    <a:p>
                      <a:pPr algn="ctr" fontAlgn="b"/>
                      <a:r>
                        <a:rPr lang="en-US" sz="1100" b="0" i="0" u="none" strike="noStrike" dirty="0">
                          <a:solidFill>
                            <a:schemeClr val="tx1"/>
                          </a:solidFill>
                          <a:effectLst/>
                          <a:latin typeface="MULISH REGULAR ROMAN" pitchFamily="2" charset="77"/>
                        </a:rPr>
                        <a:t>Sotomayor</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28600">
                <a:tc>
                  <a:txBody>
                    <a:bodyPr/>
                    <a:lstStyle/>
                    <a:p>
                      <a:pPr algn="ctr" fontAlgn="b"/>
                      <a:r>
                        <a:rPr lang="en-US" sz="1100" b="0" i="0" u="none" strike="noStrike" dirty="0">
                          <a:solidFill>
                            <a:schemeClr val="tx1"/>
                          </a:solidFill>
                          <a:effectLst/>
                          <a:latin typeface="MULISH REGULAR ROMAN" pitchFamily="2" charset="77"/>
                        </a:rPr>
                        <a:t>Kagan</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28600">
                <a:tc>
                  <a:txBody>
                    <a:bodyPr/>
                    <a:lstStyle/>
                    <a:p>
                      <a:pPr algn="ctr" fontAlgn="b"/>
                      <a:r>
                        <a:rPr lang="en-US" sz="1100" b="0" i="0" u="none" strike="noStrike" dirty="0">
                          <a:solidFill>
                            <a:schemeClr val="tx1"/>
                          </a:solidFill>
                          <a:effectLst/>
                          <a:latin typeface="MULISH REGULAR ROMAN" pitchFamily="2" charset="77"/>
                        </a:rPr>
                        <a:t>Gorsuch</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chemeClr val="tx1"/>
                          </a:solidFill>
                          <a:effectLst/>
                          <a:latin typeface="MULISH REGULAR ROMAN" pitchFamily="2" charset="77"/>
                        </a:rPr>
                        <a:t>3</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1100" b="0" i="0" u="none" strike="noStrike" dirty="0">
                          <a:solidFill>
                            <a:schemeClr val="tx1"/>
                          </a:solidFill>
                          <a:effectLst/>
                          <a:latin typeface="MULISH REGULAR ROMAN" pitchFamily="2" charset="77"/>
                        </a:rPr>
                        <a:t>Miller, Parrish, Zuch</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228600">
                <a:tc>
                  <a:txBody>
                    <a:bodyPr/>
                    <a:lstStyle/>
                    <a:p>
                      <a:pPr algn="ctr" fontAlgn="b"/>
                      <a:r>
                        <a:rPr lang="en-US" sz="1100" b="0" i="0" u="none" strike="noStrike" dirty="0">
                          <a:solidFill>
                            <a:schemeClr val="tx1"/>
                          </a:solidFill>
                          <a:effectLst/>
                          <a:latin typeface="MULISH REGULAR ROMAN" pitchFamily="2" charset="77"/>
                        </a:rPr>
                        <a:t>Kavanaugh</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228600">
                <a:tc>
                  <a:txBody>
                    <a:bodyPr/>
                    <a:lstStyle/>
                    <a:p>
                      <a:pPr algn="ctr" fontAlgn="b"/>
                      <a:r>
                        <a:rPr lang="en-US" sz="1100" b="0" i="0" u="none" strike="noStrike" dirty="0">
                          <a:solidFill>
                            <a:schemeClr val="tx1"/>
                          </a:solidFill>
                          <a:effectLst/>
                          <a:latin typeface="MULISH REGULAR ROMAN" pitchFamily="2" charset="77"/>
                        </a:rPr>
                        <a:t>Barrett</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228600">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chemeClr val="tx1"/>
                          </a:solidFill>
                          <a:effectLst/>
                          <a:latin typeface="MULISH REGULAR ROMAN" pitchFamily="2" charset="77"/>
                        </a:rPr>
                        <a:t>Jackson</a:t>
                      </a:r>
                    </a:p>
                  </a:txBody>
                  <a:tcPr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chemeClr val="tx1"/>
                          </a:solidFill>
                          <a:effectLst/>
                          <a:latin typeface="MULISH REGULAR ROMAN" pitchFamily="2" charset="77"/>
                        </a:rPr>
                        <a:t>1</a:t>
                      </a:r>
                    </a:p>
                  </a:txBody>
                  <a:tcPr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l" fontAlgn="b"/>
                      <a:r>
                        <a:rPr lang="en-US" sz="1100" b="0" i="0" u="none" strike="noStrike" dirty="0">
                          <a:solidFill>
                            <a:schemeClr val="tx1"/>
                          </a:solidFill>
                          <a:effectLst/>
                          <a:latin typeface="MULISH REGULAR ROMAN" pitchFamily="2" charset="77"/>
                        </a:rPr>
                        <a:t>Stanley</a:t>
                      </a:r>
                    </a:p>
                  </a:txBody>
                  <a:tcPr marR="9525" marT="952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9"/>
                  </a:ext>
                </a:extLst>
              </a:tr>
            </a:tbl>
          </a:graphicData>
        </a:graphic>
      </p:graphicFrame>
      <p:sp>
        <p:nvSpPr>
          <p:cNvPr id="3" name="Slide Number Placeholder 2">
            <a:extLst>
              <a:ext uri="{FF2B5EF4-FFF2-40B4-BE49-F238E27FC236}">
                <a16:creationId xmlns:a16="http://schemas.microsoft.com/office/drawing/2014/main" id="{63057870-EE7F-C86B-2CE1-B44847CF43D8}"/>
              </a:ext>
            </a:extLst>
          </p:cNvPr>
          <p:cNvSpPr>
            <a:spLocks noGrp="1"/>
          </p:cNvSpPr>
          <p:nvPr>
            <p:ph type="sldNum" sz="quarter" idx="12"/>
          </p:nvPr>
        </p:nvSpPr>
        <p:spPr/>
        <p:txBody>
          <a:bodyPr/>
          <a:lstStyle/>
          <a:p>
            <a:fld id="{5E212BD6-99D2-4430-8307-3DFF6CB1AF68}" type="slidenum">
              <a:rPr lang="en-US" smtClean="0"/>
              <a:t>14</a:t>
            </a:fld>
            <a:endParaRPr lang="en-US"/>
          </a:p>
        </p:txBody>
      </p:sp>
    </p:spTree>
    <p:extLst>
      <p:ext uri="{BB962C8B-B14F-4D97-AF65-F5344CB8AC3E}">
        <p14:creationId xmlns:p14="http://schemas.microsoft.com/office/powerpoint/2010/main" val="110401609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Title 9">
            <a:extLst>
              <a:ext uri="{FF2B5EF4-FFF2-40B4-BE49-F238E27FC236}">
                <a16:creationId xmlns:a16="http://schemas.microsoft.com/office/drawing/2014/main" id="{B88B732C-F644-42AC-1E8E-622DED784E6F}"/>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MERITS DECISIONS BY VOTE SPLIT – All Cases</a:t>
            </a:r>
          </a:p>
        </p:txBody>
      </p:sp>
      <p:sp>
        <p:nvSpPr>
          <p:cNvPr id="23" name="TextBox 22">
            <a:extLst>
              <a:ext uri="{FF2B5EF4-FFF2-40B4-BE49-F238E27FC236}">
                <a16:creationId xmlns:a16="http://schemas.microsoft.com/office/drawing/2014/main" id="{91C6A3AC-C27A-C02A-3B82-A9B25D6E55A3}"/>
              </a:ext>
            </a:extLst>
          </p:cNvPr>
          <p:cNvSpPr txBox="1"/>
          <p:nvPr/>
        </p:nvSpPr>
        <p:spPr>
          <a:xfrm>
            <a:off x="1154025" y="5898411"/>
            <a:ext cx="9883950" cy="461665"/>
          </a:xfrm>
          <a:prstGeom prst="rect">
            <a:avLst/>
          </a:prstGeom>
          <a:noFill/>
          <a:ln>
            <a:solidFill>
              <a:schemeClr val="tx1"/>
            </a:solidFill>
          </a:ln>
        </p:spPr>
        <p:txBody>
          <a:bodyPr wrap="square" rtlCol="0">
            <a:spAutoFit/>
          </a:bodyPr>
          <a:lstStyle/>
          <a:p>
            <a:r>
              <a:rPr lang="en-US" sz="1200" dirty="0">
                <a:latin typeface="MULISH REGULAR ROMAN"/>
              </a:rPr>
              <a:t>Figures show the percent of cases decided by different coalition sizes between the 2005 and 2024 terms. For instances where justices were recused or did not participate in an otherwise unanimous decision, we coded these as </a:t>
            </a:r>
            <a:r>
              <a:rPr lang="en-US" sz="1200" i="1" dirty="0">
                <a:latin typeface="MULISH REGULAR ROMAN"/>
              </a:rPr>
              <a:t>unanimous </a:t>
            </a:r>
            <a:r>
              <a:rPr lang="en-US" sz="1200" dirty="0">
                <a:latin typeface="MULISH REGULAR ROMAN"/>
              </a:rPr>
              <a:t>(e.g., 8-0 decisions were included in calculating 9-0 coalitions).</a:t>
            </a:r>
          </a:p>
        </p:txBody>
      </p:sp>
      <p:sp>
        <p:nvSpPr>
          <p:cNvPr id="5" name="Slide Number Placeholder 4">
            <a:extLst>
              <a:ext uri="{FF2B5EF4-FFF2-40B4-BE49-F238E27FC236}">
                <a16:creationId xmlns:a16="http://schemas.microsoft.com/office/drawing/2014/main" id="{4FD4F124-A6BF-9C4C-959E-1CD03893D301}"/>
              </a:ext>
            </a:extLst>
          </p:cNvPr>
          <p:cNvSpPr>
            <a:spLocks noGrp="1"/>
          </p:cNvSpPr>
          <p:nvPr>
            <p:ph type="sldNum" sz="quarter" idx="12"/>
          </p:nvPr>
        </p:nvSpPr>
        <p:spPr/>
        <p:txBody>
          <a:bodyPr/>
          <a:lstStyle/>
          <a:p>
            <a:fld id="{5E212BD6-99D2-4430-8307-3DFF6CB1AF68}" type="slidenum">
              <a:rPr lang="en-US" smtClean="0"/>
              <a:t>15</a:t>
            </a:fld>
            <a:endParaRPr lang="en-US"/>
          </a:p>
        </p:txBody>
      </p:sp>
      <p:pic>
        <p:nvPicPr>
          <p:cNvPr id="4" name="Picture 3" descr="A diagram of a pie chart&#10;&#10;AI-generated content may be incorrect.">
            <a:extLst>
              <a:ext uri="{FF2B5EF4-FFF2-40B4-BE49-F238E27FC236}">
                <a16:creationId xmlns:a16="http://schemas.microsoft.com/office/drawing/2014/main" id="{2479C149-C177-0B7C-5E3A-7393FF3A2996}"/>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95250" y="0"/>
            <a:ext cx="12001500" cy="68580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F77DEC-211F-AB21-3E13-710E1699BD10}"/>
            </a:ext>
          </a:extLst>
        </p:cNvPr>
        <p:cNvGrpSpPr/>
        <p:nvPr/>
      </p:nvGrpSpPr>
      <p:grpSpPr>
        <a:xfrm>
          <a:off x="0" y="0"/>
          <a:ext cx="0" cy="0"/>
          <a:chOff x="0" y="0"/>
          <a:chExt cx="0" cy="0"/>
        </a:xfrm>
      </p:grpSpPr>
      <p:sp>
        <p:nvSpPr>
          <p:cNvPr id="12" name="Title 9">
            <a:extLst>
              <a:ext uri="{FF2B5EF4-FFF2-40B4-BE49-F238E27FC236}">
                <a16:creationId xmlns:a16="http://schemas.microsoft.com/office/drawing/2014/main" id="{8A08EC0C-6929-4371-9A49-BE164F8FC8CE}"/>
              </a:ext>
            </a:extLst>
          </p:cNvPr>
          <p:cNvSpPr txBox="1">
            <a:spLocks/>
          </p:cNvSpPr>
          <p:nvPr/>
        </p:nvSpPr>
        <p:spPr>
          <a:xfrm>
            <a:off x="320849" y="128592"/>
            <a:ext cx="11662603"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MERITS DECISIONS BY VOTE SPLIT– Ideologically Split Cases</a:t>
            </a:r>
          </a:p>
        </p:txBody>
      </p:sp>
      <p:sp>
        <p:nvSpPr>
          <p:cNvPr id="5" name="TextBox 4">
            <a:extLst>
              <a:ext uri="{FF2B5EF4-FFF2-40B4-BE49-F238E27FC236}">
                <a16:creationId xmlns:a16="http://schemas.microsoft.com/office/drawing/2014/main" id="{A01AE5B9-44A6-BF9D-E556-A5230DCBA08A}"/>
              </a:ext>
            </a:extLst>
          </p:cNvPr>
          <p:cNvSpPr txBox="1"/>
          <p:nvPr/>
        </p:nvSpPr>
        <p:spPr>
          <a:xfrm>
            <a:off x="1154025" y="5898411"/>
            <a:ext cx="9883950" cy="830997"/>
          </a:xfrm>
          <a:prstGeom prst="rect">
            <a:avLst/>
          </a:prstGeom>
          <a:noFill/>
          <a:ln>
            <a:solidFill>
              <a:schemeClr val="tx1"/>
            </a:solidFill>
          </a:ln>
        </p:spPr>
        <p:txBody>
          <a:bodyPr wrap="square" rtlCol="0">
            <a:spAutoFit/>
          </a:bodyPr>
          <a:lstStyle/>
          <a:p>
            <a:r>
              <a:rPr lang="en-US" sz="1200" dirty="0">
                <a:latin typeface="MULISH REGULAR ROMAN"/>
              </a:rPr>
              <a:t>Figures show the percent of cases decided by ideologically split coalitions (e.g., 5-4 or 6-3), such that ideologically liberal and conservative justices represent competing coalitions. Ideology was derived by referencing each justices’ associated </a:t>
            </a:r>
            <a:r>
              <a:rPr lang="en-US" sz="1200" dirty="0">
                <a:latin typeface="MULISH REGULAR ROMAN"/>
                <a:hlinkClick r:id="rId2"/>
              </a:rPr>
              <a:t>Martin-Quinn</a:t>
            </a:r>
            <a:r>
              <a:rPr lang="en-US" sz="1200" dirty="0">
                <a:latin typeface="MULISH REGULAR ROMAN"/>
              </a:rPr>
              <a:t> score. For reference, such a split during the 2024 term would be a majority consisting of Chief Justice Roberts and Justices Thomas, Alito, Gorsuch, Kavanaugh, and Barrett – with a competing (dissenting) coalition of Justices Sotomayor, Kagan, and Jackson. </a:t>
            </a:r>
          </a:p>
        </p:txBody>
      </p:sp>
      <p:sp>
        <p:nvSpPr>
          <p:cNvPr id="6" name="Slide Number Placeholder 5">
            <a:extLst>
              <a:ext uri="{FF2B5EF4-FFF2-40B4-BE49-F238E27FC236}">
                <a16:creationId xmlns:a16="http://schemas.microsoft.com/office/drawing/2014/main" id="{73020708-ECC4-2053-1AFC-E1BA9D99BACD}"/>
              </a:ext>
            </a:extLst>
          </p:cNvPr>
          <p:cNvSpPr>
            <a:spLocks noGrp="1"/>
          </p:cNvSpPr>
          <p:nvPr>
            <p:ph type="sldNum" sz="quarter" idx="12"/>
          </p:nvPr>
        </p:nvSpPr>
        <p:spPr/>
        <p:txBody>
          <a:bodyPr/>
          <a:lstStyle/>
          <a:p>
            <a:fld id="{5E212BD6-99D2-4430-8307-3DFF6CB1AF68}" type="slidenum">
              <a:rPr lang="en-US" smtClean="0"/>
              <a:t>16</a:t>
            </a:fld>
            <a:endParaRPr lang="en-US"/>
          </a:p>
        </p:txBody>
      </p:sp>
      <p:pic>
        <p:nvPicPr>
          <p:cNvPr id="4" name="Picture 3" descr="A diagram of a pie chart&#10;&#10;AI-generated content may be incorrect.">
            <a:extLst>
              <a:ext uri="{FF2B5EF4-FFF2-40B4-BE49-F238E27FC236}">
                <a16:creationId xmlns:a16="http://schemas.microsoft.com/office/drawing/2014/main" id="{5722586F-1D4D-9815-E151-34B6A6EE84D1}"/>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52500" y="0"/>
            <a:ext cx="10287000" cy="6858000"/>
          </a:xfrm>
          <a:prstGeom prst="rect">
            <a:avLst/>
          </a:prstGeom>
        </p:spPr>
      </p:pic>
    </p:spTree>
    <p:extLst>
      <p:ext uri="{BB962C8B-B14F-4D97-AF65-F5344CB8AC3E}">
        <p14:creationId xmlns:p14="http://schemas.microsoft.com/office/powerpoint/2010/main" val="100464748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B1ADE8-1AB5-A888-B8A7-341D95B43CBB}"/>
            </a:ext>
          </a:extLst>
        </p:cNvPr>
        <p:cNvGrpSpPr/>
        <p:nvPr/>
      </p:nvGrpSpPr>
      <p:grpSpPr>
        <a:xfrm>
          <a:off x="0" y="0"/>
          <a:ext cx="0" cy="0"/>
          <a:chOff x="0" y="0"/>
          <a:chExt cx="0" cy="0"/>
        </a:xfrm>
      </p:grpSpPr>
      <p:graphicFrame>
        <p:nvGraphicFramePr>
          <p:cNvPr id="5" name="Content Placeholder 4">
            <a:extLst>
              <a:ext uri="{FF2B5EF4-FFF2-40B4-BE49-F238E27FC236}">
                <a16:creationId xmlns:a16="http://schemas.microsoft.com/office/drawing/2014/main" id="{EFBDF338-444A-A00C-DA93-E1A5F1C07D6F}"/>
              </a:ext>
            </a:extLst>
          </p:cNvPr>
          <p:cNvGraphicFramePr>
            <a:graphicFrameLocks noGrp="1"/>
          </p:cNvGraphicFramePr>
          <p:nvPr>
            <p:ph idx="1"/>
            <p:extLst>
              <p:ext uri="{D42A27DB-BD31-4B8C-83A1-F6EECF244321}">
                <p14:modId xmlns:p14="http://schemas.microsoft.com/office/powerpoint/2010/main" val="595613118"/>
              </p:ext>
            </p:extLst>
          </p:nvPr>
        </p:nvGraphicFramePr>
        <p:xfrm>
          <a:off x="320850" y="845389"/>
          <a:ext cx="11538585" cy="1920004"/>
        </p:xfrm>
        <a:graphic>
          <a:graphicData uri="http://schemas.openxmlformats.org/drawingml/2006/table">
            <a:tbl>
              <a:tblPr firstRow="1" bandRow="1">
                <a:tableStyleId>{F5AB1C69-6EDB-4FF4-983F-18BD219EF322}</a:tableStyleId>
              </a:tblPr>
              <a:tblGrid>
                <a:gridCol w="4669544">
                  <a:extLst>
                    <a:ext uri="{9D8B030D-6E8A-4147-A177-3AD203B41FA5}">
                      <a16:colId xmlns:a16="http://schemas.microsoft.com/office/drawing/2014/main" val="20000"/>
                    </a:ext>
                  </a:extLst>
                </a:gridCol>
                <a:gridCol w="1533236">
                  <a:extLst>
                    <a:ext uri="{9D8B030D-6E8A-4147-A177-3AD203B41FA5}">
                      <a16:colId xmlns:a16="http://schemas.microsoft.com/office/drawing/2014/main" val="20001"/>
                    </a:ext>
                  </a:extLst>
                </a:gridCol>
                <a:gridCol w="5335805">
                  <a:extLst>
                    <a:ext uri="{9D8B030D-6E8A-4147-A177-3AD203B41FA5}">
                      <a16:colId xmlns:a16="http://schemas.microsoft.com/office/drawing/2014/main" val="20002"/>
                    </a:ext>
                  </a:extLst>
                </a:gridCol>
              </a:tblGrid>
              <a:tr h="257552">
                <a:tc gridSpan="3">
                  <a:txBody>
                    <a:bodyPr/>
                    <a:lstStyle/>
                    <a:p>
                      <a:pPr algn="ctr" fontAlgn="b"/>
                      <a:r>
                        <a:rPr lang="en-US" sz="1600" b="1" u="none" strike="noStrike" dirty="0">
                          <a:solidFill>
                            <a:schemeClr val="tx1"/>
                          </a:solidFill>
                          <a:effectLst/>
                          <a:latin typeface="MULISH REGULAR ROMAN"/>
                        </a:rPr>
                        <a:t>Alignment of </a:t>
                      </a:r>
                      <a:r>
                        <a:rPr lang="en-US" sz="1600" b="1" u="none" strike="noStrike">
                          <a:solidFill>
                            <a:schemeClr val="tx1"/>
                          </a:solidFill>
                          <a:effectLst/>
                          <a:latin typeface="MULISH REGULAR ROMAN"/>
                        </a:rPr>
                        <a:t>the Majority </a:t>
                      </a:r>
                      <a:r>
                        <a:rPr lang="en-US" sz="1600" b="1" u="none" strike="noStrike" dirty="0">
                          <a:solidFill>
                            <a:schemeClr val="tx1"/>
                          </a:solidFill>
                          <a:effectLst/>
                          <a:latin typeface="MULISH REGULAR ROMAN"/>
                        </a:rPr>
                        <a:t>(OT24)</a:t>
                      </a:r>
                      <a:endParaRPr lang="en-US" sz="1600" b="1" i="0" u="none" strike="noStrike" dirty="0">
                        <a:solidFill>
                          <a:schemeClr val="tx1"/>
                        </a:solidFill>
                        <a:effectLst/>
                        <a:latin typeface="MULISH REGULAR ROMAN"/>
                      </a:endParaRPr>
                    </a:p>
                  </a:txBody>
                  <a:tcPr marL="5672" marR="5672" marT="5672"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noFill/>
                  </a:tcPr>
                </a:tc>
                <a:tc hMerge="1">
                  <a:txBody>
                    <a:bodyPr/>
                    <a:lstStyle/>
                    <a:p>
                      <a:endParaRPr lang="en-US"/>
                    </a:p>
                  </a:txBody>
                  <a:tcPr marL="5672" marR="5672" marT="5672" marB="0" anchor="b"/>
                </a:tc>
                <a:tc hMerge="1">
                  <a:txBody>
                    <a:bodyPr/>
                    <a:lstStyle/>
                    <a:p>
                      <a:endParaRPr lang="en-US"/>
                    </a:p>
                  </a:txBody>
                  <a:tcPr marL="5672" marR="5672" marT="5672" marB="0" anchor="b"/>
                </a:tc>
                <a:extLst>
                  <a:ext uri="{0D108BD9-81ED-4DB2-BD59-A6C34878D82A}">
                    <a16:rowId xmlns:a16="http://schemas.microsoft.com/office/drawing/2014/main" val="10000"/>
                  </a:ext>
                </a:extLst>
              </a:tr>
              <a:tr h="251606">
                <a:tc>
                  <a:txBody>
                    <a:bodyPr/>
                    <a:lstStyle/>
                    <a:p>
                      <a:pPr algn="ctr" fontAlgn="b"/>
                      <a:r>
                        <a:rPr lang="en-US" sz="1200" b="1" u="none" strike="noStrike">
                          <a:effectLst/>
                          <a:latin typeface="MULISH REGULAR ROMAN"/>
                        </a:rPr>
                        <a:t>Majority </a:t>
                      </a:r>
                      <a:r>
                        <a:rPr lang="en-US" sz="1200" b="1" u="none" strike="noStrike" dirty="0">
                          <a:effectLst/>
                          <a:latin typeface="MULISH REGULAR ROMAN"/>
                        </a:rPr>
                        <a:t>Coalition</a:t>
                      </a:r>
                      <a:endParaRPr lang="en-US" sz="1200" b="1" i="0" u="none" strike="noStrike" dirty="0">
                        <a:solidFill>
                          <a:srgbClr val="000000"/>
                        </a:solidFill>
                        <a:effectLst/>
                        <a:latin typeface="MULISH REGULAR ROMAN"/>
                      </a:endParaRPr>
                    </a:p>
                  </a:txBody>
                  <a:tcPr marR="5672" marT="5672" marB="0" anchor="ctr">
                    <a:lnL w="12700" cap="flat" cmpd="sng" algn="ctr">
                      <a:solidFill>
                        <a:schemeClr val="tx1"/>
                      </a:solidFill>
                      <a:prstDash val="solid"/>
                      <a:round/>
                      <a:headEnd type="none" w="med" len="med"/>
                      <a:tailEnd type="none" w="med" len="med"/>
                    </a:lnL>
                  </a:tcPr>
                </a:tc>
                <a:tc>
                  <a:txBody>
                    <a:bodyPr/>
                    <a:lstStyle/>
                    <a:p>
                      <a:pPr algn="ctr" fontAlgn="b"/>
                      <a:r>
                        <a:rPr lang="en-US" sz="1200" b="1" u="none" strike="noStrike" dirty="0">
                          <a:solidFill>
                            <a:srgbClr val="000000"/>
                          </a:solidFill>
                          <a:effectLst/>
                          <a:latin typeface="MULISH REGULAR ROMAN"/>
                        </a:rPr>
                        <a:t>Frequency</a:t>
                      </a:r>
                      <a:endParaRPr lang="en-US" sz="1200" b="1" i="0" u="none" strike="noStrike" dirty="0">
                        <a:solidFill>
                          <a:srgbClr val="000000"/>
                        </a:solidFill>
                        <a:effectLst/>
                        <a:latin typeface="MULISH REGULAR ROMAN"/>
                      </a:endParaRPr>
                    </a:p>
                  </a:txBody>
                  <a:tcPr marR="5672" marT="5672" marB="0" anchor="ctr"/>
                </a:tc>
                <a:tc>
                  <a:txBody>
                    <a:bodyPr/>
                    <a:lstStyle/>
                    <a:p>
                      <a:pPr algn="ctr" fontAlgn="b"/>
                      <a:r>
                        <a:rPr lang="en-US" sz="1200" b="1" u="none" strike="noStrike" dirty="0">
                          <a:effectLst/>
                          <a:latin typeface="MULISH REGULAR ROMAN"/>
                        </a:rPr>
                        <a:t>Cases</a:t>
                      </a:r>
                      <a:endParaRPr lang="en-US" sz="1200" b="1" i="0" u="none" strike="noStrike" dirty="0">
                        <a:solidFill>
                          <a:srgbClr val="000000"/>
                        </a:solidFill>
                        <a:effectLst/>
                        <a:latin typeface="MULISH REGULAR ROMAN"/>
                      </a:endParaRPr>
                    </a:p>
                  </a:txBody>
                  <a:tcPr marR="5672" marT="5672"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1"/>
                  </a:ext>
                </a:extLst>
              </a:tr>
              <a:tr h="374476">
                <a:tc>
                  <a:txBody>
                    <a:bodyPr/>
                    <a:lstStyle/>
                    <a:p>
                      <a:pPr algn="l" fontAlgn="b"/>
                      <a:r>
                        <a:rPr lang="en-US" sz="1100" b="0" i="0" u="none" strike="noStrike">
                          <a:solidFill>
                            <a:srgbClr val="000000"/>
                          </a:solidFill>
                          <a:effectLst/>
                          <a:latin typeface="Calibri" panose="020F0502020204030204" pitchFamily="34" charset="0"/>
                        </a:rPr>
                        <a:t>Roberts, Alito, Thomas, Kagan, Gorsuch, Kavanaugh, Barrett</a:t>
                      </a:r>
                    </a:p>
                  </a:txBody>
                  <a:tcPr marL="9525" marR="9525" marT="9525" marB="0" anchor="ctr">
                    <a:lnL w="12700" cap="flat" cmpd="sng" algn="ctr">
                      <a:solidFill>
                        <a:schemeClr val="tx1"/>
                      </a:solidFill>
                      <a:prstDash val="solid"/>
                      <a:round/>
                      <a:headEnd type="none" w="med" len="med"/>
                      <a:tailEnd type="none" w="med" len="med"/>
                    </a:lnL>
                  </a:tcPr>
                </a:tc>
                <a:tc>
                  <a:txBody>
                    <a:bodyPr/>
                    <a:lstStyle/>
                    <a:p>
                      <a:pPr algn="ctr" fontAlgn="b"/>
                      <a:r>
                        <a:rPr lang="en-US" sz="1200" b="0" i="0" u="none" strike="noStrike" dirty="0">
                          <a:solidFill>
                            <a:srgbClr val="000000"/>
                          </a:solidFill>
                          <a:effectLst/>
                          <a:latin typeface="MULISH REGULAR ROMAN"/>
                        </a:rPr>
                        <a:t>4</a:t>
                      </a:r>
                    </a:p>
                  </a:txBody>
                  <a:tcPr marR="5672" marT="5672" marB="0" anchor="ctr"/>
                </a:tc>
                <a:tc>
                  <a:txBody>
                    <a:bodyPr/>
                    <a:lstStyle/>
                    <a:p>
                      <a:pPr algn="l" fontAlgn="b"/>
                      <a:r>
                        <a:rPr lang="en-US" sz="1100" b="0" i="1" u="none" strike="noStrike" dirty="0">
                          <a:solidFill>
                            <a:srgbClr val="000000"/>
                          </a:solidFill>
                          <a:effectLst/>
                          <a:latin typeface="MULISH BLACK ROMAN"/>
                        </a:rPr>
                        <a:t>Lackey, Advocate Christ Medical, Diamond,  R.J. Reynolds </a:t>
                      </a:r>
                    </a:p>
                  </a:txBody>
                  <a:tcPr marL="9525" marR="9525" marT="9525"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2"/>
                  </a:ext>
                </a:extLst>
              </a:tr>
              <a:tr h="374476">
                <a:tc>
                  <a:txBody>
                    <a:bodyPr/>
                    <a:lstStyle/>
                    <a:p>
                      <a:pPr algn="l" fontAlgn="b"/>
                      <a:r>
                        <a:rPr lang="en-US" sz="1100" b="0" i="0" u="none" strike="noStrike" dirty="0">
                          <a:solidFill>
                            <a:srgbClr val="000000"/>
                          </a:solidFill>
                          <a:effectLst/>
                          <a:latin typeface="Calibri" panose="020F0502020204030204" pitchFamily="34" charset="0"/>
                        </a:rPr>
                        <a:t>Roberts, Alito, Thomas, Gorsuch, Kavanaugh, Barrett</a:t>
                      </a:r>
                    </a:p>
                  </a:txBody>
                  <a:tcPr marL="9525" marR="9525" marT="9525" marB="0" anchor="ctr">
                    <a:lnL w="12700" cap="flat" cmpd="sng" algn="ctr">
                      <a:solidFill>
                        <a:schemeClr val="tx1"/>
                      </a:solidFill>
                      <a:prstDash val="solid"/>
                      <a:round/>
                      <a:headEnd type="none" w="med" len="med"/>
                      <a:tailEnd type="none" w="med" len="med"/>
                    </a:lnL>
                  </a:tcPr>
                </a:tc>
                <a:tc>
                  <a:txBody>
                    <a:bodyPr/>
                    <a:lstStyle/>
                    <a:p>
                      <a:pPr algn="ctr" fontAlgn="b"/>
                      <a:r>
                        <a:rPr lang="en-US" sz="1200" b="0" i="0" u="none" strike="noStrike" dirty="0">
                          <a:solidFill>
                            <a:srgbClr val="000000"/>
                          </a:solidFill>
                          <a:effectLst/>
                          <a:latin typeface="MULISH REGULAR ROMAN"/>
                        </a:rPr>
                        <a:t>3</a:t>
                      </a:r>
                    </a:p>
                  </a:txBody>
                  <a:tcPr marR="5672" marT="5672" marB="0" anchor="ctr"/>
                </a:tc>
                <a:tc>
                  <a:txBody>
                    <a:bodyPr/>
                    <a:lstStyle/>
                    <a:p>
                      <a:pPr algn="l" fontAlgn="b"/>
                      <a:r>
                        <a:rPr lang="en-US" sz="1100" b="0" i="1" u="none" strike="noStrike" dirty="0">
                          <a:solidFill>
                            <a:srgbClr val="000000"/>
                          </a:solidFill>
                          <a:effectLst/>
                          <a:latin typeface="MULISH BLACK ROMAN"/>
                        </a:rPr>
                        <a:t>Trump v. J.G.G., </a:t>
                      </a:r>
                      <a:r>
                        <a:rPr lang="en-US" sz="1100" b="0" i="1" u="none" strike="noStrike" dirty="0" err="1">
                          <a:solidFill>
                            <a:srgbClr val="000000"/>
                          </a:solidFill>
                          <a:effectLst/>
                          <a:latin typeface="MULISH BLACK ROMAN"/>
                        </a:rPr>
                        <a:t>Skrmetti</a:t>
                      </a:r>
                      <a:r>
                        <a:rPr lang="en-US" sz="1100" b="0" i="1" u="none" strike="noStrike" dirty="0">
                          <a:solidFill>
                            <a:srgbClr val="000000"/>
                          </a:solidFill>
                          <a:effectLst/>
                          <a:latin typeface="MULISH BLACK ROMAN"/>
                        </a:rPr>
                        <a:t>, McLaughlin</a:t>
                      </a:r>
                      <a:endParaRPr lang="en-US" sz="1100" b="0" i="1" u="none" strike="noStrike" dirty="0">
                        <a:solidFill>
                          <a:srgbClr val="000000"/>
                        </a:solidFill>
                        <a:effectLst/>
                        <a:highlight>
                          <a:srgbClr val="FFFF00"/>
                        </a:highlight>
                        <a:latin typeface="MULISH BLACK ROMAN"/>
                      </a:endParaRPr>
                    </a:p>
                  </a:txBody>
                  <a:tcPr marL="9525" marR="9525" marT="9525"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38856231"/>
                  </a:ext>
                </a:extLst>
              </a:tr>
              <a:tr h="330947">
                <a:tc>
                  <a:txBody>
                    <a:bodyPr/>
                    <a:lstStyle/>
                    <a:p>
                      <a:pPr algn="l" fontAlgn="b"/>
                      <a:r>
                        <a:rPr lang="en-US" sz="1100" b="0" i="0" u="none" strike="noStrike">
                          <a:solidFill>
                            <a:srgbClr val="000000"/>
                          </a:solidFill>
                          <a:effectLst/>
                          <a:latin typeface="Calibri" panose="020F0502020204030204" pitchFamily="34" charset="0"/>
                        </a:rPr>
                        <a:t>Roberts, Alito, Thomas, Sotomayor, Kagan, Kavanaugh, Barrett, Jackson</a:t>
                      </a:r>
                    </a:p>
                  </a:txBody>
                  <a:tcPr marL="9525" marR="9525" marT="9525" marB="0" anchor="ctr">
                    <a:lnL w="12700" cap="flat" cmpd="sng" algn="ctr">
                      <a:solidFill>
                        <a:schemeClr val="tx1"/>
                      </a:solidFill>
                      <a:prstDash val="solid"/>
                      <a:round/>
                      <a:headEnd type="none" w="med" len="med"/>
                      <a:tailEnd type="none" w="med" len="med"/>
                    </a:lnL>
                  </a:tcPr>
                </a:tc>
                <a:tc>
                  <a:txBody>
                    <a:bodyPr/>
                    <a:lstStyle/>
                    <a:p>
                      <a:pPr algn="ctr" fontAlgn="b"/>
                      <a:r>
                        <a:rPr lang="en-US" sz="1200" b="0" i="0" u="none" strike="noStrike" dirty="0">
                          <a:solidFill>
                            <a:srgbClr val="000000"/>
                          </a:solidFill>
                          <a:effectLst/>
                          <a:latin typeface="MULISH REGULAR ROMAN"/>
                        </a:rPr>
                        <a:t>3</a:t>
                      </a:r>
                    </a:p>
                  </a:txBody>
                  <a:tcPr marR="5672" marT="5672" marB="0" anchor="ctr"/>
                </a:tc>
                <a:tc>
                  <a:txBody>
                    <a:bodyPr/>
                    <a:lstStyle/>
                    <a:p>
                      <a:pPr algn="l" fontAlgn="b"/>
                      <a:r>
                        <a:rPr lang="en-US" sz="1100" b="0" i="1" u="none" strike="noStrike" dirty="0">
                          <a:solidFill>
                            <a:srgbClr val="000000"/>
                          </a:solidFill>
                          <a:effectLst/>
                          <a:latin typeface="MULISH BLACK ROMAN"/>
                        </a:rPr>
                        <a:t>Miller, Parrish, Zuch</a:t>
                      </a:r>
                    </a:p>
                  </a:txBody>
                  <a:tcPr marL="9525" marR="9525" marT="9525"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3"/>
                  </a:ext>
                </a:extLst>
              </a:tr>
              <a:tr h="330947">
                <a:tc>
                  <a:txBody>
                    <a:bodyPr/>
                    <a:lstStyle/>
                    <a:p>
                      <a:pPr algn="l" fontAlgn="b"/>
                      <a:r>
                        <a:rPr lang="en-US" sz="1100" b="0" i="0" u="none" strike="noStrike" dirty="0">
                          <a:solidFill>
                            <a:srgbClr val="000000"/>
                          </a:solidFill>
                          <a:effectLst/>
                          <a:latin typeface="Calibri" panose="020F0502020204030204" pitchFamily="34" charset="0"/>
                        </a:rPr>
                        <a:t>Roberts, Alito, Thomas, Sotomayor, Kagan, Kavanaugh, Barrett</a:t>
                      </a:r>
                    </a:p>
                  </a:txBody>
                  <a:tcPr marL="9525" marR="9525" marT="9525" marB="0" anchor="ctr">
                    <a:lnL w="12700" cap="flat" cmpd="sng" algn="ctr">
                      <a:solidFill>
                        <a:schemeClr val="tx1"/>
                      </a:solidFill>
                      <a:prstDash val="solid"/>
                      <a:round/>
                      <a:headEnd type="none" w="med" len="med"/>
                      <a:tailEnd type="none" w="med" len="med"/>
                    </a:lnL>
                  </a:tcPr>
                </a:tc>
                <a:tc>
                  <a:txBody>
                    <a:bodyPr/>
                    <a:lstStyle/>
                    <a:p>
                      <a:pPr algn="ctr" fontAlgn="b">
                        <a:buNone/>
                      </a:pPr>
                      <a:r>
                        <a:rPr lang="en-US" sz="1200" b="0" u="none" strike="noStrike" dirty="0">
                          <a:solidFill>
                            <a:srgbClr val="000000"/>
                          </a:solidFill>
                          <a:effectLst/>
                          <a:latin typeface="MULISH REGULAR ROMAN"/>
                        </a:rPr>
                        <a:t>2</a:t>
                      </a:r>
                      <a:endParaRPr lang="en-US" sz="1200" b="0" i="0" u="none" strike="noStrike" dirty="0">
                        <a:solidFill>
                          <a:srgbClr val="000000"/>
                        </a:solidFill>
                        <a:effectLst/>
                        <a:latin typeface="MULISH REGULAR ROMAN"/>
                      </a:endParaRPr>
                    </a:p>
                  </a:txBody>
                  <a:tcPr marR="5672" marT="5672" marB="0" anchor="ctr"/>
                </a:tc>
                <a:tc>
                  <a:txBody>
                    <a:bodyPr/>
                    <a:lstStyle/>
                    <a:p>
                      <a:pPr algn="l" fontAlgn="b"/>
                      <a:r>
                        <a:rPr lang="en-US" sz="1100" b="0" i="1" u="none" strike="noStrike" dirty="0">
                          <a:solidFill>
                            <a:srgbClr val="000000"/>
                          </a:solidFill>
                          <a:effectLst/>
                          <a:latin typeface="MULISH BLACK ROMAN"/>
                        </a:rPr>
                        <a:t>Bufkin, Delligatti</a:t>
                      </a:r>
                    </a:p>
                  </a:txBody>
                  <a:tcPr marL="9525" marR="9525" marT="9525"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4"/>
                  </a:ext>
                </a:extLst>
              </a:tr>
            </a:tbl>
          </a:graphicData>
        </a:graphic>
      </p:graphicFrame>
      <p:graphicFrame>
        <p:nvGraphicFramePr>
          <p:cNvPr id="7" name="Table 6">
            <a:extLst>
              <a:ext uri="{FF2B5EF4-FFF2-40B4-BE49-F238E27FC236}">
                <a16:creationId xmlns:a16="http://schemas.microsoft.com/office/drawing/2014/main" id="{7384F9A6-BEA8-460B-7EDC-9C7C0EF7552F}"/>
              </a:ext>
            </a:extLst>
          </p:cNvPr>
          <p:cNvGraphicFramePr>
            <a:graphicFrameLocks noGrp="1"/>
          </p:cNvGraphicFramePr>
          <p:nvPr>
            <p:extLst>
              <p:ext uri="{D42A27DB-BD31-4B8C-83A1-F6EECF244321}">
                <p14:modId xmlns:p14="http://schemas.microsoft.com/office/powerpoint/2010/main" val="1162782417"/>
              </p:ext>
            </p:extLst>
          </p:nvPr>
        </p:nvGraphicFramePr>
        <p:xfrm>
          <a:off x="327329" y="2765393"/>
          <a:ext cx="11538586" cy="3515395"/>
        </p:xfrm>
        <a:graphic>
          <a:graphicData uri="http://schemas.openxmlformats.org/drawingml/2006/table">
            <a:tbl>
              <a:tblPr firstRow="1" bandRow="1">
                <a:tableStyleId>{F5AB1C69-6EDB-4FF4-983F-18BD219EF322}</a:tableStyleId>
              </a:tblPr>
              <a:tblGrid>
                <a:gridCol w="1288093">
                  <a:extLst>
                    <a:ext uri="{9D8B030D-6E8A-4147-A177-3AD203B41FA5}">
                      <a16:colId xmlns:a16="http://schemas.microsoft.com/office/drawing/2014/main" val="20000"/>
                    </a:ext>
                  </a:extLst>
                </a:gridCol>
                <a:gridCol w="2905022">
                  <a:extLst>
                    <a:ext uri="{9D8B030D-6E8A-4147-A177-3AD203B41FA5}">
                      <a16:colId xmlns:a16="http://schemas.microsoft.com/office/drawing/2014/main" val="20001"/>
                    </a:ext>
                  </a:extLst>
                </a:gridCol>
                <a:gridCol w="2760893">
                  <a:extLst>
                    <a:ext uri="{9D8B030D-6E8A-4147-A177-3AD203B41FA5}">
                      <a16:colId xmlns:a16="http://schemas.microsoft.com/office/drawing/2014/main" val="20002"/>
                    </a:ext>
                  </a:extLst>
                </a:gridCol>
                <a:gridCol w="2318003">
                  <a:extLst>
                    <a:ext uri="{9D8B030D-6E8A-4147-A177-3AD203B41FA5}">
                      <a16:colId xmlns:a16="http://schemas.microsoft.com/office/drawing/2014/main" val="20003"/>
                    </a:ext>
                  </a:extLst>
                </a:gridCol>
                <a:gridCol w="2266575">
                  <a:extLst>
                    <a:ext uri="{9D8B030D-6E8A-4147-A177-3AD203B41FA5}">
                      <a16:colId xmlns:a16="http://schemas.microsoft.com/office/drawing/2014/main" val="20006"/>
                    </a:ext>
                  </a:extLst>
                </a:gridCol>
              </a:tblGrid>
              <a:tr h="610067">
                <a:tc>
                  <a:txBody>
                    <a:bodyPr/>
                    <a:lstStyle>
                      <a:defPPr>
                        <a:defRPr lang="en-US" b="1">
                          <a:solidFill>
                            <a:schemeClr val="lt1"/>
                          </a:solidFill>
                        </a:defRPr>
                      </a:defPPr>
                      <a:lvl1pPr marL="0" algn="l" defTabSz="914400" rtl="0" eaLnBrk="1" latinLnBrk="0" hangingPunct="1">
                        <a:defRPr sz="1800" b="1" kern="1200">
                          <a:solidFill>
                            <a:schemeClr val="lt1"/>
                          </a:solidFill>
                          <a:latin typeface="+mn-lt"/>
                          <a:ea typeface="+mn-ea"/>
                          <a:cs typeface="+mn-cs"/>
                        </a:defRPr>
                      </a:lvl1pPr>
                      <a:lvl2pPr marL="457200" algn="l" defTabSz="914400" rtl="0" eaLnBrk="1" latinLnBrk="0" hangingPunct="1">
                        <a:defRPr sz="1800" b="1" kern="1200">
                          <a:solidFill>
                            <a:schemeClr val="lt1"/>
                          </a:solidFill>
                          <a:latin typeface="+mn-lt"/>
                          <a:ea typeface="+mn-ea"/>
                          <a:cs typeface="+mn-cs"/>
                        </a:defRPr>
                      </a:lvl2pPr>
                      <a:lvl3pPr marL="914400" algn="l" defTabSz="914400" rtl="0" eaLnBrk="1" latinLnBrk="0" hangingPunct="1">
                        <a:defRPr sz="1800" b="1" kern="1200">
                          <a:solidFill>
                            <a:schemeClr val="lt1"/>
                          </a:solidFill>
                          <a:latin typeface="+mn-lt"/>
                          <a:ea typeface="+mn-ea"/>
                          <a:cs typeface="+mn-cs"/>
                        </a:defRPr>
                      </a:lvl3pPr>
                      <a:lvl4pPr marL="1371600" algn="l" defTabSz="914400" rtl="0" eaLnBrk="1" latinLnBrk="0" hangingPunct="1">
                        <a:defRPr sz="1800" b="1" kern="1200">
                          <a:solidFill>
                            <a:schemeClr val="lt1"/>
                          </a:solidFill>
                          <a:latin typeface="+mn-lt"/>
                          <a:ea typeface="+mn-ea"/>
                          <a:cs typeface="+mn-cs"/>
                        </a:defRPr>
                      </a:lvl4pPr>
                      <a:lvl5pPr marL="1828800" algn="l" defTabSz="914400" rtl="0" eaLnBrk="1" latinLnBrk="0" hangingPunct="1">
                        <a:defRPr sz="1800" b="1" kern="1200">
                          <a:solidFill>
                            <a:schemeClr val="lt1"/>
                          </a:solidFill>
                          <a:latin typeface="+mn-lt"/>
                          <a:ea typeface="+mn-ea"/>
                          <a:cs typeface="+mn-cs"/>
                        </a:defRPr>
                      </a:lvl5pPr>
                      <a:lvl6pPr marL="2286000" algn="l" defTabSz="914400" rtl="0" eaLnBrk="1" latinLnBrk="0" hangingPunct="1">
                        <a:defRPr sz="1800" b="1" kern="1200">
                          <a:solidFill>
                            <a:schemeClr val="lt1"/>
                          </a:solidFill>
                          <a:latin typeface="+mn-lt"/>
                          <a:ea typeface="+mn-ea"/>
                          <a:cs typeface="+mn-cs"/>
                        </a:defRPr>
                      </a:lvl6pPr>
                      <a:lvl7pPr marL="2743200" algn="l" defTabSz="914400" rtl="0" eaLnBrk="1" latinLnBrk="0" hangingPunct="1">
                        <a:defRPr sz="1800" b="1" kern="1200">
                          <a:solidFill>
                            <a:schemeClr val="lt1"/>
                          </a:solidFill>
                          <a:latin typeface="+mn-lt"/>
                          <a:ea typeface="+mn-ea"/>
                          <a:cs typeface="+mn-cs"/>
                        </a:defRPr>
                      </a:lvl7pPr>
                      <a:lvl8pPr marL="3200400" algn="l" defTabSz="914400" rtl="0" eaLnBrk="1" latinLnBrk="0" hangingPunct="1">
                        <a:defRPr sz="1800" b="1" kern="1200">
                          <a:solidFill>
                            <a:schemeClr val="lt1"/>
                          </a:solidFill>
                          <a:latin typeface="+mn-lt"/>
                          <a:ea typeface="+mn-ea"/>
                          <a:cs typeface="+mn-cs"/>
                        </a:defRPr>
                      </a:lvl8pPr>
                      <a:lvl9pPr marL="3657600" algn="l" defTabSz="914400" rtl="0" eaLnBrk="1" latinLnBrk="0" hangingPunct="1">
                        <a:defRPr sz="1800" b="1" kern="1200">
                          <a:solidFill>
                            <a:schemeClr val="lt1"/>
                          </a:solidFill>
                          <a:latin typeface="+mn-lt"/>
                          <a:ea typeface="+mn-ea"/>
                          <a:cs typeface="+mn-cs"/>
                        </a:defRPr>
                      </a:lvl9pPr>
                    </a:lstStyle>
                    <a:p>
                      <a:pPr algn="ctr" fontAlgn="b"/>
                      <a:r>
                        <a:rPr lang="en-US" sz="1200" b="1" u="none" strike="noStrike" dirty="0">
                          <a:solidFill>
                            <a:schemeClr val="tx1"/>
                          </a:solidFill>
                          <a:effectLst/>
                          <a:latin typeface="MULISH REGULAR ROMAN"/>
                        </a:rPr>
                        <a:t>Term</a:t>
                      </a:r>
                      <a:endParaRPr lang="en-US" sz="1200" b="1" i="0" u="none" strike="noStrike" dirty="0">
                        <a:solidFill>
                          <a:schemeClr val="tx1"/>
                        </a:solidFill>
                        <a:effectLst/>
                        <a:latin typeface="MULISH REGULAR ROMAN"/>
                      </a:endParaRPr>
                    </a:p>
                  </a:txBody>
                  <a:tcPr marL="9525" marR="9525" marT="9525" marB="0"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noFill/>
                  </a:tcPr>
                </a:tc>
                <a:tc>
                  <a:txBody>
                    <a:bodyPr/>
                    <a:lstStyle>
                      <a:defPPr>
                        <a:defRPr lang="en-US" b="1">
                          <a:solidFill>
                            <a:schemeClr val="lt1"/>
                          </a:solidFill>
                        </a:defRPr>
                      </a:defPPr>
                      <a:lvl1pPr marL="0" algn="l" defTabSz="914400" rtl="0" eaLnBrk="1" latinLnBrk="0" hangingPunct="1">
                        <a:defRPr sz="1800" b="1" kern="1200">
                          <a:solidFill>
                            <a:schemeClr val="lt1"/>
                          </a:solidFill>
                          <a:latin typeface="+mn-lt"/>
                          <a:ea typeface="+mn-ea"/>
                          <a:cs typeface="+mn-cs"/>
                        </a:defRPr>
                      </a:lvl1pPr>
                      <a:lvl2pPr marL="457200" algn="l" defTabSz="914400" rtl="0" eaLnBrk="1" latinLnBrk="0" hangingPunct="1">
                        <a:defRPr sz="1800" b="1" kern="1200">
                          <a:solidFill>
                            <a:schemeClr val="lt1"/>
                          </a:solidFill>
                          <a:latin typeface="+mn-lt"/>
                          <a:ea typeface="+mn-ea"/>
                          <a:cs typeface="+mn-cs"/>
                        </a:defRPr>
                      </a:lvl2pPr>
                      <a:lvl3pPr marL="914400" algn="l" defTabSz="914400" rtl="0" eaLnBrk="1" latinLnBrk="0" hangingPunct="1">
                        <a:defRPr sz="1800" b="1" kern="1200">
                          <a:solidFill>
                            <a:schemeClr val="lt1"/>
                          </a:solidFill>
                          <a:latin typeface="+mn-lt"/>
                          <a:ea typeface="+mn-ea"/>
                          <a:cs typeface="+mn-cs"/>
                        </a:defRPr>
                      </a:lvl3pPr>
                      <a:lvl4pPr marL="1371600" algn="l" defTabSz="914400" rtl="0" eaLnBrk="1" latinLnBrk="0" hangingPunct="1">
                        <a:defRPr sz="1800" b="1" kern="1200">
                          <a:solidFill>
                            <a:schemeClr val="lt1"/>
                          </a:solidFill>
                          <a:latin typeface="+mn-lt"/>
                          <a:ea typeface="+mn-ea"/>
                          <a:cs typeface="+mn-cs"/>
                        </a:defRPr>
                      </a:lvl4pPr>
                      <a:lvl5pPr marL="1828800" algn="l" defTabSz="914400" rtl="0" eaLnBrk="1" latinLnBrk="0" hangingPunct="1">
                        <a:defRPr sz="1800" b="1" kern="1200">
                          <a:solidFill>
                            <a:schemeClr val="lt1"/>
                          </a:solidFill>
                          <a:latin typeface="+mn-lt"/>
                          <a:ea typeface="+mn-ea"/>
                          <a:cs typeface="+mn-cs"/>
                        </a:defRPr>
                      </a:lvl5pPr>
                      <a:lvl6pPr marL="2286000" algn="l" defTabSz="914400" rtl="0" eaLnBrk="1" latinLnBrk="0" hangingPunct="1">
                        <a:defRPr sz="1800" b="1" kern="1200">
                          <a:solidFill>
                            <a:schemeClr val="lt1"/>
                          </a:solidFill>
                          <a:latin typeface="+mn-lt"/>
                          <a:ea typeface="+mn-ea"/>
                          <a:cs typeface="+mn-cs"/>
                        </a:defRPr>
                      </a:lvl6pPr>
                      <a:lvl7pPr marL="2743200" algn="l" defTabSz="914400" rtl="0" eaLnBrk="1" latinLnBrk="0" hangingPunct="1">
                        <a:defRPr sz="1800" b="1" kern="1200">
                          <a:solidFill>
                            <a:schemeClr val="lt1"/>
                          </a:solidFill>
                          <a:latin typeface="+mn-lt"/>
                          <a:ea typeface="+mn-ea"/>
                          <a:cs typeface="+mn-cs"/>
                        </a:defRPr>
                      </a:lvl7pPr>
                      <a:lvl8pPr marL="3200400" algn="l" defTabSz="914400" rtl="0" eaLnBrk="1" latinLnBrk="0" hangingPunct="1">
                        <a:defRPr sz="1800" b="1" kern="1200">
                          <a:solidFill>
                            <a:schemeClr val="lt1"/>
                          </a:solidFill>
                          <a:latin typeface="+mn-lt"/>
                          <a:ea typeface="+mn-ea"/>
                          <a:cs typeface="+mn-cs"/>
                        </a:defRPr>
                      </a:lvl8pPr>
                      <a:lvl9pPr marL="3657600" algn="l" defTabSz="914400" rtl="0" eaLnBrk="1" latinLnBrk="0" hangingPunct="1">
                        <a:defRPr sz="1800" b="1" kern="1200">
                          <a:solidFill>
                            <a:schemeClr val="lt1"/>
                          </a:solidFill>
                          <a:latin typeface="+mn-lt"/>
                          <a:ea typeface="+mn-ea"/>
                          <a:cs typeface="+mn-cs"/>
                        </a:defRPr>
                      </a:lvl9pPr>
                    </a:lstStyle>
                    <a:p>
                      <a:pPr algn="ctr" fontAlgn="b"/>
                      <a:r>
                        <a:rPr lang="en-US" sz="1200" b="1" u="none" strike="noStrike" dirty="0">
                          <a:solidFill>
                            <a:schemeClr val="tx1"/>
                          </a:solidFill>
                          <a:effectLst/>
                          <a:latin typeface="MULISH REGULAR ROMAN"/>
                        </a:rPr>
                        <a:t>Cases Decided by</a:t>
                      </a:r>
                      <a:br>
                        <a:rPr lang="en-US" sz="1200" b="1" u="none" strike="noStrike" dirty="0">
                          <a:solidFill>
                            <a:schemeClr val="tx1"/>
                          </a:solidFill>
                          <a:effectLst/>
                          <a:latin typeface="MULISH REGULAR ROMAN"/>
                        </a:rPr>
                      </a:br>
                      <a:r>
                        <a:rPr lang="en-US" sz="1200" b="1" u="none" strike="noStrike" dirty="0">
                          <a:solidFill>
                            <a:schemeClr val="tx1"/>
                          </a:solidFill>
                          <a:effectLst/>
                          <a:latin typeface="MULISH REGULAR ROMAN"/>
                        </a:rPr>
                        <a:t>5 </a:t>
                      </a:r>
                      <a:r>
                        <a:rPr lang="en-US" sz="1200" b="1" u="sng" strike="noStrike" dirty="0">
                          <a:solidFill>
                            <a:schemeClr val="tx1"/>
                          </a:solidFill>
                          <a:effectLst/>
                          <a:latin typeface="MULISH REGULAR ROMAN"/>
                        </a:rPr>
                        <a:t>or</a:t>
                      </a:r>
                      <a:r>
                        <a:rPr lang="en-US" sz="1200" b="1" u="none" strike="noStrike" dirty="0">
                          <a:solidFill>
                            <a:schemeClr val="tx1"/>
                          </a:solidFill>
                          <a:effectLst/>
                          <a:latin typeface="MULISH REGULAR ROMAN"/>
                        </a:rPr>
                        <a:t> 6-Justice Majorities</a:t>
                      </a:r>
                      <a:endParaRPr lang="en-US" sz="1200" b="1" i="0" u="none" strike="noStrike" dirty="0">
                        <a:solidFill>
                          <a:schemeClr val="tx1"/>
                        </a:solidFill>
                        <a:effectLst/>
                        <a:latin typeface="MULISH REGULAR ROMAN"/>
                      </a:endParaRPr>
                    </a:p>
                  </a:txBody>
                  <a:tcPr marL="9525" marR="9525" marT="9525" marB="0" anchor="ctr">
                    <a:lnT w="12700" cap="flat" cmpd="sng" algn="ctr">
                      <a:solidFill>
                        <a:schemeClr val="tx1"/>
                      </a:solidFill>
                      <a:prstDash val="solid"/>
                      <a:round/>
                      <a:headEnd type="none" w="med" len="med"/>
                      <a:tailEnd type="none" w="med" len="med"/>
                    </a:lnT>
                    <a:noFill/>
                  </a:tcPr>
                </a:tc>
                <a:tc>
                  <a:txBody>
                    <a:bodyPr/>
                    <a:lstStyle>
                      <a:defPPr>
                        <a:defRPr lang="en-US" b="1">
                          <a:solidFill>
                            <a:schemeClr val="lt1"/>
                          </a:solidFill>
                        </a:defRPr>
                      </a:defPPr>
                      <a:lvl1pPr marL="0" algn="l" defTabSz="914400" rtl="0" eaLnBrk="1" latinLnBrk="0" hangingPunct="1">
                        <a:defRPr sz="1800" b="1" kern="1200">
                          <a:solidFill>
                            <a:schemeClr val="lt1"/>
                          </a:solidFill>
                          <a:latin typeface="+mn-lt"/>
                          <a:ea typeface="+mn-ea"/>
                          <a:cs typeface="+mn-cs"/>
                        </a:defRPr>
                      </a:lvl1pPr>
                      <a:lvl2pPr marL="457200" algn="l" defTabSz="914400" rtl="0" eaLnBrk="1" latinLnBrk="0" hangingPunct="1">
                        <a:defRPr sz="1800" b="1" kern="1200">
                          <a:solidFill>
                            <a:schemeClr val="lt1"/>
                          </a:solidFill>
                          <a:latin typeface="+mn-lt"/>
                          <a:ea typeface="+mn-ea"/>
                          <a:cs typeface="+mn-cs"/>
                        </a:defRPr>
                      </a:lvl2pPr>
                      <a:lvl3pPr marL="914400" algn="l" defTabSz="914400" rtl="0" eaLnBrk="1" latinLnBrk="0" hangingPunct="1">
                        <a:defRPr sz="1800" b="1" kern="1200">
                          <a:solidFill>
                            <a:schemeClr val="lt1"/>
                          </a:solidFill>
                          <a:latin typeface="+mn-lt"/>
                          <a:ea typeface="+mn-ea"/>
                          <a:cs typeface="+mn-cs"/>
                        </a:defRPr>
                      </a:lvl3pPr>
                      <a:lvl4pPr marL="1371600" algn="l" defTabSz="914400" rtl="0" eaLnBrk="1" latinLnBrk="0" hangingPunct="1">
                        <a:defRPr sz="1800" b="1" kern="1200">
                          <a:solidFill>
                            <a:schemeClr val="lt1"/>
                          </a:solidFill>
                          <a:latin typeface="+mn-lt"/>
                          <a:ea typeface="+mn-ea"/>
                          <a:cs typeface="+mn-cs"/>
                        </a:defRPr>
                      </a:lvl4pPr>
                      <a:lvl5pPr marL="1828800" algn="l" defTabSz="914400" rtl="0" eaLnBrk="1" latinLnBrk="0" hangingPunct="1">
                        <a:defRPr sz="1800" b="1" kern="1200">
                          <a:solidFill>
                            <a:schemeClr val="lt1"/>
                          </a:solidFill>
                          <a:latin typeface="+mn-lt"/>
                          <a:ea typeface="+mn-ea"/>
                          <a:cs typeface="+mn-cs"/>
                        </a:defRPr>
                      </a:lvl5pPr>
                      <a:lvl6pPr marL="2286000" algn="l" defTabSz="914400" rtl="0" eaLnBrk="1" latinLnBrk="0" hangingPunct="1">
                        <a:defRPr sz="1800" b="1" kern="1200">
                          <a:solidFill>
                            <a:schemeClr val="lt1"/>
                          </a:solidFill>
                          <a:latin typeface="+mn-lt"/>
                          <a:ea typeface="+mn-ea"/>
                          <a:cs typeface="+mn-cs"/>
                        </a:defRPr>
                      </a:lvl6pPr>
                      <a:lvl7pPr marL="2743200" algn="l" defTabSz="914400" rtl="0" eaLnBrk="1" latinLnBrk="0" hangingPunct="1">
                        <a:defRPr sz="1800" b="1" kern="1200">
                          <a:solidFill>
                            <a:schemeClr val="lt1"/>
                          </a:solidFill>
                          <a:latin typeface="+mn-lt"/>
                          <a:ea typeface="+mn-ea"/>
                          <a:cs typeface="+mn-cs"/>
                        </a:defRPr>
                      </a:lvl7pPr>
                      <a:lvl8pPr marL="3200400" algn="l" defTabSz="914400" rtl="0" eaLnBrk="1" latinLnBrk="0" hangingPunct="1">
                        <a:defRPr sz="1800" b="1" kern="1200">
                          <a:solidFill>
                            <a:schemeClr val="lt1"/>
                          </a:solidFill>
                          <a:latin typeface="+mn-lt"/>
                          <a:ea typeface="+mn-ea"/>
                          <a:cs typeface="+mn-cs"/>
                        </a:defRPr>
                      </a:lvl8pPr>
                      <a:lvl9pPr marL="3657600" algn="l" defTabSz="914400" rtl="0" eaLnBrk="1" latinLnBrk="0" hangingPunct="1">
                        <a:defRPr sz="1800" b="1" kern="1200">
                          <a:solidFill>
                            <a:schemeClr val="lt1"/>
                          </a:solidFill>
                          <a:latin typeface="+mn-lt"/>
                          <a:ea typeface="+mn-ea"/>
                          <a:cs typeface="+mn-cs"/>
                        </a:defRPr>
                      </a:lvl9pPr>
                    </a:lstStyle>
                    <a:p>
                      <a:pPr algn="ctr" fontAlgn="b"/>
                      <a:r>
                        <a:rPr lang="en-US" sz="1200" b="1" u="none" strike="noStrike" dirty="0">
                          <a:solidFill>
                            <a:schemeClr val="tx1"/>
                          </a:solidFill>
                          <a:effectLst/>
                          <a:latin typeface="MULISH REGULAR ROMAN"/>
                        </a:rPr>
                        <a:t>% of </a:t>
                      </a:r>
                    </a:p>
                    <a:p>
                      <a:pPr algn="ctr" fontAlgn="b"/>
                      <a:r>
                        <a:rPr lang="en-US" sz="1200" b="1" u="none" strike="noStrike" dirty="0">
                          <a:solidFill>
                            <a:schemeClr val="tx1"/>
                          </a:solidFill>
                          <a:effectLst/>
                          <a:latin typeface="MULISH REGULAR ROMAN"/>
                        </a:rPr>
                        <a:t>Total Cases in Term</a:t>
                      </a:r>
                      <a:endParaRPr lang="en-US" sz="1200" b="1" i="0" u="none" strike="noStrike" dirty="0">
                        <a:solidFill>
                          <a:schemeClr val="tx1"/>
                        </a:solidFill>
                        <a:effectLst/>
                        <a:latin typeface="MULISH REGULAR ROMAN"/>
                      </a:endParaRPr>
                    </a:p>
                  </a:txBody>
                  <a:tcPr marL="9525" marR="9525" marT="9525" marB="0" anchor="ctr">
                    <a:lnT w="12700" cap="flat" cmpd="sng" algn="ctr">
                      <a:solidFill>
                        <a:schemeClr val="tx1"/>
                      </a:solidFill>
                      <a:prstDash val="solid"/>
                      <a:round/>
                      <a:headEnd type="none" w="med" len="med"/>
                      <a:tailEnd type="none" w="med" len="med"/>
                    </a:lnT>
                    <a:noFill/>
                  </a:tcPr>
                </a:tc>
                <a:tc>
                  <a:txBody>
                    <a:bodyPr/>
                    <a:lstStyle>
                      <a:defPPr>
                        <a:defRPr lang="en-US" b="1">
                          <a:solidFill>
                            <a:schemeClr val="lt1"/>
                          </a:solidFill>
                        </a:defRPr>
                      </a:defPPr>
                      <a:lvl1pPr marL="0" algn="l" defTabSz="914400" rtl="0" eaLnBrk="1" latinLnBrk="0" hangingPunct="1">
                        <a:defRPr sz="1800" b="1" kern="1200">
                          <a:solidFill>
                            <a:schemeClr val="lt1"/>
                          </a:solidFill>
                          <a:latin typeface="+mn-lt"/>
                          <a:ea typeface="+mn-ea"/>
                          <a:cs typeface="+mn-cs"/>
                        </a:defRPr>
                      </a:lvl1pPr>
                      <a:lvl2pPr marL="457200" algn="l" defTabSz="914400" rtl="0" eaLnBrk="1" latinLnBrk="0" hangingPunct="1">
                        <a:defRPr sz="1800" b="1" kern="1200">
                          <a:solidFill>
                            <a:schemeClr val="lt1"/>
                          </a:solidFill>
                          <a:latin typeface="+mn-lt"/>
                          <a:ea typeface="+mn-ea"/>
                          <a:cs typeface="+mn-cs"/>
                        </a:defRPr>
                      </a:lvl2pPr>
                      <a:lvl3pPr marL="914400" algn="l" defTabSz="914400" rtl="0" eaLnBrk="1" latinLnBrk="0" hangingPunct="1">
                        <a:defRPr sz="1800" b="1" kern="1200">
                          <a:solidFill>
                            <a:schemeClr val="lt1"/>
                          </a:solidFill>
                          <a:latin typeface="+mn-lt"/>
                          <a:ea typeface="+mn-ea"/>
                          <a:cs typeface="+mn-cs"/>
                        </a:defRPr>
                      </a:lvl3pPr>
                      <a:lvl4pPr marL="1371600" algn="l" defTabSz="914400" rtl="0" eaLnBrk="1" latinLnBrk="0" hangingPunct="1">
                        <a:defRPr sz="1800" b="1" kern="1200">
                          <a:solidFill>
                            <a:schemeClr val="lt1"/>
                          </a:solidFill>
                          <a:latin typeface="+mn-lt"/>
                          <a:ea typeface="+mn-ea"/>
                          <a:cs typeface="+mn-cs"/>
                        </a:defRPr>
                      </a:lvl4pPr>
                      <a:lvl5pPr marL="1828800" algn="l" defTabSz="914400" rtl="0" eaLnBrk="1" latinLnBrk="0" hangingPunct="1">
                        <a:defRPr sz="1800" b="1" kern="1200">
                          <a:solidFill>
                            <a:schemeClr val="lt1"/>
                          </a:solidFill>
                          <a:latin typeface="+mn-lt"/>
                          <a:ea typeface="+mn-ea"/>
                          <a:cs typeface="+mn-cs"/>
                        </a:defRPr>
                      </a:lvl5pPr>
                      <a:lvl6pPr marL="2286000" algn="l" defTabSz="914400" rtl="0" eaLnBrk="1" latinLnBrk="0" hangingPunct="1">
                        <a:defRPr sz="1800" b="1" kern="1200">
                          <a:solidFill>
                            <a:schemeClr val="lt1"/>
                          </a:solidFill>
                          <a:latin typeface="+mn-lt"/>
                          <a:ea typeface="+mn-ea"/>
                          <a:cs typeface="+mn-cs"/>
                        </a:defRPr>
                      </a:lvl6pPr>
                      <a:lvl7pPr marL="2743200" algn="l" defTabSz="914400" rtl="0" eaLnBrk="1" latinLnBrk="0" hangingPunct="1">
                        <a:defRPr sz="1800" b="1" kern="1200">
                          <a:solidFill>
                            <a:schemeClr val="lt1"/>
                          </a:solidFill>
                          <a:latin typeface="+mn-lt"/>
                          <a:ea typeface="+mn-ea"/>
                          <a:cs typeface="+mn-cs"/>
                        </a:defRPr>
                      </a:lvl7pPr>
                      <a:lvl8pPr marL="3200400" algn="l" defTabSz="914400" rtl="0" eaLnBrk="1" latinLnBrk="0" hangingPunct="1">
                        <a:defRPr sz="1800" b="1" kern="1200">
                          <a:solidFill>
                            <a:schemeClr val="lt1"/>
                          </a:solidFill>
                          <a:latin typeface="+mn-lt"/>
                          <a:ea typeface="+mn-ea"/>
                          <a:cs typeface="+mn-cs"/>
                        </a:defRPr>
                      </a:lvl8pPr>
                      <a:lvl9pPr marL="3657600" algn="l" defTabSz="914400" rtl="0" eaLnBrk="1" latinLnBrk="0" hangingPunct="1">
                        <a:defRPr sz="1800" b="1" kern="1200">
                          <a:solidFill>
                            <a:schemeClr val="lt1"/>
                          </a:solidFill>
                          <a:latin typeface="+mn-lt"/>
                          <a:ea typeface="+mn-ea"/>
                          <a:cs typeface="+mn-cs"/>
                        </a:defRPr>
                      </a:lvl9pPr>
                    </a:lstStyle>
                    <a:p>
                      <a:pPr algn="ctr" fontAlgn="b"/>
                      <a:r>
                        <a:rPr lang="en-US" sz="1200" b="1" u="none" strike="noStrike" dirty="0">
                          <a:solidFill>
                            <a:schemeClr val="tx1"/>
                          </a:solidFill>
                          <a:effectLst/>
                          <a:latin typeface="MULISH REGULAR ROMAN"/>
                        </a:rPr>
                        <a:t>% Decided w/ </a:t>
                      </a:r>
                      <a:br>
                        <a:rPr lang="en-US" sz="1200" b="1" u="none" strike="noStrike" dirty="0">
                          <a:solidFill>
                            <a:schemeClr val="tx1"/>
                          </a:solidFill>
                          <a:effectLst/>
                          <a:latin typeface="MULISH REGULAR ROMAN"/>
                        </a:rPr>
                      </a:br>
                      <a:r>
                        <a:rPr lang="en-US" sz="1200" b="1" u="none" strike="noStrike" dirty="0">
                          <a:solidFill>
                            <a:schemeClr val="tx1"/>
                          </a:solidFill>
                          <a:effectLst/>
                          <a:latin typeface="MULISH REGULAR ROMAN"/>
                        </a:rPr>
                        <a:t>Ideological Split</a:t>
                      </a:r>
                      <a:r>
                        <a:rPr lang="en-US" sz="1050" b="1" u="none" strike="noStrike" dirty="0">
                          <a:solidFill>
                            <a:schemeClr val="tx1"/>
                          </a:solidFill>
                          <a:effectLst/>
                          <a:latin typeface="MULISH REGULAR ROMAN"/>
                        </a:rPr>
                        <a:t>*</a:t>
                      </a:r>
                      <a:endParaRPr lang="en-US" sz="1200" b="1" i="0" u="none" strike="noStrike" dirty="0">
                        <a:solidFill>
                          <a:schemeClr val="tx1"/>
                        </a:solidFill>
                        <a:effectLst/>
                        <a:latin typeface="MULISH REGULAR ROMAN"/>
                      </a:endParaRPr>
                    </a:p>
                  </a:txBody>
                  <a:tcPr marL="9525" marR="9525" marT="9525" marB="0" anchor="ctr">
                    <a:lnT w="12700" cap="flat" cmpd="sng" algn="ctr">
                      <a:solidFill>
                        <a:schemeClr val="tx1"/>
                      </a:solidFill>
                      <a:prstDash val="solid"/>
                      <a:round/>
                      <a:headEnd type="none" w="med" len="med"/>
                      <a:tailEnd type="none" w="med" len="med"/>
                    </a:lnT>
                    <a:noFill/>
                  </a:tcPr>
                </a:tc>
                <a:tc>
                  <a:txBody>
                    <a:bodyPr/>
                    <a:lstStyle>
                      <a:defPPr>
                        <a:defRPr lang="en-US" b="1">
                          <a:solidFill>
                            <a:schemeClr val="lt1"/>
                          </a:solidFill>
                        </a:defRPr>
                      </a:defPPr>
                      <a:lvl1pPr marL="0" algn="l" defTabSz="914400" rtl="0" eaLnBrk="1" latinLnBrk="0" hangingPunct="1">
                        <a:defRPr sz="1800" b="1" kern="1200">
                          <a:solidFill>
                            <a:schemeClr val="lt1"/>
                          </a:solidFill>
                          <a:latin typeface="+mn-lt"/>
                          <a:ea typeface="+mn-ea"/>
                          <a:cs typeface="+mn-cs"/>
                        </a:defRPr>
                      </a:lvl1pPr>
                      <a:lvl2pPr marL="457200" algn="l" defTabSz="914400" rtl="0" eaLnBrk="1" latinLnBrk="0" hangingPunct="1">
                        <a:defRPr sz="1800" b="1" kern="1200">
                          <a:solidFill>
                            <a:schemeClr val="lt1"/>
                          </a:solidFill>
                          <a:latin typeface="+mn-lt"/>
                          <a:ea typeface="+mn-ea"/>
                          <a:cs typeface="+mn-cs"/>
                        </a:defRPr>
                      </a:lvl2pPr>
                      <a:lvl3pPr marL="914400" algn="l" defTabSz="914400" rtl="0" eaLnBrk="1" latinLnBrk="0" hangingPunct="1">
                        <a:defRPr sz="1800" b="1" kern="1200">
                          <a:solidFill>
                            <a:schemeClr val="lt1"/>
                          </a:solidFill>
                          <a:latin typeface="+mn-lt"/>
                          <a:ea typeface="+mn-ea"/>
                          <a:cs typeface="+mn-cs"/>
                        </a:defRPr>
                      </a:lvl3pPr>
                      <a:lvl4pPr marL="1371600" algn="l" defTabSz="914400" rtl="0" eaLnBrk="1" latinLnBrk="0" hangingPunct="1">
                        <a:defRPr sz="1800" b="1" kern="1200">
                          <a:solidFill>
                            <a:schemeClr val="lt1"/>
                          </a:solidFill>
                          <a:latin typeface="+mn-lt"/>
                          <a:ea typeface="+mn-ea"/>
                          <a:cs typeface="+mn-cs"/>
                        </a:defRPr>
                      </a:lvl4pPr>
                      <a:lvl5pPr marL="1828800" algn="l" defTabSz="914400" rtl="0" eaLnBrk="1" latinLnBrk="0" hangingPunct="1">
                        <a:defRPr sz="1800" b="1" kern="1200">
                          <a:solidFill>
                            <a:schemeClr val="lt1"/>
                          </a:solidFill>
                          <a:latin typeface="+mn-lt"/>
                          <a:ea typeface="+mn-ea"/>
                          <a:cs typeface="+mn-cs"/>
                        </a:defRPr>
                      </a:lvl5pPr>
                      <a:lvl6pPr marL="2286000" algn="l" defTabSz="914400" rtl="0" eaLnBrk="1" latinLnBrk="0" hangingPunct="1">
                        <a:defRPr sz="1800" b="1" kern="1200">
                          <a:solidFill>
                            <a:schemeClr val="lt1"/>
                          </a:solidFill>
                          <a:latin typeface="+mn-lt"/>
                          <a:ea typeface="+mn-ea"/>
                          <a:cs typeface="+mn-cs"/>
                        </a:defRPr>
                      </a:lvl6pPr>
                      <a:lvl7pPr marL="2743200" algn="l" defTabSz="914400" rtl="0" eaLnBrk="1" latinLnBrk="0" hangingPunct="1">
                        <a:defRPr sz="1800" b="1" kern="1200">
                          <a:solidFill>
                            <a:schemeClr val="lt1"/>
                          </a:solidFill>
                          <a:latin typeface="+mn-lt"/>
                          <a:ea typeface="+mn-ea"/>
                          <a:cs typeface="+mn-cs"/>
                        </a:defRPr>
                      </a:lvl7pPr>
                      <a:lvl8pPr marL="3200400" algn="l" defTabSz="914400" rtl="0" eaLnBrk="1" latinLnBrk="0" hangingPunct="1">
                        <a:defRPr sz="1800" b="1" kern="1200">
                          <a:solidFill>
                            <a:schemeClr val="lt1"/>
                          </a:solidFill>
                          <a:latin typeface="+mn-lt"/>
                          <a:ea typeface="+mn-ea"/>
                          <a:cs typeface="+mn-cs"/>
                        </a:defRPr>
                      </a:lvl8pPr>
                      <a:lvl9pPr marL="3657600" algn="l" defTabSz="914400" rtl="0" eaLnBrk="1" latinLnBrk="0" hangingPunct="1">
                        <a:defRPr sz="1800" b="1" kern="1200">
                          <a:solidFill>
                            <a:schemeClr val="lt1"/>
                          </a:solidFill>
                          <a:latin typeface="+mn-lt"/>
                          <a:ea typeface="+mn-ea"/>
                          <a:cs typeface="+mn-cs"/>
                        </a:defRPr>
                      </a:lvl9pPr>
                    </a:lstStyle>
                    <a:p>
                      <a:pPr algn="ctr" fontAlgn="b"/>
                      <a:r>
                        <a:rPr lang="en-US" sz="1200" b="1" u="none" strike="noStrike" dirty="0">
                          <a:solidFill>
                            <a:schemeClr val="tx1"/>
                          </a:solidFill>
                          <a:effectLst/>
                          <a:latin typeface="MULISH REGULAR ROMAN"/>
                        </a:rPr>
                        <a:t>Number of</a:t>
                      </a:r>
                      <a:br>
                        <a:rPr lang="en-US" sz="1200" b="1" u="none" strike="noStrike" dirty="0">
                          <a:solidFill>
                            <a:schemeClr val="tx1"/>
                          </a:solidFill>
                          <a:effectLst/>
                          <a:latin typeface="MULISH REGULAR ROMAN"/>
                        </a:rPr>
                      </a:br>
                      <a:r>
                        <a:rPr lang="en-US" sz="1200" b="1" u="none" strike="noStrike" dirty="0">
                          <a:solidFill>
                            <a:schemeClr val="tx1"/>
                          </a:solidFill>
                          <a:effectLst/>
                          <a:latin typeface="MULISH REGULAR ROMAN"/>
                        </a:rPr>
                        <a:t> </a:t>
                      </a:r>
                      <a:r>
                        <a:rPr lang="en-US" sz="1200" b="1" u="none" strike="noStrike">
                          <a:solidFill>
                            <a:schemeClr val="tx1"/>
                          </a:solidFill>
                          <a:effectLst/>
                          <a:latin typeface="MULISH REGULAR ROMAN"/>
                        </a:rPr>
                        <a:t>Different Majority </a:t>
                      </a:r>
                      <a:r>
                        <a:rPr lang="en-US" sz="1200" b="1" u="none" strike="noStrike" dirty="0">
                          <a:solidFill>
                            <a:schemeClr val="tx1"/>
                          </a:solidFill>
                          <a:effectLst/>
                          <a:latin typeface="MULISH REGULAR ROMAN"/>
                        </a:rPr>
                        <a:t>Coalitions</a:t>
                      </a:r>
                      <a:endParaRPr lang="en-US" sz="1200" b="1" i="0" u="none" strike="noStrike" dirty="0">
                        <a:solidFill>
                          <a:schemeClr val="tx1"/>
                        </a:solidFill>
                        <a:effectLst/>
                        <a:latin typeface="MULISH REGULAR ROMAN"/>
                      </a:endParaRPr>
                    </a:p>
                  </a:txBody>
                  <a:tcPr marL="9525" marR="9525" marT="9525" marB="0"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noFill/>
                  </a:tcPr>
                </a:tc>
                <a:extLst>
                  <a:ext uri="{0D108BD9-81ED-4DB2-BD59-A6C34878D82A}">
                    <a16:rowId xmlns:a16="http://schemas.microsoft.com/office/drawing/2014/main" val="10000"/>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OT10</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28</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33%</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14%</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29</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1"/>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OT11</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31</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40%</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6%</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29</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2"/>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OT12</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31</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39%</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14%</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24</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3"/>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OT13</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20</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27%</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5%</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23</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4"/>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OT14</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30</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41%</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5%</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26</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5"/>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OT15</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27</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33%</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26</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6"/>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OT16</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18</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26%</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4%</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20</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7"/>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OT17</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26</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34%</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19%</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22</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8"/>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OT18</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31</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42%</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10%</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28</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9"/>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OT19</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19</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32%</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13%</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21</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10"/>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OT20</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24</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37%</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18%</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24</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11"/>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OT21</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31</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48%</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28%</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20</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12"/>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OT22</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18</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31%</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12%</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21</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13"/>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OT23</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26</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44%</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22%</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20</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14"/>
                  </a:ext>
                </a:extLst>
              </a:tr>
              <a:tr h="181583">
                <a:tc>
                  <a:txBody>
                    <a:bodyPr/>
                    <a:lstStyle/>
                    <a:p>
                      <a:pPr algn="ctr" fontAlgn="b">
                        <a:buNone/>
                      </a:pPr>
                      <a:r>
                        <a:rPr lang="en-US" sz="1100" b="1" u="none" strike="noStrike" dirty="0">
                          <a:solidFill>
                            <a:srgbClr val="000000"/>
                          </a:solidFill>
                          <a:effectLst/>
                          <a:latin typeface="MULISH REGULAR ROMAN"/>
                        </a:rPr>
                        <a:t>OT24</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p>
                      <a:pPr algn="ctr" fontAlgn="b">
                        <a:buNone/>
                      </a:pPr>
                      <a:r>
                        <a:rPr lang="en-US" sz="1100" b="0" i="0" u="none" strike="noStrike" dirty="0">
                          <a:solidFill>
                            <a:srgbClr val="000000"/>
                          </a:solidFill>
                          <a:effectLst/>
                          <a:latin typeface="MULISH REGULAR ROMAN"/>
                        </a:rPr>
                        <a:t>11</a:t>
                      </a:r>
                    </a:p>
                  </a:txBody>
                  <a:tcPr marL="9525" marR="9525" marT="9525" marB="0" anchor="b"/>
                </a:tc>
                <a:tc>
                  <a:txBody>
                    <a:bodyPr/>
                    <a:lstStyle/>
                    <a:p>
                      <a:pPr algn="ctr" fontAlgn="b">
                        <a:buNone/>
                      </a:pPr>
                      <a:r>
                        <a:rPr lang="en-US" sz="1100" b="0" i="0" u="none" strike="noStrike" dirty="0">
                          <a:solidFill>
                            <a:srgbClr val="000000"/>
                          </a:solidFill>
                          <a:effectLst/>
                          <a:latin typeface="MULISH REGULAR ROMAN"/>
                        </a:rPr>
                        <a:t>19%</a:t>
                      </a:r>
                    </a:p>
                  </a:txBody>
                  <a:tcPr marL="9525" marR="9525" marT="9525" marB="0" anchor="b"/>
                </a:tc>
                <a:tc>
                  <a:txBody>
                    <a:bodyPr/>
                    <a:lstStyle/>
                    <a:p>
                      <a:pPr algn="ctr" fontAlgn="b">
                        <a:buNone/>
                      </a:pPr>
                      <a:r>
                        <a:rPr lang="en-US" sz="1100" b="0" i="0" u="none" strike="noStrike" dirty="0">
                          <a:solidFill>
                            <a:srgbClr val="000000"/>
                          </a:solidFill>
                          <a:effectLst/>
                          <a:latin typeface="MULISH REGULAR ROMAN"/>
                        </a:rPr>
                        <a:t>2%</a:t>
                      </a:r>
                    </a:p>
                  </a:txBody>
                  <a:tcPr marL="9525" marR="9525" marT="9525" marB="0" anchor="b"/>
                </a:tc>
                <a:tc>
                  <a:txBody>
                    <a:bodyPr/>
                    <a:lstStyle/>
                    <a:p>
                      <a:pPr algn="ctr" fontAlgn="b">
                        <a:buNone/>
                      </a:pPr>
                      <a:r>
                        <a:rPr lang="en-US" sz="1100" b="0" i="0" u="none" strike="noStrike" dirty="0">
                          <a:solidFill>
                            <a:srgbClr val="000000"/>
                          </a:solidFill>
                          <a:effectLst/>
                          <a:latin typeface="MULISH REGULAR ROMAN"/>
                        </a:rPr>
                        <a:t>18</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15"/>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effectLst/>
                          <a:latin typeface="MULISH REGULAR ROMAN"/>
                        </a:rPr>
                        <a:t>Average</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i="0" u="none" strike="noStrike" dirty="0">
                          <a:solidFill>
                            <a:schemeClr val="tx1"/>
                          </a:solidFill>
                          <a:effectLst/>
                          <a:latin typeface="MULISH REGULAR ROMAN"/>
                        </a:rPr>
                        <a:t>24.73</a:t>
                      </a:r>
                    </a:p>
                  </a:txBody>
                  <a:tcPr marL="9525" marR="9525" marT="9525" marB="0" anchor="b">
                    <a:lnB w="12700" cap="flat" cmpd="sng" algn="ctr">
                      <a:solidFill>
                        <a:schemeClr val="tx1"/>
                      </a:solidFill>
                      <a:prstDash val="solid"/>
                      <a:round/>
                      <a:headEnd type="none" w="med" len="med"/>
                      <a:tailEnd type="none" w="med" len="med"/>
                    </a:lnB>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i="0" u="none" strike="noStrike" dirty="0">
                          <a:solidFill>
                            <a:schemeClr val="tx1"/>
                          </a:solidFill>
                          <a:effectLst/>
                          <a:latin typeface="MULISH REGULAR ROMAN"/>
                        </a:rPr>
                        <a:t>35.06</a:t>
                      </a:r>
                      <a:r>
                        <a:rPr lang="en-US" sz="1100" b="1" i="0" u="none" strike="noStrike" dirty="0">
                          <a:solidFill>
                            <a:srgbClr val="000000"/>
                          </a:solidFill>
                          <a:effectLst/>
                          <a:latin typeface="MULISH REGULAR ROMAN"/>
                        </a:rPr>
                        <a:t>%</a:t>
                      </a:r>
                      <a:endParaRPr lang="en-US" sz="1100" b="1" i="0" u="none" strike="noStrike" dirty="0">
                        <a:solidFill>
                          <a:schemeClr val="tx1"/>
                        </a:solidFill>
                        <a:effectLst/>
                        <a:latin typeface="MULISH REGULAR ROMAN"/>
                      </a:endParaRPr>
                    </a:p>
                  </a:txBody>
                  <a:tcPr marL="9525" marR="9525" marT="9525" marB="0" anchor="b">
                    <a:lnB w="12700" cap="flat" cmpd="sng" algn="ctr">
                      <a:solidFill>
                        <a:schemeClr val="tx1"/>
                      </a:solidFill>
                      <a:prstDash val="solid"/>
                      <a:round/>
                      <a:headEnd type="none" w="med" len="med"/>
                      <a:tailEnd type="none" w="med" len="med"/>
                    </a:lnB>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i="0" u="none" strike="noStrike" dirty="0">
                          <a:solidFill>
                            <a:schemeClr val="tx1"/>
                          </a:solidFill>
                          <a:effectLst/>
                          <a:latin typeface="MULISH REGULAR ROMAN"/>
                        </a:rPr>
                        <a:t>9.72%</a:t>
                      </a:r>
                    </a:p>
                  </a:txBody>
                  <a:tcPr marL="9525" marR="9525" marT="9525" marB="0" anchor="b">
                    <a:lnB w="12700" cap="flat" cmpd="sng" algn="ctr">
                      <a:solidFill>
                        <a:schemeClr val="tx1"/>
                      </a:solidFill>
                      <a:prstDash val="solid"/>
                      <a:round/>
                      <a:headEnd type="none" w="med" len="med"/>
                      <a:tailEnd type="none" w="med" len="med"/>
                    </a:lnB>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i="0" u="none" strike="noStrike" dirty="0">
                          <a:solidFill>
                            <a:schemeClr val="tx1"/>
                          </a:solidFill>
                          <a:effectLst/>
                          <a:latin typeface="MULISH REGULAR ROMAN"/>
                        </a:rPr>
                        <a:t>23.5</a:t>
                      </a:r>
                    </a:p>
                  </a:txBody>
                  <a:tcPr marL="9525" marR="9525" marT="9525" marB="0" anchor="b">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16"/>
                  </a:ext>
                </a:extLst>
              </a:tr>
            </a:tbl>
          </a:graphicData>
        </a:graphic>
      </p:graphicFrame>
      <p:sp>
        <p:nvSpPr>
          <p:cNvPr id="3" name="Title 9">
            <a:extLst>
              <a:ext uri="{FF2B5EF4-FFF2-40B4-BE49-F238E27FC236}">
                <a16:creationId xmlns:a16="http://schemas.microsoft.com/office/drawing/2014/main" id="{24742AD3-722B-E682-FD6B-65ED18299FA2}"/>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COALITION ALIGNMENTS</a:t>
            </a:r>
          </a:p>
        </p:txBody>
      </p:sp>
      <p:sp>
        <p:nvSpPr>
          <p:cNvPr id="6" name="Slide Number Placeholder 5">
            <a:extLst>
              <a:ext uri="{FF2B5EF4-FFF2-40B4-BE49-F238E27FC236}">
                <a16:creationId xmlns:a16="http://schemas.microsoft.com/office/drawing/2014/main" id="{6F917167-D351-D9FE-0CDF-BD9E92B3FF87}"/>
              </a:ext>
            </a:extLst>
          </p:cNvPr>
          <p:cNvSpPr>
            <a:spLocks noGrp="1"/>
          </p:cNvSpPr>
          <p:nvPr>
            <p:ph type="sldNum" sz="quarter" idx="12"/>
          </p:nvPr>
        </p:nvSpPr>
        <p:spPr/>
        <p:txBody>
          <a:bodyPr/>
          <a:lstStyle/>
          <a:p>
            <a:fld id="{5E212BD6-99D2-4430-8307-3DFF6CB1AF68}" type="slidenum">
              <a:rPr lang="en-US" smtClean="0"/>
              <a:t>17</a:t>
            </a:fld>
            <a:endParaRPr lang="en-US" dirty="0"/>
          </a:p>
        </p:txBody>
      </p:sp>
      <p:sp>
        <p:nvSpPr>
          <p:cNvPr id="9" name="TextBox 8">
            <a:extLst>
              <a:ext uri="{FF2B5EF4-FFF2-40B4-BE49-F238E27FC236}">
                <a16:creationId xmlns:a16="http://schemas.microsoft.com/office/drawing/2014/main" id="{610E4D12-C6EA-6236-4D21-152B25F48D98}"/>
              </a:ext>
            </a:extLst>
          </p:cNvPr>
          <p:cNvSpPr txBox="1"/>
          <p:nvPr/>
        </p:nvSpPr>
        <p:spPr>
          <a:xfrm>
            <a:off x="5190565" y="61941"/>
            <a:ext cx="6668870" cy="707886"/>
          </a:xfrm>
          <a:prstGeom prst="rect">
            <a:avLst/>
          </a:prstGeom>
          <a:noFill/>
          <a:ln>
            <a:solidFill>
              <a:schemeClr val="tx1"/>
            </a:solidFill>
          </a:ln>
        </p:spPr>
        <p:txBody>
          <a:bodyPr wrap="square">
            <a:spAutoFit/>
          </a:bodyPr>
          <a:lstStyle/>
          <a:p>
            <a:r>
              <a:rPr lang="en-US" sz="1000" b="0" u="none" strike="noStrike" dirty="0">
                <a:solidFill>
                  <a:srgbClr val="000000"/>
                </a:solidFill>
                <a:effectLst/>
                <a:latin typeface="MULISH REGULAR ROMAN"/>
              </a:rPr>
              <a:t>* Ideological splits represent instances where justices representing divergent ideological orientations (i.e., </a:t>
            </a:r>
            <a:r>
              <a:rPr lang="en-US" sz="1000" i="1" dirty="0">
                <a:solidFill>
                  <a:srgbClr val="000000"/>
                </a:solidFill>
                <a:latin typeface="MULISH REGULAR ROMAN"/>
              </a:rPr>
              <a:t>l</a:t>
            </a:r>
            <a:r>
              <a:rPr lang="en-US" sz="1000" b="0" i="1" u="none" strike="noStrike" dirty="0">
                <a:solidFill>
                  <a:srgbClr val="000000"/>
                </a:solidFill>
                <a:effectLst/>
                <a:latin typeface="MULISH REGULAR ROMAN"/>
              </a:rPr>
              <a:t>iberal or conservative</a:t>
            </a:r>
            <a:r>
              <a:rPr lang="en-US" sz="1000" b="0" i="0" u="none" strike="noStrike" dirty="0">
                <a:solidFill>
                  <a:srgbClr val="000000"/>
                </a:solidFill>
                <a:effectLst/>
                <a:latin typeface="MULISH REGULAR ROMAN"/>
              </a:rPr>
              <a:t>) according to </a:t>
            </a:r>
            <a:r>
              <a:rPr lang="en-US" sz="1000" dirty="0">
                <a:latin typeface="MULISH REGULAR ROMAN"/>
              </a:rPr>
              <a:t> </a:t>
            </a:r>
            <a:r>
              <a:rPr lang="en-US" sz="1000" dirty="0">
                <a:latin typeface="MULISH REGULAR ROMAN"/>
                <a:hlinkClick r:id="rId3"/>
              </a:rPr>
              <a:t>Martin-Quinn</a:t>
            </a:r>
            <a:r>
              <a:rPr lang="en-US" sz="1000" dirty="0">
                <a:latin typeface="MULISH REGULAR ROMAN"/>
              </a:rPr>
              <a:t> populate the majority and dissenting coalitions</a:t>
            </a:r>
            <a:r>
              <a:rPr lang="en-US" sz="1000" b="0" i="0" u="none" strike="noStrike" dirty="0">
                <a:solidFill>
                  <a:srgbClr val="000000"/>
                </a:solidFill>
                <a:effectLst/>
                <a:latin typeface="MULISH REGULAR ROMAN"/>
              </a:rPr>
              <a:t>. For OT10-OT19, this represents a (5-4) all-conservative majority – Since OT20, this represents an all-conservative (6-3) majority. Data used for longitudinal comparisons sourced from the </a:t>
            </a:r>
            <a:r>
              <a:rPr lang="en-US" sz="1000" b="0" i="0" u="none" strike="noStrike" dirty="0">
                <a:solidFill>
                  <a:srgbClr val="000000"/>
                </a:solidFill>
                <a:effectLst/>
                <a:latin typeface="MULISH REGULAR ROMAN"/>
                <a:hlinkClick r:id="rId4"/>
              </a:rPr>
              <a:t>Supreme Court Database</a:t>
            </a:r>
            <a:r>
              <a:rPr lang="en-US" sz="1000" b="0" i="0" u="none" strike="noStrike" dirty="0">
                <a:solidFill>
                  <a:srgbClr val="000000"/>
                </a:solidFill>
                <a:effectLst/>
                <a:latin typeface="MULISH REGULAR ROMAN"/>
              </a:rPr>
              <a:t>.</a:t>
            </a:r>
            <a:endParaRPr lang="en-US" sz="1000" dirty="0"/>
          </a:p>
        </p:txBody>
      </p:sp>
    </p:spTree>
    <p:extLst>
      <p:ext uri="{BB962C8B-B14F-4D97-AF65-F5344CB8AC3E}">
        <p14:creationId xmlns:p14="http://schemas.microsoft.com/office/powerpoint/2010/main" val="260752690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7" name="Content Placeholder 6"/>
          <p:cNvGraphicFramePr>
            <a:graphicFrameLocks noGrp="1"/>
          </p:cNvGraphicFramePr>
          <p:nvPr>
            <p:ph idx="1"/>
            <p:extLst>
              <p:ext uri="{D42A27DB-BD31-4B8C-83A1-F6EECF244321}">
                <p14:modId xmlns:p14="http://schemas.microsoft.com/office/powerpoint/2010/main" val="3229960045"/>
              </p:ext>
            </p:extLst>
          </p:nvPr>
        </p:nvGraphicFramePr>
        <p:xfrm>
          <a:off x="344808" y="918414"/>
          <a:ext cx="11135992" cy="5107248"/>
        </p:xfrm>
        <a:graphic>
          <a:graphicData uri="http://schemas.openxmlformats.org/drawingml/2006/table">
            <a:tbl>
              <a:tblPr firstRow="1" bandRow="1">
                <a:tableStyleId>{C083E6E3-FA7D-4D7B-A595-EF9225AFEA82}</a:tableStyleId>
              </a:tblPr>
              <a:tblGrid>
                <a:gridCol w="1391999">
                  <a:extLst>
                    <a:ext uri="{9D8B030D-6E8A-4147-A177-3AD203B41FA5}">
                      <a16:colId xmlns:a16="http://schemas.microsoft.com/office/drawing/2014/main" val="20000"/>
                    </a:ext>
                  </a:extLst>
                </a:gridCol>
                <a:gridCol w="1391999">
                  <a:extLst>
                    <a:ext uri="{9D8B030D-6E8A-4147-A177-3AD203B41FA5}">
                      <a16:colId xmlns:a16="http://schemas.microsoft.com/office/drawing/2014/main" val="20001"/>
                    </a:ext>
                  </a:extLst>
                </a:gridCol>
                <a:gridCol w="1391999">
                  <a:extLst>
                    <a:ext uri="{9D8B030D-6E8A-4147-A177-3AD203B41FA5}">
                      <a16:colId xmlns:a16="http://schemas.microsoft.com/office/drawing/2014/main" val="20002"/>
                    </a:ext>
                  </a:extLst>
                </a:gridCol>
                <a:gridCol w="1391999">
                  <a:extLst>
                    <a:ext uri="{9D8B030D-6E8A-4147-A177-3AD203B41FA5}">
                      <a16:colId xmlns:a16="http://schemas.microsoft.com/office/drawing/2014/main" val="20003"/>
                    </a:ext>
                  </a:extLst>
                </a:gridCol>
                <a:gridCol w="1391999">
                  <a:extLst>
                    <a:ext uri="{9D8B030D-6E8A-4147-A177-3AD203B41FA5}">
                      <a16:colId xmlns:a16="http://schemas.microsoft.com/office/drawing/2014/main" val="20004"/>
                    </a:ext>
                  </a:extLst>
                </a:gridCol>
                <a:gridCol w="1391999">
                  <a:extLst>
                    <a:ext uri="{9D8B030D-6E8A-4147-A177-3AD203B41FA5}">
                      <a16:colId xmlns:a16="http://schemas.microsoft.com/office/drawing/2014/main" val="20005"/>
                    </a:ext>
                  </a:extLst>
                </a:gridCol>
                <a:gridCol w="1391999">
                  <a:extLst>
                    <a:ext uri="{9D8B030D-6E8A-4147-A177-3AD203B41FA5}">
                      <a16:colId xmlns:a16="http://schemas.microsoft.com/office/drawing/2014/main" val="20006"/>
                    </a:ext>
                  </a:extLst>
                </a:gridCol>
                <a:gridCol w="1391999">
                  <a:extLst>
                    <a:ext uri="{9D8B030D-6E8A-4147-A177-3AD203B41FA5}">
                      <a16:colId xmlns:a16="http://schemas.microsoft.com/office/drawing/2014/main" val="20007"/>
                    </a:ext>
                  </a:extLst>
                </a:gridCol>
              </a:tblGrid>
              <a:tr h="283736">
                <a:tc>
                  <a:txBody>
                    <a:bodyPr/>
                    <a:lstStyle/>
                    <a:p>
                      <a:pPr marL="0" algn="ctr" rtl="0" eaLnBrk="1" fontAlgn="auto" latinLnBrk="0" hangingPunct="1">
                        <a:spcBef>
                          <a:spcPts val="0"/>
                        </a:spcBef>
                        <a:spcAft>
                          <a:spcPts val="0"/>
                        </a:spcAft>
                      </a:pPr>
                      <a:r>
                        <a:rPr lang="en-US" sz="1100" b="1" kern="1200" dirty="0">
                          <a:latin typeface="MULISH REGULAR ROMAN"/>
                        </a:rPr>
                        <a:t>​Court below</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r>
                        <a:rPr lang="en-US" sz="1100" b="1" kern="1200" dirty="0">
                          <a:effectLst/>
                          <a:latin typeface="MULISH REGULAR ROMAN"/>
                        </a:rPr>
                        <a:t># of Cases</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r>
                        <a:rPr lang="en-US" sz="1100" b="1" kern="1200" dirty="0">
                          <a:effectLst/>
                          <a:latin typeface="MULISH REGULAR ROMAN"/>
                        </a:rPr>
                        <a:t>% of Cases</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r>
                        <a:rPr lang="en-US" sz="1100" b="1" kern="1200" dirty="0">
                          <a:latin typeface="MULISH REGULAR ROMAN"/>
                        </a:rPr>
                        <a:t># Decided​</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r>
                        <a:rPr lang="en-US" sz="1100" b="1" kern="1200" dirty="0">
                          <a:latin typeface="MULISH REGULAR ROMAN"/>
                        </a:rPr>
                        <a:t># Affirmed</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r>
                        <a:rPr lang="en-US" sz="1100" b="1" kern="1200" dirty="0">
                          <a:latin typeface="MULISH REGULAR ROMAN"/>
                        </a:rPr>
                        <a:t># Reversed</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a:spcBef>
                          <a:spcPts val="0"/>
                        </a:spcBef>
                        <a:spcAft>
                          <a:spcPts val="0"/>
                        </a:spcAft>
                      </a:pPr>
                      <a:r>
                        <a:rPr lang="en-US" sz="1100" b="1" dirty="0">
                          <a:effectLst/>
                          <a:latin typeface="MULISH REGULAR ROMAN"/>
                        </a:rPr>
                        <a:t>% Affirmed</a:t>
                      </a: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a:spcBef>
                          <a:spcPts val="0"/>
                        </a:spcBef>
                        <a:spcAft>
                          <a:spcPts val="0"/>
                        </a:spcAft>
                      </a:pPr>
                      <a:r>
                        <a:rPr lang="en-US" sz="1100" b="1" kern="1200" dirty="0">
                          <a:effectLst/>
                          <a:latin typeface="MULISH REGULAR ROMAN"/>
                        </a:rPr>
                        <a:t>% Reversed</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83736">
                <a:tc>
                  <a:txBody>
                    <a:bodyPr/>
                    <a:lstStyle/>
                    <a:p>
                      <a:pPr marL="0" algn="ctr" rtl="0" eaLnBrk="1" fontAlgn="base" latinLnBrk="0" hangingPunct="1">
                        <a:spcBef>
                          <a:spcPts val="0"/>
                        </a:spcBef>
                        <a:spcAft>
                          <a:spcPts val="0"/>
                        </a:spcAft>
                      </a:pPr>
                      <a:r>
                        <a:rPr lang="en-US" sz="1100" b="0" kern="1200" dirty="0">
                          <a:latin typeface="MULISH REGULAR ROMAN"/>
                        </a:rPr>
                        <a:t>1</a:t>
                      </a:r>
                      <a:r>
                        <a:rPr lang="en-US" sz="1100" b="0" kern="1200" baseline="30000" dirty="0">
                          <a:latin typeface="MULISH REGULAR ROMAN"/>
                        </a:rPr>
                        <a:t>st</a:t>
                      </a:r>
                      <a:r>
                        <a:rPr lang="en-US" sz="1100" b="0" kern="1200" dirty="0">
                          <a:latin typeface="MULISH REGULAR ROMAN"/>
                        </a:rPr>
                        <a:t> Cir.</a:t>
                      </a:r>
                      <a:endParaRPr lang="en-US" sz="1100" b="0" dirty="0">
                        <a:effectLst/>
                        <a:latin typeface="MULISH REGULAR ROMAN"/>
                      </a:endParaRPr>
                    </a:p>
                  </a:txBody>
                  <a:tcPr marL="0" marR="0" marT="0" marB="0" anchor="ctr">
                    <a:lnT w="12700" cmpd="sng">
                      <a:noFill/>
                    </a:lnT>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T w="12700" cmpd="sng">
                      <a:noFill/>
                    </a:lnT>
                  </a:tcPr>
                </a:tc>
                <a:tc>
                  <a:txBody>
                    <a:bodyPr/>
                    <a:lstStyle/>
                    <a:p>
                      <a:pPr algn="ctr" fontAlgn="b"/>
                      <a:r>
                        <a:rPr lang="en-US" sz="1100" b="0" i="0" u="none" strike="noStrike">
                          <a:solidFill>
                            <a:srgbClr val="000000"/>
                          </a:solidFill>
                          <a:effectLst/>
                          <a:latin typeface="MULISH BLACK ROMAN"/>
                        </a:rPr>
                        <a:t>1.5%</a:t>
                      </a:r>
                    </a:p>
                  </a:txBody>
                  <a:tcPr marL="9525" marR="9525" marT="9525" marB="0" anchor="ctr">
                    <a:lnT w="12700" cmpd="sng">
                      <a:noFill/>
                    </a:lnT>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T w="12700" cmpd="sng">
                      <a:noFill/>
                    </a:lnT>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T w="12700" cmpd="sng">
                      <a:noFill/>
                    </a:lnT>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T w="12700" cmpd="sng">
                      <a:noFill/>
                    </a:lnT>
                  </a:tcPr>
                </a:tc>
                <a:tc>
                  <a:txBody>
                    <a:bodyPr/>
                    <a:lstStyle/>
                    <a:p>
                      <a:pPr algn="ctr" fontAlgn="b"/>
                      <a:r>
                        <a:rPr lang="en-US" sz="1100" b="0" i="0" u="none" strike="noStrike">
                          <a:solidFill>
                            <a:srgbClr val="000000"/>
                          </a:solidFill>
                          <a:effectLst/>
                          <a:latin typeface="MULISH BLACK ROMAN"/>
                        </a:rPr>
                        <a:t>100%</a:t>
                      </a:r>
                    </a:p>
                  </a:txBody>
                  <a:tcPr marL="9525" marR="9525" marT="9525" marB="0" anchor="ctr">
                    <a:lnT w="12700" cmpd="sng">
                      <a:noFill/>
                    </a:lnT>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T w="12700" cmpd="sng">
                      <a:noFill/>
                    </a:lnT>
                  </a:tcPr>
                </a:tc>
                <a:extLst>
                  <a:ext uri="{0D108BD9-81ED-4DB2-BD59-A6C34878D82A}">
                    <a16:rowId xmlns:a16="http://schemas.microsoft.com/office/drawing/2014/main" val="10002"/>
                  </a:ext>
                </a:extLst>
              </a:tr>
              <a:tr h="283736">
                <a:tc>
                  <a:txBody>
                    <a:bodyPr/>
                    <a:lstStyle/>
                    <a:p>
                      <a:pPr marL="0" algn="ctr" rtl="0" eaLnBrk="1" fontAlgn="base" latinLnBrk="0" hangingPunct="1">
                        <a:spcBef>
                          <a:spcPts val="0"/>
                        </a:spcBef>
                        <a:spcAft>
                          <a:spcPts val="0"/>
                        </a:spcAft>
                      </a:pPr>
                      <a:r>
                        <a:rPr lang="en-US" sz="1100" b="0" kern="1200" dirty="0">
                          <a:effectLst/>
                          <a:latin typeface="MULISH REGULAR ROMAN"/>
                        </a:rPr>
                        <a:t>2nd Cir.</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MULISH BLACK ROMAN"/>
                        </a:rPr>
                        <a:t>6</a:t>
                      </a:r>
                    </a:p>
                  </a:txBody>
                  <a:tcPr marL="9525" marR="9525" marT="9525" marB="0" anchor="ctr"/>
                </a:tc>
                <a:tc>
                  <a:txBody>
                    <a:bodyPr/>
                    <a:lstStyle/>
                    <a:p>
                      <a:pPr algn="ctr" fontAlgn="b"/>
                      <a:r>
                        <a:rPr lang="en-US" sz="1100" b="0" i="0" u="none" strike="noStrike">
                          <a:solidFill>
                            <a:srgbClr val="000000"/>
                          </a:solidFill>
                          <a:effectLst/>
                          <a:latin typeface="MULISH BLACK ROMAN"/>
                        </a:rPr>
                        <a:t>9%</a:t>
                      </a:r>
                    </a:p>
                  </a:txBody>
                  <a:tcPr marL="9525" marR="9525" marT="9525" marB="0" anchor="ctr"/>
                </a:tc>
                <a:tc>
                  <a:txBody>
                    <a:bodyPr/>
                    <a:lstStyle/>
                    <a:p>
                      <a:pPr algn="ctr" fontAlgn="b"/>
                      <a:r>
                        <a:rPr lang="en-US" sz="1100" b="0" i="0" u="none" strike="noStrike">
                          <a:solidFill>
                            <a:srgbClr val="000000"/>
                          </a:solidFill>
                          <a:effectLst/>
                          <a:latin typeface="MULISH BLACK ROMAN"/>
                        </a:rPr>
                        <a:t>6</a:t>
                      </a:r>
                    </a:p>
                  </a:txBody>
                  <a:tcPr marL="9525" marR="9525" marT="9525" marB="0" anchor="ctr"/>
                </a:tc>
                <a:tc>
                  <a:txBody>
                    <a:bodyPr/>
                    <a:lstStyle/>
                    <a:p>
                      <a:pPr algn="ctr" fontAlgn="b"/>
                      <a:r>
                        <a:rPr lang="en-US" sz="1100" b="0" i="0" u="none" strike="noStrike">
                          <a:solidFill>
                            <a:srgbClr val="000000"/>
                          </a:solidFill>
                          <a:effectLst/>
                          <a:latin typeface="MULISH BLACK ROMAN"/>
                        </a:rPr>
                        <a:t>4</a:t>
                      </a:r>
                    </a:p>
                  </a:txBody>
                  <a:tcPr marL="9525" marR="9525" marT="9525" marB="0" anchor="ctr"/>
                </a:tc>
                <a:tc>
                  <a:txBody>
                    <a:bodyPr/>
                    <a:lstStyle/>
                    <a:p>
                      <a:pPr algn="ctr" fontAlgn="b"/>
                      <a:r>
                        <a:rPr lang="en-US" sz="1100" b="0" i="0" u="none" strike="noStrike">
                          <a:solidFill>
                            <a:srgbClr val="000000"/>
                          </a:solidFill>
                          <a:effectLst/>
                          <a:latin typeface="MULISH BLACK ROMAN"/>
                        </a:rPr>
                        <a:t>2</a:t>
                      </a:r>
                    </a:p>
                  </a:txBody>
                  <a:tcPr marL="9525" marR="9525" marT="9525" marB="0" anchor="ctr"/>
                </a:tc>
                <a:tc>
                  <a:txBody>
                    <a:bodyPr/>
                    <a:lstStyle/>
                    <a:p>
                      <a:pPr algn="ctr" fontAlgn="b"/>
                      <a:r>
                        <a:rPr lang="en-US" sz="1100" b="0" i="0" u="none" strike="noStrike">
                          <a:solidFill>
                            <a:srgbClr val="000000"/>
                          </a:solidFill>
                          <a:effectLst/>
                          <a:latin typeface="MULISH BLACK ROMAN"/>
                        </a:rPr>
                        <a:t>66.7%</a:t>
                      </a:r>
                    </a:p>
                  </a:txBody>
                  <a:tcPr marL="9525" marR="9525" marT="9525" marB="0" anchor="ctr"/>
                </a:tc>
                <a:tc>
                  <a:txBody>
                    <a:bodyPr/>
                    <a:lstStyle/>
                    <a:p>
                      <a:pPr algn="ctr" fontAlgn="b"/>
                      <a:r>
                        <a:rPr lang="en-US" sz="1100" b="0" i="0" u="none" strike="noStrike">
                          <a:solidFill>
                            <a:srgbClr val="000000"/>
                          </a:solidFill>
                          <a:effectLst/>
                          <a:latin typeface="MULISH BLACK ROMAN"/>
                        </a:rPr>
                        <a:t>33.3%</a:t>
                      </a:r>
                    </a:p>
                  </a:txBody>
                  <a:tcPr marL="9525" marR="9525" marT="9525" marB="0" anchor="ctr"/>
                </a:tc>
                <a:extLst>
                  <a:ext uri="{0D108BD9-81ED-4DB2-BD59-A6C34878D82A}">
                    <a16:rowId xmlns:a16="http://schemas.microsoft.com/office/drawing/2014/main" val="10003"/>
                  </a:ext>
                </a:extLst>
              </a:tr>
              <a:tr h="283736">
                <a:tc>
                  <a:txBody>
                    <a:bodyPr/>
                    <a:lstStyle/>
                    <a:p>
                      <a:pPr marL="0" algn="ctr" rtl="0" eaLnBrk="1" fontAlgn="base" latinLnBrk="0" hangingPunct="1">
                        <a:spcBef>
                          <a:spcPts val="0"/>
                        </a:spcBef>
                        <a:spcAft>
                          <a:spcPts val="0"/>
                        </a:spcAft>
                      </a:pPr>
                      <a:r>
                        <a:rPr lang="en-US" sz="1100" b="0" kern="1200" dirty="0">
                          <a:effectLst/>
                          <a:latin typeface="MULISH REGULAR ROMAN"/>
                        </a:rPr>
                        <a:t>3rd Cir.</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MULISH BLACK ROMAN"/>
                        </a:rPr>
                        <a:t>2</a:t>
                      </a:r>
                    </a:p>
                  </a:txBody>
                  <a:tcPr marL="9525" marR="9525" marT="9525" marB="0" anchor="ctr"/>
                </a:tc>
                <a:tc>
                  <a:txBody>
                    <a:bodyPr/>
                    <a:lstStyle/>
                    <a:p>
                      <a:pPr algn="ctr" fontAlgn="b"/>
                      <a:r>
                        <a:rPr lang="en-US" sz="1100" b="0" i="0" u="none" strike="noStrike">
                          <a:solidFill>
                            <a:srgbClr val="000000"/>
                          </a:solidFill>
                          <a:effectLst/>
                          <a:latin typeface="MULISH BLACK ROMAN"/>
                        </a:rPr>
                        <a:t>3%</a:t>
                      </a:r>
                    </a:p>
                  </a:txBody>
                  <a:tcPr marL="9525" marR="9525" marT="9525" marB="0" anchor="ctr"/>
                </a:tc>
                <a:tc>
                  <a:txBody>
                    <a:bodyPr/>
                    <a:lstStyle/>
                    <a:p>
                      <a:pPr algn="ctr" fontAlgn="b"/>
                      <a:r>
                        <a:rPr lang="en-US" sz="1100" b="0" i="0" u="none" strike="noStrike">
                          <a:solidFill>
                            <a:srgbClr val="000000"/>
                          </a:solidFill>
                          <a:effectLst/>
                          <a:latin typeface="MULISH BLACK ROMAN"/>
                        </a:rPr>
                        <a:t>2</a:t>
                      </a:r>
                    </a:p>
                  </a:txBody>
                  <a:tcPr marL="9525" marR="9525" marT="9525" marB="0" anchor="ctr"/>
                </a:tc>
                <a:tc>
                  <a:txBody>
                    <a:bodyPr/>
                    <a:lstStyle/>
                    <a:p>
                      <a:pPr algn="ctr" fontAlgn="b"/>
                      <a:r>
                        <a:rPr lang="en-US" sz="1100" b="0" i="0" u="none" strike="noStrike">
                          <a:solidFill>
                            <a:srgbClr val="000000"/>
                          </a:solidFill>
                          <a:effectLst/>
                          <a:latin typeface="MULISH BLACK ROMAN"/>
                        </a:rPr>
                        <a:t>1</a:t>
                      </a:r>
                    </a:p>
                  </a:txBody>
                  <a:tcPr marL="9525" marR="9525" marT="9525" marB="0" anchor="ctr"/>
                </a:tc>
                <a:tc>
                  <a:txBody>
                    <a:bodyPr/>
                    <a:lstStyle/>
                    <a:p>
                      <a:pPr algn="ctr" fontAlgn="b"/>
                      <a:r>
                        <a:rPr lang="en-US" sz="1100" b="0" i="0" u="none" strike="noStrike">
                          <a:solidFill>
                            <a:srgbClr val="000000"/>
                          </a:solidFill>
                          <a:effectLst/>
                          <a:latin typeface="MULISH BLACK ROMAN"/>
                        </a:rPr>
                        <a:t>1</a:t>
                      </a:r>
                    </a:p>
                  </a:txBody>
                  <a:tcPr marL="9525" marR="9525" marT="9525" marB="0" anchor="ctr"/>
                </a:tc>
                <a:tc>
                  <a:txBody>
                    <a:bodyPr/>
                    <a:lstStyle/>
                    <a:p>
                      <a:pPr algn="ctr" fontAlgn="b"/>
                      <a:r>
                        <a:rPr lang="en-US" sz="1100" b="0" i="0" u="none" strike="noStrike">
                          <a:solidFill>
                            <a:srgbClr val="000000"/>
                          </a:solidFill>
                          <a:effectLst/>
                          <a:latin typeface="MULISH BLACK ROMAN"/>
                        </a:rPr>
                        <a:t>50%</a:t>
                      </a:r>
                    </a:p>
                  </a:txBody>
                  <a:tcPr marL="9525" marR="9525" marT="9525" marB="0" anchor="ctr"/>
                </a:tc>
                <a:tc>
                  <a:txBody>
                    <a:bodyPr/>
                    <a:lstStyle/>
                    <a:p>
                      <a:pPr algn="ctr" fontAlgn="b"/>
                      <a:r>
                        <a:rPr lang="en-US" sz="1100" b="0" i="0" u="none" strike="noStrike">
                          <a:solidFill>
                            <a:srgbClr val="000000"/>
                          </a:solidFill>
                          <a:effectLst/>
                          <a:latin typeface="MULISH BLACK ROMAN"/>
                        </a:rPr>
                        <a:t>50%</a:t>
                      </a:r>
                    </a:p>
                  </a:txBody>
                  <a:tcPr marL="9525" marR="9525" marT="9525" marB="0" anchor="ctr"/>
                </a:tc>
                <a:extLst>
                  <a:ext uri="{0D108BD9-81ED-4DB2-BD59-A6C34878D82A}">
                    <a16:rowId xmlns:a16="http://schemas.microsoft.com/office/drawing/2014/main" val="10004"/>
                  </a:ext>
                </a:extLst>
              </a:tr>
              <a:tr h="283736">
                <a:tc>
                  <a:txBody>
                    <a:bodyPr/>
                    <a:lstStyle/>
                    <a:p>
                      <a:pPr marL="0" algn="ctr" rtl="0" eaLnBrk="1" fontAlgn="base" latinLnBrk="0" hangingPunct="1">
                        <a:spcBef>
                          <a:spcPts val="0"/>
                        </a:spcBef>
                        <a:spcAft>
                          <a:spcPts val="0"/>
                        </a:spcAft>
                      </a:pPr>
                      <a:r>
                        <a:rPr lang="en-US" sz="1100" b="0" kern="1200" dirty="0">
                          <a:latin typeface="MULISH REGULAR ROMAN"/>
                        </a:rPr>
                        <a:t>4th ​Cir.</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MULISH BLACK ROMAN"/>
                        </a:rPr>
                        <a:t>8</a:t>
                      </a:r>
                    </a:p>
                  </a:txBody>
                  <a:tcPr marL="9525" marR="9525" marT="9525" marB="0" anchor="ctr"/>
                </a:tc>
                <a:tc>
                  <a:txBody>
                    <a:bodyPr/>
                    <a:lstStyle/>
                    <a:p>
                      <a:pPr algn="ctr" fontAlgn="b"/>
                      <a:r>
                        <a:rPr lang="en-US" sz="1100" b="0" i="0" u="none" strike="noStrike">
                          <a:solidFill>
                            <a:srgbClr val="000000"/>
                          </a:solidFill>
                          <a:effectLst/>
                          <a:latin typeface="MULISH BLACK ROMAN"/>
                        </a:rPr>
                        <a:t>11.9%</a:t>
                      </a:r>
                    </a:p>
                  </a:txBody>
                  <a:tcPr marL="9525" marR="9525" marT="9525" marB="0" anchor="ctr"/>
                </a:tc>
                <a:tc>
                  <a:txBody>
                    <a:bodyPr/>
                    <a:lstStyle/>
                    <a:p>
                      <a:pPr algn="ctr" fontAlgn="b"/>
                      <a:r>
                        <a:rPr lang="en-US" sz="1100" b="0" i="0" u="none" strike="noStrike">
                          <a:solidFill>
                            <a:srgbClr val="000000"/>
                          </a:solidFill>
                          <a:effectLst/>
                          <a:latin typeface="MULISH BLACK ROMAN"/>
                        </a:rPr>
                        <a:t>4</a:t>
                      </a:r>
                    </a:p>
                  </a:txBody>
                  <a:tcPr marL="9525" marR="9525" marT="9525" marB="0" anchor="ctr"/>
                </a:tc>
                <a:tc>
                  <a:txBody>
                    <a:bodyPr/>
                    <a:lstStyle/>
                    <a:p>
                      <a:pPr algn="ctr" fontAlgn="b"/>
                      <a:r>
                        <a:rPr lang="en-US" sz="1100" b="0" i="0" u="none" strike="noStrike">
                          <a:solidFill>
                            <a:srgbClr val="000000"/>
                          </a:solidFill>
                          <a:effectLst/>
                          <a:latin typeface="MULISH BLACK ROMAN"/>
                        </a:rPr>
                        <a:t>4</a:t>
                      </a:r>
                    </a:p>
                  </a:txBody>
                  <a:tcPr marL="9525" marR="9525" marT="9525" marB="0" anchor="ctr"/>
                </a:tc>
                <a:tc>
                  <a:txBody>
                    <a:bodyPr/>
                    <a:lstStyle/>
                    <a:p>
                      <a:pPr algn="ctr" fontAlgn="b"/>
                      <a:r>
                        <a:rPr lang="en-US" sz="1100" b="0" i="0" u="none" strike="noStrike">
                          <a:solidFill>
                            <a:srgbClr val="000000"/>
                          </a:solidFill>
                          <a:effectLst/>
                          <a:latin typeface="MULISH BLACK ROMAN"/>
                        </a:rPr>
                        <a:t>0</a:t>
                      </a:r>
                    </a:p>
                  </a:txBody>
                  <a:tcPr marL="9525" marR="9525" marT="9525" marB="0" anchor="ctr"/>
                </a:tc>
                <a:tc>
                  <a:txBody>
                    <a:bodyPr/>
                    <a:lstStyle/>
                    <a:p>
                      <a:pPr algn="ctr" fontAlgn="b"/>
                      <a:r>
                        <a:rPr lang="en-US" sz="1100" b="0" i="0" u="none" strike="noStrike">
                          <a:solidFill>
                            <a:srgbClr val="000000"/>
                          </a:solidFill>
                          <a:effectLst/>
                          <a:latin typeface="MULISH BLACK ROMAN"/>
                        </a:rPr>
                        <a:t>100%</a:t>
                      </a:r>
                    </a:p>
                  </a:txBody>
                  <a:tcPr marL="9525" marR="9525" marT="9525" marB="0" anchor="ctr"/>
                </a:tc>
                <a:tc>
                  <a:txBody>
                    <a:bodyPr/>
                    <a:lstStyle/>
                    <a:p>
                      <a:pPr algn="ctr" fontAlgn="b"/>
                      <a:r>
                        <a:rPr lang="en-US" sz="1100" b="0" i="0" u="none" strike="noStrike">
                          <a:solidFill>
                            <a:srgbClr val="000000"/>
                          </a:solidFill>
                          <a:effectLst/>
                          <a:latin typeface="MULISH BLACK ROMAN"/>
                        </a:rPr>
                        <a:t>0%</a:t>
                      </a:r>
                    </a:p>
                  </a:txBody>
                  <a:tcPr marL="9525" marR="9525" marT="9525" marB="0" anchor="ctr"/>
                </a:tc>
                <a:extLst>
                  <a:ext uri="{0D108BD9-81ED-4DB2-BD59-A6C34878D82A}">
                    <a16:rowId xmlns:a16="http://schemas.microsoft.com/office/drawing/2014/main" val="10005"/>
                  </a:ext>
                </a:extLst>
              </a:tr>
              <a:tr h="283736">
                <a:tc>
                  <a:txBody>
                    <a:bodyPr/>
                    <a:lstStyle/>
                    <a:p>
                      <a:pPr marL="0" algn="ctr" rtl="0" eaLnBrk="1" fontAlgn="base" latinLnBrk="0" hangingPunct="1">
                        <a:spcBef>
                          <a:spcPts val="0"/>
                        </a:spcBef>
                        <a:spcAft>
                          <a:spcPts val="0"/>
                        </a:spcAft>
                      </a:pPr>
                      <a:r>
                        <a:rPr lang="en-US" sz="1100" b="0" kern="1200" dirty="0">
                          <a:effectLst/>
                          <a:latin typeface="MULISH REGULAR ROMAN"/>
                        </a:rPr>
                        <a:t>5th</a:t>
                      </a:r>
                      <a:r>
                        <a:rPr lang="en-US" sz="1100" b="0" kern="1200" baseline="30000" dirty="0">
                          <a:effectLst/>
                          <a:latin typeface="MULISH REGULAR ROMAN"/>
                        </a:rPr>
                        <a:t> </a:t>
                      </a:r>
                      <a:r>
                        <a:rPr lang="en-US" sz="1100" b="0" kern="1200" dirty="0">
                          <a:effectLst/>
                          <a:latin typeface="MULISH REGULAR ROMAN"/>
                        </a:rPr>
                        <a:t>Cir.</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MULISH BLACK ROMAN"/>
                        </a:rPr>
                        <a:t>13</a:t>
                      </a:r>
                    </a:p>
                  </a:txBody>
                  <a:tcPr marL="9525" marR="9525" marT="9525" marB="0" anchor="ctr"/>
                </a:tc>
                <a:tc>
                  <a:txBody>
                    <a:bodyPr/>
                    <a:lstStyle/>
                    <a:p>
                      <a:pPr algn="ctr" fontAlgn="b"/>
                      <a:r>
                        <a:rPr lang="en-US" sz="1100" b="0" i="0" u="none" strike="noStrike">
                          <a:solidFill>
                            <a:srgbClr val="000000"/>
                          </a:solidFill>
                          <a:effectLst/>
                          <a:latin typeface="MULISH BLACK ROMAN"/>
                        </a:rPr>
                        <a:t>19.4%</a:t>
                      </a:r>
                    </a:p>
                  </a:txBody>
                  <a:tcPr marL="9525" marR="9525" marT="9525" marB="0" anchor="ctr"/>
                </a:tc>
                <a:tc>
                  <a:txBody>
                    <a:bodyPr/>
                    <a:lstStyle/>
                    <a:p>
                      <a:pPr algn="ctr" fontAlgn="b"/>
                      <a:r>
                        <a:rPr lang="en-US" sz="1100" b="0" i="0" u="none" strike="noStrike">
                          <a:solidFill>
                            <a:srgbClr val="000000"/>
                          </a:solidFill>
                          <a:effectLst/>
                          <a:latin typeface="MULISH BLACK ROMAN"/>
                        </a:rPr>
                        <a:t>7</a:t>
                      </a:r>
                    </a:p>
                  </a:txBody>
                  <a:tcPr marL="9525" marR="9525" marT="9525" marB="0" anchor="ctr"/>
                </a:tc>
                <a:tc>
                  <a:txBody>
                    <a:bodyPr/>
                    <a:lstStyle/>
                    <a:p>
                      <a:pPr algn="ctr" fontAlgn="b"/>
                      <a:r>
                        <a:rPr lang="en-US" sz="1100" b="0" i="0" u="none" strike="noStrike">
                          <a:solidFill>
                            <a:srgbClr val="000000"/>
                          </a:solidFill>
                          <a:effectLst/>
                          <a:latin typeface="MULISH BLACK ROMAN"/>
                        </a:rPr>
                        <a:t>5</a:t>
                      </a:r>
                    </a:p>
                  </a:txBody>
                  <a:tcPr marL="9525" marR="9525" marT="9525" marB="0" anchor="ctr"/>
                </a:tc>
                <a:tc>
                  <a:txBody>
                    <a:bodyPr/>
                    <a:lstStyle/>
                    <a:p>
                      <a:pPr algn="ctr" fontAlgn="b"/>
                      <a:r>
                        <a:rPr lang="en-US" sz="1100" b="0" i="0" u="none" strike="noStrike">
                          <a:solidFill>
                            <a:srgbClr val="000000"/>
                          </a:solidFill>
                          <a:effectLst/>
                          <a:latin typeface="MULISH BLACK ROMAN"/>
                        </a:rPr>
                        <a:t>2</a:t>
                      </a:r>
                    </a:p>
                  </a:txBody>
                  <a:tcPr marL="9525" marR="9525" marT="9525" marB="0" anchor="ctr"/>
                </a:tc>
                <a:tc>
                  <a:txBody>
                    <a:bodyPr/>
                    <a:lstStyle/>
                    <a:p>
                      <a:pPr algn="ctr" fontAlgn="b"/>
                      <a:r>
                        <a:rPr lang="en-US" sz="1100" b="0" i="0" u="none" strike="noStrike">
                          <a:solidFill>
                            <a:srgbClr val="000000"/>
                          </a:solidFill>
                          <a:effectLst/>
                          <a:latin typeface="MULISH BLACK ROMAN"/>
                        </a:rPr>
                        <a:t>71.4%</a:t>
                      </a:r>
                    </a:p>
                  </a:txBody>
                  <a:tcPr marL="9525" marR="9525" marT="9525" marB="0" anchor="ctr"/>
                </a:tc>
                <a:tc>
                  <a:txBody>
                    <a:bodyPr/>
                    <a:lstStyle/>
                    <a:p>
                      <a:pPr algn="ctr" fontAlgn="b"/>
                      <a:r>
                        <a:rPr lang="en-US" sz="1100" b="0" i="0" u="none" strike="noStrike">
                          <a:solidFill>
                            <a:srgbClr val="000000"/>
                          </a:solidFill>
                          <a:effectLst/>
                          <a:latin typeface="MULISH BLACK ROMAN"/>
                        </a:rPr>
                        <a:t>28.6%</a:t>
                      </a:r>
                    </a:p>
                  </a:txBody>
                  <a:tcPr marL="9525" marR="9525" marT="9525" marB="0" anchor="ctr"/>
                </a:tc>
                <a:extLst>
                  <a:ext uri="{0D108BD9-81ED-4DB2-BD59-A6C34878D82A}">
                    <a16:rowId xmlns:a16="http://schemas.microsoft.com/office/drawing/2014/main" val="10006"/>
                  </a:ext>
                </a:extLst>
              </a:tr>
              <a:tr h="283736">
                <a:tc>
                  <a:txBody>
                    <a:bodyPr/>
                    <a:lstStyle/>
                    <a:p>
                      <a:pPr marL="0" algn="ctr" rtl="0" eaLnBrk="1" fontAlgn="base" latinLnBrk="0" hangingPunct="1">
                        <a:spcBef>
                          <a:spcPts val="0"/>
                        </a:spcBef>
                        <a:spcAft>
                          <a:spcPts val="0"/>
                        </a:spcAft>
                      </a:pPr>
                      <a:r>
                        <a:rPr lang="en-US" sz="1100" b="0" kern="1200" dirty="0">
                          <a:latin typeface="MULISH REGULAR ROMAN"/>
                        </a:rPr>
                        <a:t>6th Cir.</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MULISH BLACK ROMAN"/>
                        </a:rPr>
                        <a:t>4</a:t>
                      </a:r>
                    </a:p>
                  </a:txBody>
                  <a:tcPr marL="9525" marR="9525" marT="9525" marB="0" anchor="ctr"/>
                </a:tc>
                <a:tc>
                  <a:txBody>
                    <a:bodyPr/>
                    <a:lstStyle/>
                    <a:p>
                      <a:pPr algn="ctr" fontAlgn="b"/>
                      <a:r>
                        <a:rPr lang="en-US" sz="1100" b="0" i="0" u="none" strike="noStrike">
                          <a:solidFill>
                            <a:srgbClr val="000000"/>
                          </a:solidFill>
                          <a:effectLst/>
                          <a:latin typeface="MULISH BLACK ROMAN"/>
                        </a:rPr>
                        <a:t>6%</a:t>
                      </a:r>
                    </a:p>
                  </a:txBody>
                  <a:tcPr marL="9525" marR="9525" marT="9525" marB="0" anchor="ctr"/>
                </a:tc>
                <a:tc>
                  <a:txBody>
                    <a:bodyPr/>
                    <a:lstStyle/>
                    <a:p>
                      <a:pPr algn="ctr" fontAlgn="b"/>
                      <a:r>
                        <a:rPr lang="en-US" sz="1100" b="0" i="0" u="none" strike="noStrike">
                          <a:solidFill>
                            <a:srgbClr val="000000"/>
                          </a:solidFill>
                          <a:effectLst/>
                          <a:latin typeface="MULISH BLACK ROMAN"/>
                        </a:rPr>
                        <a:t>4</a:t>
                      </a:r>
                    </a:p>
                  </a:txBody>
                  <a:tcPr marL="9525" marR="9525" marT="9525" marB="0" anchor="ctr"/>
                </a:tc>
                <a:tc>
                  <a:txBody>
                    <a:bodyPr/>
                    <a:lstStyle/>
                    <a:p>
                      <a:pPr algn="ctr" fontAlgn="b"/>
                      <a:r>
                        <a:rPr lang="en-US" sz="1100" b="0" i="0" u="none" strike="noStrike">
                          <a:solidFill>
                            <a:srgbClr val="000000"/>
                          </a:solidFill>
                          <a:effectLst/>
                          <a:latin typeface="MULISH BLACK ROMAN"/>
                        </a:rPr>
                        <a:t>2</a:t>
                      </a:r>
                    </a:p>
                  </a:txBody>
                  <a:tcPr marL="9525" marR="9525" marT="9525" marB="0" anchor="ctr"/>
                </a:tc>
                <a:tc>
                  <a:txBody>
                    <a:bodyPr/>
                    <a:lstStyle/>
                    <a:p>
                      <a:pPr algn="ctr" fontAlgn="b"/>
                      <a:r>
                        <a:rPr lang="en-US" sz="1100" b="0" i="0" u="none" strike="noStrike">
                          <a:solidFill>
                            <a:srgbClr val="000000"/>
                          </a:solidFill>
                          <a:effectLst/>
                          <a:latin typeface="MULISH BLACK ROMAN"/>
                        </a:rPr>
                        <a:t>2</a:t>
                      </a:r>
                    </a:p>
                  </a:txBody>
                  <a:tcPr marL="9525" marR="9525" marT="9525" marB="0" anchor="ctr"/>
                </a:tc>
                <a:tc>
                  <a:txBody>
                    <a:bodyPr/>
                    <a:lstStyle/>
                    <a:p>
                      <a:pPr algn="ctr" fontAlgn="b"/>
                      <a:r>
                        <a:rPr lang="en-US" sz="1100" b="0" i="0" u="none" strike="noStrike">
                          <a:solidFill>
                            <a:srgbClr val="000000"/>
                          </a:solidFill>
                          <a:effectLst/>
                          <a:latin typeface="MULISH BLACK ROMAN"/>
                        </a:rPr>
                        <a:t>50%</a:t>
                      </a:r>
                    </a:p>
                  </a:txBody>
                  <a:tcPr marL="9525" marR="9525" marT="9525" marB="0" anchor="ctr"/>
                </a:tc>
                <a:tc>
                  <a:txBody>
                    <a:bodyPr/>
                    <a:lstStyle/>
                    <a:p>
                      <a:pPr algn="ctr" fontAlgn="b"/>
                      <a:r>
                        <a:rPr lang="en-US" sz="1100" b="0" i="0" u="none" strike="noStrike">
                          <a:solidFill>
                            <a:srgbClr val="000000"/>
                          </a:solidFill>
                          <a:effectLst/>
                          <a:latin typeface="MULISH BLACK ROMAN"/>
                        </a:rPr>
                        <a:t>50%</a:t>
                      </a:r>
                    </a:p>
                  </a:txBody>
                  <a:tcPr marL="9525" marR="9525" marT="9525" marB="0" anchor="ctr"/>
                </a:tc>
                <a:extLst>
                  <a:ext uri="{0D108BD9-81ED-4DB2-BD59-A6C34878D82A}">
                    <a16:rowId xmlns:a16="http://schemas.microsoft.com/office/drawing/2014/main" val="10007"/>
                  </a:ext>
                </a:extLst>
              </a:tr>
              <a:tr h="283736">
                <a:tc>
                  <a:txBody>
                    <a:bodyPr/>
                    <a:lstStyle/>
                    <a:p>
                      <a:pPr marL="0" algn="ctr" rtl="0" eaLnBrk="1" fontAlgn="base" latinLnBrk="0" hangingPunct="1">
                        <a:spcBef>
                          <a:spcPts val="0"/>
                        </a:spcBef>
                        <a:spcAft>
                          <a:spcPts val="0"/>
                        </a:spcAft>
                      </a:pPr>
                      <a:r>
                        <a:rPr lang="en-US" sz="1100" b="0" kern="1200" dirty="0">
                          <a:effectLst/>
                          <a:latin typeface="MULISH REGULAR ROMAN"/>
                        </a:rPr>
                        <a:t>7th Cir.</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MULISH BLACK ROMAN"/>
                        </a:rPr>
                        <a:t>2</a:t>
                      </a:r>
                    </a:p>
                  </a:txBody>
                  <a:tcPr marL="9525" marR="9525" marT="9525" marB="0" anchor="ctr"/>
                </a:tc>
                <a:tc>
                  <a:txBody>
                    <a:bodyPr/>
                    <a:lstStyle/>
                    <a:p>
                      <a:pPr algn="ctr" fontAlgn="b"/>
                      <a:r>
                        <a:rPr lang="en-US" sz="1100" b="0" i="0" u="none" strike="noStrike">
                          <a:solidFill>
                            <a:srgbClr val="000000"/>
                          </a:solidFill>
                          <a:effectLst/>
                          <a:latin typeface="MULISH BLACK ROMAN"/>
                        </a:rPr>
                        <a:t>3%</a:t>
                      </a:r>
                    </a:p>
                  </a:txBody>
                  <a:tcPr marL="9525" marR="9525" marT="9525" marB="0" anchor="ctr"/>
                </a:tc>
                <a:tc>
                  <a:txBody>
                    <a:bodyPr/>
                    <a:lstStyle/>
                    <a:p>
                      <a:pPr algn="ctr" fontAlgn="b"/>
                      <a:r>
                        <a:rPr lang="en-US" sz="1100" b="0" i="0" u="none" strike="noStrike">
                          <a:solidFill>
                            <a:srgbClr val="000000"/>
                          </a:solidFill>
                          <a:effectLst/>
                          <a:latin typeface="MULISH BLACK ROMAN"/>
                        </a:rPr>
                        <a:t>2</a:t>
                      </a:r>
                    </a:p>
                  </a:txBody>
                  <a:tcPr marL="9525" marR="9525" marT="9525" marB="0" anchor="ctr"/>
                </a:tc>
                <a:tc>
                  <a:txBody>
                    <a:bodyPr/>
                    <a:lstStyle/>
                    <a:p>
                      <a:pPr algn="ctr" fontAlgn="b"/>
                      <a:r>
                        <a:rPr lang="en-US" sz="1100" b="0" i="0" u="none" strike="noStrike">
                          <a:solidFill>
                            <a:srgbClr val="000000"/>
                          </a:solidFill>
                          <a:effectLst/>
                          <a:latin typeface="MULISH BLACK ROMAN"/>
                        </a:rPr>
                        <a:t>1</a:t>
                      </a:r>
                    </a:p>
                  </a:txBody>
                  <a:tcPr marL="9525" marR="9525" marT="9525" marB="0" anchor="ctr"/>
                </a:tc>
                <a:tc>
                  <a:txBody>
                    <a:bodyPr/>
                    <a:lstStyle/>
                    <a:p>
                      <a:pPr algn="ctr" fontAlgn="b"/>
                      <a:r>
                        <a:rPr lang="en-US" sz="1100" b="0" i="0" u="none" strike="noStrike">
                          <a:solidFill>
                            <a:srgbClr val="000000"/>
                          </a:solidFill>
                          <a:effectLst/>
                          <a:latin typeface="MULISH BLACK ROMAN"/>
                        </a:rPr>
                        <a:t>1</a:t>
                      </a:r>
                    </a:p>
                  </a:txBody>
                  <a:tcPr marL="9525" marR="9525" marT="9525" marB="0" anchor="ctr"/>
                </a:tc>
                <a:tc>
                  <a:txBody>
                    <a:bodyPr/>
                    <a:lstStyle/>
                    <a:p>
                      <a:pPr algn="ctr" fontAlgn="b"/>
                      <a:r>
                        <a:rPr lang="en-US" sz="1100" b="0" i="0" u="none" strike="noStrike">
                          <a:solidFill>
                            <a:srgbClr val="000000"/>
                          </a:solidFill>
                          <a:effectLst/>
                          <a:latin typeface="MULISH BLACK ROMAN"/>
                        </a:rPr>
                        <a:t>50%</a:t>
                      </a:r>
                    </a:p>
                  </a:txBody>
                  <a:tcPr marL="9525" marR="9525" marT="9525" marB="0" anchor="ctr"/>
                </a:tc>
                <a:tc>
                  <a:txBody>
                    <a:bodyPr/>
                    <a:lstStyle/>
                    <a:p>
                      <a:pPr algn="ctr" fontAlgn="b"/>
                      <a:r>
                        <a:rPr lang="en-US" sz="1100" b="0" i="0" u="none" strike="noStrike">
                          <a:solidFill>
                            <a:srgbClr val="000000"/>
                          </a:solidFill>
                          <a:effectLst/>
                          <a:latin typeface="MULISH BLACK ROMAN"/>
                        </a:rPr>
                        <a:t>50%</a:t>
                      </a:r>
                    </a:p>
                  </a:txBody>
                  <a:tcPr marL="9525" marR="9525" marT="9525" marB="0" anchor="ctr"/>
                </a:tc>
                <a:extLst>
                  <a:ext uri="{0D108BD9-81ED-4DB2-BD59-A6C34878D82A}">
                    <a16:rowId xmlns:a16="http://schemas.microsoft.com/office/drawing/2014/main" val="10008"/>
                  </a:ext>
                </a:extLst>
              </a:tr>
              <a:tr h="283736">
                <a:tc>
                  <a:txBody>
                    <a:bodyPr/>
                    <a:lstStyle/>
                    <a:p>
                      <a:pPr marL="0" algn="ctr" rtl="0" eaLnBrk="1" fontAlgn="base" latinLnBrk="0" hangingPunct="1">
                        <a:spcBef>
                          <a:spcPts val="0"/>
                        </a:spcBef>
                        <a:spcAft>
                          <a:spcPts val="0"/>
                        </a:spcAft>
                      </a:pPr>
                      <a:r>
                        <a:rPr lang="en-US" sz="1100" b="0" kern="1200" dirty="0">
                          <a:latin typeface="MULISH REGULAR ROMAN"/>
                        </a:rPr>
                        <a:t>8th Cir.​</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MULISH BLACK ROMAN"/>
                        </a:rPr>
                        <a:t>2</a:t>
                      </a:r>
                    </a:p>
                  </a:txBody>
                  <a:tcPr marL="9525" marR="9525" marT="9525" marB="0" anchor="ctr"/>
                </a:tc>
                <a:tc>
                  <a:txBody>
                    <a:bodyPr/>
                    <a:lstStyle/>
                    <a:p>
                      <a:pPr algn="ctr" fontAlgn="b"/>
                      <a:r>
                        <a:rPr lang="en-US" sz="1100" b="0" i="0" u="none" strike="noStrike">
                          <a:solidFill>
                            <a:srgbClr val="000000"/>
                          </a:solidFill>
                          <a:effectLst/>
                          <a:latin typeface="MULISH BLACK ROMAN"/>
                        </a:rPr>
                        <a:t>3%</a:t>
                      </a:r>
                    </a:p>
                  </a:txBody>
                  <a:tcPr marL="9525" marR="9525" marT="9525" marB="0" anchor="ctr"/>
                </a:tc>
                <a:tc>
                  <a:txBody>
                    <a:bodyPr/>
                    <a:lstStyle/>
                    <a:p>
                      <a:pPr algn="ctr" fontAlgn="b"/>
                      <a:r>
                        <a:rPr lang="en-US" sz="1100" b="0" i="0" u="none" strike="noStrike">
                          <a:solidFill>
                            <a:srgbClr val="000000"/>
                          </a:solidFill>
                          <a:effectLst/>
                          <a:latin typeface="MULISH BLACK ROMAN"/>
                        </a:rPr>
                        <a:t>2</a:t>
                      </a:r>
                    </a:p>
                  </a:txBody>
                  <a:tcPr marL="9525" marR="9525" marT="9525" marB="0" anchor="ctr"/>
                </a:tc>
                <a:tc>
                  <a:txBody>
                    <a:bodyPr/>
                    <a:lstStyle/>
                    <a:p>
                      <a:pPr algn="ctr" fontAlgn="b"/>
                      <a:r>
                        <a:rPr lang="en-US" sz="1100" b="0" i="0" u="none" strike="noStrike">
                          <a:solidFill>
                            <a:srgbClr val="000000"/>
                          </a:solidFill>
                          <a:effectLst/>
                          <a:latin typeface="MULISH BLACK ROMAN"/>
                        </a:rPr>
                        <a:t>1</a:t>
                      </a:r>
                    </a:p>
                  </a:txBody>
                  <a:tcPr marL="9525" marR="9525" marT="9525" marB="0" anchor="ctr"/>
                </a:tc>
                <a:tc>
                  <a:txBody>
                    <a:bodyPr/>
                    <a:lstStyle/>
                    <a:p>
                      <a:pPr algn="ctr" fontAlgn="b"/>
                      <a:r>
                        <a:rPr lang="en-US" sz="1100" b="0" i="0" u="none" strike="noStrike">
                          <a:solidFill>
                            <a:srgbClr val="000000"/>
                          </a:solidFill>
                          <a:effectLst/>
                          <a:latin typeface="MULISH BLACK ROMAN"/>
                        </a:rPr>
                        <a:t>1</a:t>
                      </a:r>
                    </a:p>
                  </a:txBody>
                  <a:tcPr marL="9525" marR="9525" marT="9525" marB="0" anchor="ctr"/>
                </a:tc>
                <a:tc>
                  <a:txBody>
                    <a:bodyPr/>
                    <a:lstStyle/>
                    <a:p>
                      <a:pPr algn="ctr" fontAlgn="b"/>
                      <a:r>
                        <a:rPr lang="en-US" sz="1100" b="0" i="0" u="none" strike="noStrike">
                          <a:solidFill>
                            <a:srgbClr val="000000"/>
                          </a:solidFill>
                          <a:effectLst/>
                          <a:latin typeface="MULISH BLACK ROMAN"/>
                        </a:rPr>
                        <a:t>50%</a:t>
                      </a:r>
                    </a:p>
                  </a:txBody>
                  <a:tcPr marL="9525" marR="9525" marT="9525" marB="0" anchor="ctr"/>
                </a:tc>
                <a:tc>
                  <a:txBody>
                    <a:bodyPr/>
                    <a:lstStyle/>
                    <a:p>
                      <a:pPr algn="ctr" fontAlgn="b"/>
                      <a:r>
                        <a:rPr lang="en-US" sz="1100" b="0" i="0" u="none" strike="noStrike">
                          <a:solidFill>
                            <a:srgbClr val="000000"/>
                          </a:solidFill>
                          <a:effectLst/>
                          <a:latin typeface="MULISH BLACK ROMAN"/>
                        </a:rPr>
                        <a:t>50%</a:t>
                      </a:r>
                    </a:p>
                  </a:txBody>
                  <a:tcPr marL="9525" marR="9525" marT="9525" marB="0" anchor="ctr"/>
                </a:tc>
                <a:extLst>
                  <a:ext uri="{0D108BD9-81ED-4DB2-BD59-A6C34878D82A}">
                    <a16:rowId xmlns:a16="http://schemas.microsoft.com/office/drawing/2014/main" val="10009"/>
                  </a:ext>
                </a:extLst>
              </a:tr>
              <a:tr h="283736">
                <a:tc>
                  <a:txBody>
                    <a:bodyPr/>
                    <a:lstStyle/>
                    <a:p>
                      <a:pPr marL="0" algn="ctr" rtl="0" eaLnBrk="1" fontAlgn="base" latinLnBrk="0" hangingPunct="1">
                        <a:spcBef>
                          <a:spcPts val="0"/>
                        </a:spcBef>
                        <a:spcAft>
                          <a:spcPts val="0"/>
                        </a:spcAft>
                      </a:pPr>
                      <a:r>
                        <a:rPr lang="en-US" sz="1100" b="0" kern="1200" dirty="0">
                          <a:effectLst/>
                          <a:latin typeface="MULISH REGULAR ROMAN"/>
                        </a:rPr>
                        <a:t>9th Cir.</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MULISH BLACK ROMAN"/>
                        </a:rPr>
                        <a:t>6</a:t>
                      </a:r>
                    </a:p>
                  </a:txBody>
                  <a:tcPr marL="9525" marR="9525" marT="9525" marB="0" anchor="ctr"/>
                </a:tc>
                <a:tc>
                  <a:txBody>
                    <a:bodyPr/>
                    <a:lstStyle/>
                    <a:p>
                      <a:pPr algn="ctr" fontAlgn="b"/>
                      <a:r>
                        <a:rPr lang="en-US" sz="1100" b="0" i="0" u="none" strike="noStrike">
                          <a:solidFill>
                            <a:srgbClr val="000000"/>
                          </a:solidFill>
                          <a:effectLst/>
                          <a:latin typeface="MULISH BLACK ROMAN"/>
                        </a:rPr>
                        <a:t>9%</a:t>
                      </a:r>
                    </a:p>
                  </a:txBody>
                  <a:tcPr marL="9525" marR="9525" marT="9525" marB="0" anchor="ctr"/>
                </a:tc>
                <a:tc>
                  <a:txBody>
                    <a:bodyPr/>
                    <a:lstStyle/>
                    <a:p>
                      <a:pPr algn="ctr" fontAlgn="b"/>
                      <a:r>
                        <a:rPr lang="en-US" sz="1100" b="0" i="0" u="none" strike="noStrike">
                          <a:solidFill>
                            <a:srgbClr val="000000"/>
                          </a:solidFill>
                          <a:effectLst/>
                          <a:latin typeface="MULISH BLACK ROMAN"/>
                        </a:rPr>
                        <a:t>3</a:t>
                      </a:r>
                    </a:p>
                  </a:txBody>
                  <a:tcPr marL="9525" marR="9525" marT="9525" marB="0" anchor="ctr"/>
                </a:tc>
                <a:tc>
                  <a:txBody>
                    <a:bodyPr/>
                    <a:lstStyle/>
                    <a:p>
                      <a:pPr algn="ctr" fontAlgn="b"/>
                      <a:r>
                        <a:rPr lang="en-US" sz="1100" b="0" i="0" u="none" strike="noStrike">
                          <a:solidFill>
                            <a:srgbClr val="000000"/>
                          </a:solidFill>
                          <a:effectLst/>
                          <a:latin typeface="MULISH BLACK ROMAN"/>
                        </a:rPr>
                        <a:t>3</a:t>
                      </a:r>
                    </a:p>
                  </a:txBody>
                  <a:tcPr marL="9525" marR="9525" marT="9525" marB="0" anchor="ctr"/>
                </a:tc>
                <a:tc>
                  <a:txBody>
                    <a:bodyPr/>
                    <a:lstStyle/>
                    <a:p>
                      <a:pPr algn="ctr" fontAlgn="b"/>
                      <a:r>
                        <a:rPr lang="en-US" sz="1100" b="0" i="0" u="none" strike="noStrike">
                          <a:solidFill>
                            <a:srgbClr val="000000"/>
                          </a:solidFill>
                          <a:effectLst/>
                          <a:latin typeface="MULISH BLACK ROMAN"/>
                        </a:rPr>
                        <a:t>0</a:t>
                      </a:r>
                    </a:p>
                  </a:txBody>
                  <a:tcPr marL="9525" marR="9525" marT="9525" marB="0" anchor="ctr"/>
                </a:tc>
                <a:tc>
                  <a:txBody>
                    <a:bodyPr/>
                    <a:lstStyle/>
                    <a:p>
                      <a:pPr algn="ctr" fontAlgn="b"/>
                      <a:r>
                        <a:rPr lang="en-US" sz="1100" b="0" i="0" u="none" strike="noStrike">
                          <a:solidFill>
                            <a:srgbClr val="000000"/>
                          </a:solidFill>
                          <a:effectLst/>
                          <a:latin typeface="MULISH BLACK ROMAN"/>
                        </a:rPr>
                        <a:t>100%</a:t>
                      </a:r>
                    </a:p>
                  </a:txBody>
                  <a:tcPr marL="9525" marR="9525" marT="9525" marB="0" anchor="ctr"/>
                </a:tc>
                <a:tc>
                  <a:txBody>
                    <a:bodyPr/>
                    <a:lstStyle/>
                    <a:p>
                      <a:pPr algn="ctr" fontAlgn="b"/>
                      <a:r>
                        <a:rPr lang="en-US" sz="1100" b="0" i="0" u="none" strike="noStrike">
                          <a:solidFill>
                            <a:srgbClr val="000000"/>
                          </a:solidFill>
                          <a:effectLst/>
                          <a:latin typeface="MULISH BLACK ROMAN"/>
                        </a:rPr>
                        <a:t>0%</a:t>
                      </a:r>
                    </a:p>
                  </a:txBody>
                  <a:tcPr marL="9525" marR="9525" marT="9525" marB="0" anchor="ctr"/>
                </a:tc>
                <a:extLst>
                  <a:ext uri="{0D108BD9-81ED-4DB2-BD59-A6C34878D82A}">
                    <a16:rowId xmlns:a16="http://schemas.microsoft.com/office/drawing/2014/main" val="10010"/>
                  </a:ext>
                </a:extLst>
              </a:tr>
              <a:tr h="283736">
                <a:tc>
                  <a:txBody>
                    <a:bodyPr/>
                    <a:lstStyle/>
                    <a:p>
                      <a:pPr marL="0" algn="ctr" rtl="0" eaLnBrk="1" fontAlgn="base" latinLnBrk="0" hangingPunct="1">
                        <a:spcBef>
                          <a:spcPts val="0"/>
                        </a:spcBef>
                        <a:spcAft>
                          <a:spcPts val="0"/>
                        </a:spcAft>
                      </a:pPr>
                      <a:r>
                        <a:rPr lang="en-US" sz="1100" b="0" kern="1200" dirty="0">
                          <a:effectLst/>
                          <a:latin typeface="MULISH REGULAR ROMAN"/>
                        </a:rPr>
                        <a:t>10th Cir.</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MULISH BLACK ROMAN"/>
                        </a:rPr>
                        <a:t>4</a:t>
                      </a:r>
                    </a:p>
                  </a:txBody>
                  <a:tcPr marL="9525" marR="9525" marT="9525" marB="0" anchor="ctr"/>
                </a:tc>
                <a:tc>
                  <a:txBody>
                    <a:bodyPr/>
                    <a:lstStyle/>
                    <a:p>
                      <a:pPr algn="ctr" fontAlgn="b"/>
                      <a:r>
                        <a:rPr lang="en-US" sz="1100" b="0" i="0" u="none" strike="noStrike">
                          <a:solidFill>
                            <a:srgbClr val="000000"/>
                          </a:solidFill>
                          <a:effectLst/>
                          <a:latin typeface="MULISH BLACK ROMAN"/>
                        </a:rPr>
                        <a:t>6%</a:t>
                      </a:r>
                    </a:p>
                  </a:txBody>
                  <a:tcPr marL="9525" marR="9525" marT="9525" marB="0" anchor="ctr"/>
                </a:tc>
                <a:tc>
                  <a:txBody>
                    <a:bodyPr/>
                    <a:lstStyle/>
                    <a:p>
                      <a:pPr algn="ctr" fontAlgn="b"/>
                      <a:r>
                        <a:rPr lang="en-US" sz="1100" b="0" i="0" u="none" strike="noStrike">
                          <a:solidFill>
                            <a:srgbClr val="000000"/>
                          </a:solidFill>
                          <a:effectLst/>
                          <a:latin typeface="MULISH BLACK ROMAN"/>
                        </a:rPr>
                        <a:t>4</a:t>
                      </a:r>
                    </a:p>
                  </a:txBody>
                  <a:tcPr marL="9525" marR="9525" marT="9525" marB="0" anchor="ctr"/>
                </a:tc>
                <a:tc>
                  <a:txBody>
                    <a:bodyPr/>
                    <a:lstStyle/>
                    <a:p>
                      <a:pPr algn="ctr" fontAlgn="b"/>
                      <a:r>
                        <a:rPr lang="en-US" sz="1100" b="0" i="0" u="none" strike="noStrike">
                          <a:solidFill>
                            <a:srgbClr val="000000"/>
                          </a:solidFill>
                          <a:effectLst/>
                          <a:latin typeface="MULISH BLACK ROMAN"/>
                        </a:rPr>
                        <a:t>4</a:t>
                      </a:r>
                    </a:p>
                  </a:txBody>
                  <a:tcPr marL="9525" marR="9525" marT="9525" marB="0" anchor="ctr"/>
                </a:tc>
                <a:tc>
                  <a:txBody>
                    <a:bodyPr/>
                    <a:lstStyle/>
                    <a:p>
                      <a:pPr algn="ctr" fontAlgn="b"/>
                      <a:r>
                        <a:rPr lang="en-US" sz="1100" b="0" i="0" u="none" strike="noStrike">
                          <a:solidFill>
                            <a:srgbClr val="000000"/>
                          </a:solidFill>
                          <a:effectLst/>
                          <a:latin typeface="MULISH BLACK ROMAN"/>
                        </a:rPr>
                        <a:t>0</a:t>
                      </a:r>
                    </a:p>
                  </a:txBody>
                  <a:tcPr marL="9525" marR="9525" marT="9525" marB="0" anchor="ctr"/>
                </a:tc>
                <a:tc>
                  <a:txBody>
                    <a:bodyPr/>
                    <a:lstStyle/>
                    <a:p>
                      <a:pPr algn="ctr" fontAlgn="b"/>
                      <a:r>
                        <a:rPr lang="en-US" sz="1100" b="0" i="0" u="none" strike="noStrike">
                          <a:solidFill>
                            <a:srgbClr val="000000"/>
                          </a:solidFill>
                          <a:effectLst/>
                          <a:latin typeface="MULISH BLACK ROMAN"/>
                        </a:rPr>
                        <a:t>100%</a:t>
                      </a:r>
                    </a:p>
                  </a:txBody>
                  <a:tcPr marL="9525" marR="9525" marT="9525" marB="0" anchor="ctr"/>
                </a:tc>
                <a:tc>
                  <a:txBody>
                    <a:bodyPr/>
                    <a:lstStyle/>
                    <a:p>
                      <a:pPr algn="ctr" fontAlgn="b"/>
                      <a:r>
                        <a:rPr lang="en-US" sz="1100" b="0" i="0" u="none" strike="noStrike">
                          <a:solidFill>
                            <a:srgbClr val="000000"/>
                          </a:solidFill>
                          <a:effectLst/>
                          <a:latin typeface="MULISH BLACK ROMAN"/>
                        </a:rPr>
                        <a:t>0%</a:t>
                      </a:r>
                    </a:p>
                  </a:txBody>
                  <a:tcPr marL="9525" marR="9525" marT="9525" marB="0" anchor="ctr"/>
                </a:tc>
                <a:extLst>
                  <a:ext uri="{0D108BD9-81ED-4DB2-BD59-A6C34878D82A}">
                    <a16:rowId xmlns:a16="http://schemas.microsoft.com/office/drawing/2014/main" val="10011"/>
                  </a:ext>
                </a:extLst>
              </a:tr>
              <a:tr h="283736">
                <a:tc>
                  <a:txBody>
                    <a:bodyPr/>
                    <a:lstStyle/>
                    <a:p>
                      <a:pPr marL="0" algn="ctr" rtl="0" eaLnBrk="1" fontAlgn="base" latinLnBrk="0" hangingPunct="1">
                        <a:spcBef>
                          <a:spcPts val="0"/>
                        </a:spcBef>
                        <a:spcAft>
                          <a:spcPts val="0"/>
                        </a:spcAft>
                      </a:pPr>
                      <a:r>
                        <a:rPr lang="en-US" sz="1100" b="0" kern="1200" dirty="0">
                          <a:effectLst/>
                          <a:latin typeface="MULISH REGULAR ROMAN"/>
                        </a:rPr>
                        <a:t>11th Cir.</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MULISH BLACK ROMAN"/>
                        </a:rPr>
                        <a:t>4</a:t>
                      </a:r>
                    </a:p>
                  </a:txBody>
                  <a:tcPr marL="9525" marR="9525" marT="9525" marB="0" anchor="ctr"/>
                </a:tc>
                <a:tc>
                  <a:txBody>
                    <a:bodyPr/>
                    <a:lstStyle/>
                    <a:p>
                      <a:pPr algn="ctr" fontAlgn="b"/>
                      <a:r>
                        <a:rPr lang="en-US" sz="1100" b="0" i="0" u="none" strike="noStrike">
                          <a:solidFill>
                            <a:srgbClr val="000000"/>
                          </a:solidFill>
                          <a:effectLst/>
                          <a:latin typeface="MULISH BLACK ROMAN"/>
                        </a:rPr>
                        <a:t>6%</a:t>
                      </a:r>
                    </a:p>
                  </a:txBody>
                  <a:tcPr marL="9525" marR="9525" marT="9525" marB="0" anchor="ctr"/>
                </a:tc>
                <a:tc>
                  <a:txBody>
                    <a:bodyPr/>
                    <a:lstStyle/>
                    <a:p>
                      <a:pPr algn="ctr" fontAlgn="b"/>
                      <a:r>
                        <a:rPr lang="en-US" sz="1100" b="0" i="0" u="none" strike="noStrike">
                          <a:solidFill>
                            <a:srgbClr val="000000"/>
                          </a:solidFill>
                          <a:effectLst/>
                          <a:latin typeface="MULISH BLACK ROMAN"/>
                        </a:rPr>
                        <a:t>4</a:t>
                      </a:r>
                    </a:p>
                  </a:txBody>
                  <a:tcPr marL="9525" marR="9525" marT="9525" marB="0" anchor="ctr"/>
                </a:tc>
                <a:tc>
                  <a:txBody>
                    <a:bodyPr/>
                    <a:lstStyle/>
                    <a:p>
                      <a:pPr algn="ctr" fontAlgn="b"/>
                      <a:r>
                        <a:rPr lang="en-US" sz="1100" b="0" i="0" u="none" strike="noStrike">
                          <a:solidFill>
                            <a:srgbClr val="000000"/>
                          </a:solidFill>
                          <a:effectLst/>
                          <a:latin typeface="MULISH BLACK ROMAN"/>
                        </a:rPr>
                        <a:t>2</a:t>
                      </a:r>
                    </a:p>
                  </a:txBody>
                  <a:tcPr marL="9525" marR="9525" marT="9525" marB="0" anchor="ctr"/>
                </a:tc>
                <a:tc>
                  <a:txBody>
                    <a:bodyPr/>
                    <a:lstStyle/>
                    <a:p>
                      <a:pPr algn="ctr" fontAlgn="b"/>
                      <a:r>
                        <a:rPr lang="en-US" sz="1100" b="0" i="0" u="none" strike="noStrike">
                          <a:solidFill>
                            <a:srgbClr val="000000"/>
                          </a:solidFill>
                          <a:effectLst/>
                          <a:latin typeface="MULISH BLACK ROMAN"/>
                        </a:rPr>
                        <a:t>2</a:t>
                      </a:r>
                    </a:p>
                  </a:txBody>
                  <a:tcPr marL="9525" marR="9525" marT="9525" marB="0" anchor="ctr"/>
                </a:tc>
                <a:tc>
                  <a:txBody>
                    <a:bodyPr/>
                    <a:lstStyle/>
                    <a:p>
                      <a:pPr algn="ctr" fontAlgn="b"/>
                      <a:r>
                        <a:rPr lang="en-US" sz="1100" b="0" i="0" u="none" strike="noStrike">
                          <a:solidFill>
                            <a:srgbClr val="000000"/>
                          </a:solidFill>
                          <a:effectLst/>
                          <a:latin typeface="MULISH BLACK ROMAN"/>
                        </a:rPr>
                        <a:t>50%</a:t>
                      </a:r>
                    </a:p>
                  </a:txBody>
                  <a:tcPr marL="9525" marR="9525" marT="9525" marB="0" anchor="ctr"/>
                </a:tc>
                <a:tc>
                  <a:txBody>
                    <a:bodyPr/>
                    <a:lstStyle/>
                    <a:p>
                      <a:pPr algn="ctr" fontAlgn="b"/>
                      <a:r>
                        <a:rPr lang="en-US" sz="1100" b="0" i="0" u="none" strike="noStrike">
                          <a:solidFill>
                            <a:srgbClr val="000000"/>
                          </a:solidFill>
                          <a:effectLst/>
                          <a:latin typeface="MULISH BLACK ROMAN"/>
                        </a:rPr>
                        <a:t>50%</a:t>
                      </a:r>
                    </a:p>
                  </a:txBody>
                  <a:tcPr marL="9525" marR="9525" marT="9525" marB="0" anchor="ctr"/>
                </a:tc>
                <a:extLst>
                  <a:ext uri="{0D108BD9-81ED-4DB2-BD59-A6C34878D82A}">
                    <a16:rowId xmlns:a16="http://schemas.microsoft.com/office/drawing/2014/main" val="10012"/>
                  </a:ext>
                </a:extLst>
              </a:tr>
              <a:tr h="283736">
                <a:tc>
                  <a:txBody>
                    <a:bodyPr/>
                    <a:lstStyle/>
                    <a:p>
                      <a:pPr marL="0" algn="ctr" rtl="0">
                        <a:spcBef>
                          <a:spcPts val="0"/>
                        </a:spcBef>
                        <a:spcAft>
                          <a:spcPts val="0"/>
                        </a:spcAft>
                      </a:pPr>
                      <a:r>
                        <a:rPr lang="en-US" sz="1100" b="0" kern="1200" dirty="0">
                          <a:effectLst/>
                          <a:latin typeface="MULISH REGULAR ROMAN"/>
                        </a:rPr>
                        <a:t>D.C. Cir.</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MULISH BLACK ROMAN"/>
                        </a:rPr>
                        <a:t>5</a:t>
                      </a:r>
                    </a:p>
                  </a:txBody>
                  <a:tcPr marL="9525" marR="9525" marT="9525" marB="0" anchor="ctr"/>
                </a:tc>
                <a:tc>
                  <a:txBody>
                    <a:bodyPr/>
                    <a:lstStyle/>
                    <a:p>
                      <a:pPr algn="ctr" fontAlgn="b"/>
                      <a:r>
                        <a:rPr lang="en-US" sz="1100" b="0" i="0" u="none" strike="noStrike">
                          <a:solidFill>
                            <a:srgbClr val="000000"/>
                          </a:solidFill>
                          <a:effectLst/>
                          <a:latin typeface="MULISH BLACK ROMAN"/>
                        </a:rPr>
                        <a:t>7.5%</a:t>
                      </a:r>
                    </a:p>
                  </a:txBody>
                  <a:tcPr marL="9525" marR="9525" marT="9525" marB="0" anchor="ctr"/>
                </a:tc>
                <a:tc>
                  <a:txBody>
                    <a:bodyPr/>
                    <a:lstStyle/>
                    <a:p>
                      <a:pPr algn="ctr" fontAlgn="b"/>
                      <a:r>
                        <a:rPr lang="en-US" sz="1100" b="0" i="0" u="none" strike="noStrike">
                          <a:solidFill>
                            <a:srgbClr val="000000"/>
                          </a:solidFill>
                          <a:effectLst/>
                          <a:latin typeface="MULISH BLACK ROMAN"/>
                        </a:rPr>
                        <a:t>5</a:t>
                      </a:r>
                    </a:p>
                  </a:txBody>
                  <a:tcPr marL="9525" marR="9525" marT="9525" marB="0" anchor="ctr"/>
                </a:tc>
                <a:tc>
                  <a:txBody>
                    <a:bodyPr/>
                    <a:lstStyle/>
                    <a:p>
                      <a:pPr algn="ctr" fontAlgn="b"/>
                      <a:r>
                        <a:rPr lang="en-US" sz="1100" b="0" i="0" u="none" strike="noStrike">
                          <a:solidFill>
                            <a:srgbClr val="000000"/>
                          </a:solidFill>
                          <a:effectLst/>
                          <a:latin typeface="MULISH BLACK ROMAN"/>
                        </a:rPr>
                        <a:t>3</a:t>
                      </a:r>
                    </a:p>
                  </a:txBody>
                  <a:tcPr marL="9525" marR="9525" marT="9525" marB="0" anchor="ctr"/>
                </a:tc>
                <a:tc>
                  <a:txBody>
                    <a:bodyPr/>
                    <a:lstStyle/>
                    <a:p>
                      <a:pPr algn="ctr" fontAlgn="b"/>
                      <a:r>
                        <a:rPr lang="en-US" sz="1100" b="0" i="0" u="none" strike="noStrike">
                          <a:solidFill>
                            <a:srgbClr val="000000"/>
                          </a:solidFill>
                          <a:effectLst/>
                          <a:latin typeface="MULISH BLACK ROMAN"/>
                        </a:rPr>
                        <a:t>2</a:t>
                      </a:r>
                    </a:p>
                  </a:txBody>
                  <a:tcPr marL="9525" marR="9525" marT="9525" marB="0" anchor="ctr"/>
                </a:tc>
                <a:tc>
                  <a:txBody>
                    <a:bodyPr/>
                    <a:lstStyle/>
                    <a:p>
                      <a:pPr algn="ctr" fontAlgn="b"/>
                      <a:r>
                        <a:rPr lang="en-US" sz="1100" b="0" i="0" u="none" strike="noStrike">
                          <a:solidFill>
                            <a:srgbClr val="000000"/>
                          </a:solidFill>
                          <a:effectLst/>
                          <a:latin typeface="MULISH BLACK ROMAN"/>
                        </a:rPr>
                        <a:t>60%</a:t>
                      </a:r>
                    </a:p>
                  </a:txBody>
                  <a:tcPr marL="9525" marR="9525" marT="9525" marB="0" anchor="ctr"/>
                </a:tc>
                <a:tc>
                  <a:txBody>
                    <a:bodyPr/>
                    <a:lstStyle/>
                    <a:p>
                      <a:pPr algn="ctr" fontAlgn="b"/>
                      <a:r>
                        <a:rPr lang="en-US" sz="1100" b="0" i="0" u="none" strike="noStrike">
                          <a:solidFill>
                            <a:srgbClr val="000000"/>
                          </a:solidFill>
                          <a:effectLst/>
                          <a:latin typeface="MULISH BLACK ROMAN"/>
                        </a:rPr>
                        <a:t>40%</a:t>
                      </a:r>
                    </a:p>
                  </a:txBody>
                  <a:tcPr marL="9525" marR="9525" marT="9525" marB="0" anchor="ctr"/>
                </a:tc>
                <a:extLst>
                  <a:ext uri="{0D108BD9-81ED-4DB2-BD59-A6C34878D82A}">
                    <a16:rowId xmlns:a16="http://schemas.microsoft.com/office/drawing/2014/main" val="10013"/>
                  </a:ext>
                </a:extLst>
              </a:tr>
              <a:tr h="283736">
                <a:tc>
                  <a:txBody>
                    <a:bodyPr/>
                    <a:lstStyle/>
                    <a:p>
                      <a:pPr marL="0" algn="ctr" rtl="0">
                        <a:spcBef>
                          <a:spcPts val="0"/>
                        </a:spcBef>
                        <a:spcAft>
                          <a:spcPts val="0"/>
                        </a:spcAft>
                      </a:pPr>
                      <a:r>
                        <a:rPr lang="en-US" sz="1100" b="0" kern="1200" dirty="0">
                          <a:latin typeface="MULISH REGULAR ROMAN"/>
                        </a:rPr>
                        <a:t>Fed. Cir.​</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MULISH BLACK ROMAN"/>
                        </a:rPr>
                        <a:t>3</a:t>
                      </a:r>
                    </a:p>
                  </a:txBody>
                  <a:tcPr marL="9525" marR="9525" marT="9525" marB="0" anchor="ctr"/>
                </a:tc>
                <a:tc>
                  <a:txBody>
                    <a:bodyPr/>
                    <a:lstStyle/>
                    <a:p>
                      <a:pPr algn="ctr" fontAlgn="b"/>
                      <a:r>
                        <a:rPr lang="en-US" sz="1100" b="0" i="0" u="none" strike="noStrike">
                          <a:solidFill>
                            <a:srgbClr val="000000"/>
                          </a:solidFill>
                          <a:effectLst/>
                          <a:latin typeface="MULISH BLACK ROMAN"/>
                        </a:rPr>
                        <a:t>4.5%</a:t>
                      </a:r>
                    </a:p>
                  </a:txBody>
                  <a:tcPr marL="9525" marR="9525" marT="9525" marB="0" anchor="ctr"/>
                </a:tc>
                <a:tc>
                  <a:txBody>
                    <a:bodyPr/>
                    <a:lstStyle/>
                    <a:p>
                      <a:pPr algn="ctr" fontAlgn="b"/>
                      <a:r>
                        <a:rPr lang="en-US" sz="1100" b="0" i="0" u="none" strike="noStrike">
                          <a:solidFill>
                            <a:srgbClr val="000000"/>
                          </a:solidFill>
                          <a:effectLst/>
                          <a:latin typeface="MULISH BLACK ROMAN"/>
                        </a:rPr>
                        <a:t>3</a:t>
                      </a:r>
                    </a:p>
                  </a:txBody>
                  <a:tcPr marL="9525" marR="9525" marT="9525" marB="0" anchor="ctr"/>
                </a:tc>
                <a:tc>
                  <a:txBody>
                    <a:bodyPr/>
                    <a:lstStyle/>
                    <a:p>
                      <a:pPr algn="ctr" fontAlgn="b"/>
                      <a:r>
                        <a:rPr lang="en-US" sz="1100" b="0" i="0" u="none" strike="noStrike">
                          <a:solidFill>
                            <a:srgbClr val="000000"/>
                          </a:solidFill>
                          <a:effectLst/>
                          <a:latin typeface="MULISH BLACK ROMAN"/>
                        </a:rPr>
                        <a:t>2</a:t>
                      </a:r>
                    </a:p>
                  </a:txBody>
                  <a:tcPr marL="9525" marR="9525" marT="9525" marB="0" anchor="ctr"/>
                </a:tc>
                <a:tc>
                  <a:txBody>
                    <a:bodyPr/>
                    <a:lstStyle/>
                    <a:p>
                      <a:pPr algn="ctr" fontAlgn="b"/>
                      <a:r>
                        <a:rPr lang="en-US" sz="1100" b="0" i="0" u="none" strike="noStrike">
                          <a:solidFill>
                            <a:srgbClr val="000000"/>
                          </a:solidFill>
                          <a:effectLst/>
                          <a:latin typeface="MULISH BLACK ROMAN"/>
                        </a:rPr>
                        <a:t>1</a:t>
                      </a:r>
                    </a:p>
                  </a:txBody>
                  <a:tcPr marL="9525" marR="9525" marT="9525" marB="0" anchor="ctr"/>
                </a:tc>
                <a:tc>
                  <a:txBody>
                    <a:bodyPr/>
                    <a:lstStyle/>
                    <a:p>
                      <a:pPr algn="ctr" fontAlgn="b"/>
                      <a:r>
                        <a:rPr lang="en-US" sz="1100" b="0" i="0" u="none" strike="noStrike">
                          <a:solidFill>
                            <a:srgbClr val="000000"/>
                          </a:solidFill>
                          <a:effectLst/>
                          <a:latin typeface="MULISH BLACK ROMAN"/>
                        </a:rPr>
                        <a:t>66.7%</a:t>
                      </a:r>
                    </a:p>
                  </a:txBody>
                  <a:tcPr marL="9525" marR="9525" marT="9525" marB="0" anchor="ctr"/>
                </a:tc>
                <a:tc>
                  <a:txBody>
                    <a:bodyPr/>
                    <a:lstStyle/>
                    <a:p>
                      <a:pPr algn="ctr" fontAlgn="b"/>
                      <a:r>
                        <a:rPr lang="en-US" sz="1100" b="0" i="0" u="none" strike="noStrike">
                          <a:solidFill>
                            <a:srgbClr val="000000"/>
                          </a:solidFill>
                          <a:effectLst/>
                          <a:latin typeface="MULISH BLACK ROMAN"/>
                        </a:rPr>
                        <a:t>33.3%</a:t>
                      </a:r>
                    </a:p>
                  </a:txBody>
                  <a:tcPr marL="9525" marR="9525" marT="9525" marB="0" anchor="ctr"/>
                </a:tc>
                <a:extLst>
                  <a:ext uri="{0D108BD9-81ED-4DB2-BD59-A6C34878D82A}">
                    <a16:rowId xmlns:a16="http://schemas.microsoft.com/office/drawing/2014/main" val="10014"/>
                  </a:ext>
                </a:extLst>
              </a:tr>
              <a:tr h="283736">
                <a:tc>
                  <a:txBody>
                    <a:bodyPr/>
                    <a:lstStyle/>
                    <a:p>
                      <a:pPr marL="0" algn="ctr" rtl="0" eaLnBrk="1" fontAlgn="base" latinLnBrk="0" hangingPunct="1">
                        <a:spcBef>
                          <a:spcPts val="0"/>
                        </a:spcBef>
                        <a:spcAft>
                          <a:spcPts val="0"/>
                        </a:spcAft>
                      </a:pPr>
                      <a:r>
                        <a:rPr lang="en-US" sz="1100" b="0" kern="1200" dirty="0">
                          <a:latin typeface="MULISH REGULAR ROMAN"/>
                        </a:rPr>
                        <a:t>State​ Court</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MULISH BLACK ROMAN"/>
                        </a:rPr>
                        <a:t>4</a:t>
                      </a:r>
                    </a:p>
                  </a:txBody>
                  <a:tcPr marL="9525" marR="9525" marT="9525" marB="0" anchor="ctr"/>
                </a:tc>
                <a:tc>
                  <a:txBody>
                    <a:bodyPr/>
                    <a:lstStyle/>
                    <a:p>
                      <a:pPr algn="ctr" fontAlgn="b"/>
                      <a:r>
                        <a:rPr lang="en-US" sz="1100" b="0" i="0" u="none" strike="noStrike">
                          <a:solidFill>
                            <a:srgbClr val="000000"/>
                          </a:solidFill>
                          <a:effectLst/>
                          <a:latin typeface="MULISH BLACK ROMAN"/>
                        </a:rPr>
                        <a:t>6%</a:t>
                      </a:r>
                    </a:p>
                  </a:txBody>
                  <a:tcPr marL="9525" marR="9525" marT="9525" marB="0" anchor="ctr"/>
                </a:tc>
                <a:tc>
                  <a:txBody>
                    <a:bodyPr/>
                    <a:lstStyle/>
                    <a:p>
                      <a:pPr algn="ctr" fontAlgn="b"/>
                      <a:r>
                        <a:rPr lang="en-US" sz="1100" b="0" i="0" u="none" strike="noStrike">
                          <a:solidFill>
                            <a:srgbClr val="000000"/>
                          </a:solidFill>
                          <a:effectLst/>
                          <a:latin typeface="MULISH BLACK ROMAN"/>
                        </a:rPr>
                        <a:t>4</a:t>
                      </a:r>
                    </a:p>
                  </a:txBody>
                  <a:tcPr marL="9525" marR="9525" marT="9525" marB="0" anchor="ctr"/>
                </a:tc>
                <a:tc>
                  <a:txBody>
                    <a:bodyPr/>
                    <a:lstStyle/>
                    <a:p>
                      <a:pPr algn="ctr" fontAlgn="b"/>
                      <a:r>
                        <a:rPr lang="en-US" sz="1100" b="0" i="0" u="none" strike="noStrike">
                          <a:solidFill>
                            <a:srgbClr val="000000"/>
                          </a:solidFill>
                          <a:effectLst/>
                          <a:latin typeface="MULISH BLACK ROMAN"/>
                        </a:rPr>
                        <a:t>3</a:t>
                      </a:r>
                    </a:p>
                  </a:txBody>
                  <a:tcPr marL="9525" marR="9525" marT="9525" marB="0" anchor="ctr"/>
                </a:tc>
                <a:tc>
                  <a:txBody>
                    <a:bodyPr/>
                    <a:lstStyle/>
                    <a:p>
                      <a:pPr algn="ctr" fontAlgn="b"/>
                      <a:r>
                        <a:rPr lang="en-US" sz="1100" b="0" i="0" u="none" strike="noStrike">
                          <a:solidFill>
                            <a:srgbClr val="000000"/>
                          </a:solidFill>
                          <a:effectLst/>
                          <a:latin typeface="MULISH BLACK ROMAN"/>
                        </a:rPr>
                        <a:t>1</a:t>
                      </a:r>
                    </a:p>
                  </a:txBody>
                  <a:tcPr marL="9525" marR="9525" marT="9525" marB="0" anchor="ctr"/>
                </a:tc>
                <a:tc>
                  <a:txBody>
                    <a:bodyPr/>
                    <a:lstStyle/>
                    <a:p>
                      <a:pPr algn="ctr" fontAlgn="b"/>
                      <a:r>
                        <a:rPr lang="en-US" sz="1100" b="0" i="0" u="none" strike="noStrike">
                          <a:solidFill>
                            <a:srgbClr val="000000"/>
                          </a:solidFill>
                          <a:effectLst/>
                          <a:latin typeface="MULISH BLACK ROMAN"/>
                        </a:rPr>
                        <a:t>75%</a:t>
                      </a:r>
                    </a:p>
                  </a:txBody>
                  <a:tcPr marL="9525" marR="9525" marT="9525" marB="0" anchor="ctr"/>
                </a:tc>
                <a:tc>
                  <a:txBody>
                    <a:bodyPr/>
                    <a:lstStyle/>
                    <a:p>
                      <a:pPr algn="ctr" fontAlgn="b"/>
                      <a:r>
                        <a:rPr lang="en-US" sz="1100" b="0" i="0" u="none" strike="noStrike">
                          <a:solidFill>
                            <a:srgbClr val="000000"/>
                          </a:solidFill>
                          <a:effectLst/>
                          <a:latin typeface="MULISH BLACK ROMAN"/>
                        </a:rPr>
                        <a:t>25%</a:t>
                      </a:r>
                    </a:p>
                  </a:txBody>
                  <a:tcPr marL="9525" marR="9525" marT="9525" marB="0" anchor="ctr"/>
                </a:tc>
                <a:extLst>
                  <a:ext uri="{0D108BD9-81ED-4DB2-BD59-A6C34878D82A}">
                    <a16:rowId xmlns:a16="http://schemas.microsoft.com/office/drawing/2014/main" val="10016"/>
                  </a:ext>
                </a:extLst>
              </a:tr>
              <a:tr h="283736">
                <a:tc>
                  <a:txBody>
                    <a:bodyPr/>
                    <a:lstStyle/>
                    <a:p>
                      <a:pPr marL="0" algn="ctr" rtl="0">
                        <a:spcBef>
                          <a:spcPts val="0"/>
                        </a:spcBef>
                        <a:spcAft>
                          <a:spcPts val="0"/>
                        </a:spcAft>
                      </a:pPr>
                      <a:r>
                        <a:rPr lang="en-US" sz="1100" b="0" kern="1200" dirty="0">
                          <a:latin typeface="MULISH REGULAR ROMAN"/>
                        </a:rPr>
                        <a:t>District Court</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MULISH BLACK ROMAN"/>
                        </a:rPr>
                        <a:t>3</a:t>
                      </a:r>
                    </a:p>
                  </a:txBody>
                  <a:tcPr marL="9525" marR="9525" marT="9525" marB="0" anchor="ctr"/>
                </a:tc>
                <a:tc>
                  <a:txBody>
                    <a:bodyPr/>
                    <a:lstStyle/>
                    <a:p>
                      <a:pPr algn="ctr" fontAlgn="b"/>
                      <a:r>
                        <a:rPr lang="en-US" sz="1100" b="0" i="0" u="none" strike="noStrike">
                          <a:solidFill>
                            <a:srgbClr val="000000"/>
                          </a:solidFill>
                          <a:effectLst/>
                          <a:latin typeface="MULISH BLACK ROMAN"/>
                        </a:rPr>
                        <a:t>4.5%</a:t>
                      </a:r>
                    </a:p>
                  </a:txBody>
                  <a:tcPr marL="9525" marR="9525" marT="9525" marB="0" anchor="ctr"/>
                </a:tc>
                <a:tc>
                  <a:txBody>
                    <a:bodyPr/>
                    <a:lstStyle/>
                    <a:p>
                      <a:pPr algn="ctr" fontAlgn="b"/>
                      <a:r>
                        <a:rPr lang="en-US" sz="1100" b="0" i="0" u="none" strike="noStrike">
                          <a:solidFill>
                            <a:srgbClr val="000000"/>
                          </a:solidFill>
                          <a:effectLst/>
                          <a:latin typeface="MULISH BLACK ROMAN"/>
                        </a:rPr>
                        <a:t>0</a:t>
                      </a:r>
                    </a:p>
                  </a:txBody>
                  <a:tcPr marL="9525" marR="9525" marT="9525" marB="0" anchor="ctr"/>
                </a:tc>
                <a:tc>
                  <a:txBody>
                    <a:bodyPr/>
                    <a:lstStyle/>
                    <a:p>
                      <a:pPr algn="ctr" fontAlgn="b"/>
                      <a:r>
                        <a:rPr lang="en-US" sz="1100" b="0" i="0" u="none" strike="noStrike">
                          <a:solidFill>
                            <a:srgbClr val="000000"/>
                          </a:solidFill>
                          <a:effectLst/>
                          <a:latin typeface="MULISH BLACK ROMAN"/>
                        </a:rPr>
                        <a:t>0</a:t>
                      </a:r>
                    </a:p>
                  </a:txBody>
                  <a:tcPr marL="9525" marR="9525" marT="9525" marB="0" anchor="ctr"/>
                </a:tc>
                <a:tc>
                  <a:txBody>
                    <a:bodyPr/>
                    <a:lstStyle/>
                    <a:p>
                      <a:pPr algn="ctr" fontAlgn="b"/>
                      <a:r>
                        <a:rPr lang="en-US" sz="1100" b="0" i="0" u="none" strike="noStrike">
                          <a:solidFill>
                            <a:srgbClr val="000000"/>
                          </a:solidFill>
                          <a:effectLst/>
                          <a:latin typeface="MULISH BLACK ROMAN"/>
                        </a:rPr>
                        <a:t>0</a:t>
                      </a:r>
                    </a:p>
                  </a:txBody>
                  <a:tcPr marL="9525" marR="9525" marT="9525" marB="0" anchor="ctr"/>
                </a:tc>
                <a:tc>
                  <a:txBody>
                    <a:bodyPr/>
                    <a:lstStyle/>
                    <a:p>
                      <a:pPr algn="ctr" fontAlgn="b"/>
                      <a:endParaRPr lang="en-US" sz="1100" b="0" i="0" u="none" strike="noStrike" dirty="0">
                        <a:solidFill>
                          <a:srgbClr val="000000"/>
                        </a:solidFill>
                        <a:effectLst/>
                        <a:latin typeface="MULISH BLACK ROMAN"/>
                      </a:endParaRPr>
                    </a:p>
                  </a:txBody>
                  <a:tcPr marL="9525" marR="9525" marT="9525" marB="0" anchor="ctr"/>
                </a:tc>
                <a:tc>
                  <a:txBody>
                    <a:bodyPr/>
                    <a:lstStyle/>
                    <a:p>
                      <a:pPr algn="ctr" fontAlgn="b"/>
                      <a:endParaRPr lang="en-US" sz="1100" b="0" i="0" u="none" strike="noStrike" dirty="0">
                        <a:solidFill>
                          <a:srgbClr val="000000"/>
                        </a:solidFill>
                        <a:effectLst/>
                        <a:latin typeface="MULISH BLACK ROMAN"/>
                      </a:endParaRPr>
                    </a:p>
                  </a:txBody>
                  <a:tcPr marL="9525" marR="9525" marT="9525" marB="0" anchor="ctr"/>
                </a:tc>
                <a:extLst>
                  <a:ext uri="{0D108BD9-81ED-4DB2-BD59-A6C34878D82A}">
                    <a16:rowId xmlns:a16="http://schemas.microsoft.com/office/drawing/2014/main" val="10017"/>
                  </a:ext>
                </a:extLst>
              </a:tr>
              <a:tr h="283736">
                <a:tc>
                  <a:txBody>
                    <a:bodyPr/>
                    <a:lstStyle/>
                    <a:p>
                      <a:pPr marL="0" algn="ctr" rtl="0" eaLnBrk="1" fontAlgn="base" latinLnBrk="0" hangingPunct="1">
                        <a:spcBef>
                          <a:spcPts val="0"/>
                        </a:spcBef>
                        <a:spcAft>
                          <a:spcPts val="0"/>
                        </a:spcAft>
                      </a:pPr>
                      <a:r>
                        <a:rPr lang="en-US" sz="1100" b="0" kern="1200" dirty="0">
                          <a:latin typeface="MULISH REGULAR ROMAN"/>
                        </a:rPr>
                        <a:t>Original​</a:t>
                      </a:r>
                      <a:endParaRPr lang="en-US" sz="1100" b="0" dirty="0">
                        <a:effectLst/>
                        <a:latin typeface="MULISH REGULAR ROMAN"/>
                      </a:endParaRPr>
                    </a:p>
                  </a:txBody>
                  <a:tcPr marL="0" marR="0" marT="0" marB="0" anchor="ctr">
                    <a:lnB w="12700" cap="flat" cmpd="sng" algn="ctr">
                      <a:solidFill>
                        <a:schemeClr val="tx1"/>
                      </a:solidFill>
                      <a:prstDash val="solid"/>
                      <a:round/>
                      <a:headEnd type="none" w="med" len="med"/>
                      <a:tailEnd type="none" w="med" len="med"/>
                    </a:lnB>
                  </a:tcPr>
                </a:tc>
                <a:tc>
                  <a:txBody>
                    <a:bodyPr/>
                    <a:lstStyle/>
                    <a:p>
                      <a:pPr marL="0" lvl="0" algn="ctr" rtl="0">
                        <a:spcBef>
                          <a:spcPts val="0"/>
                        </a:spcBef>
                        <a:spcAft>
                          <a:spcPts val="0"/>
                        </a:spcAft>
                        <a:buNone/>
                      </a:pPr>
                      <a:endParaRPr lang="en-US" sz="1100" kern="1200" dirty="0">
                        <a:latin typeface="MULISH REGULAR ROMAN"/>
                        <a:cs typeface="Century" panose="02040604050505020304" charset="0"/>
                      </a:endParaRPr>
                    </a:p>
                  </a:txBody>
                  <a:tcPr anchor="ctr">
                    <a:lnB w="12700" cap="flat" cmpd="sng" algn="ctr">
                      <a:solidFill>
                        <a:schemeClr val="tx1"/>
                      </a:solidFill>
                      <a:prstDash val="solid"/>
                      <a:round/>
                      <a:headEnd type="none" w="med" len="med"/>
                      <a:tailEnd type="none" w="med" len="med"/>
                    </a:lnB>
                  </a:tcPr>
                </a:tc>
                <a:tc>
                  <a:txBody>
                    <a:bodyPr/>
                    <a:lstStyle/>
                    <a:p>
                      <a:pPr marL="0" lvl="0" algn="ctr" rtl="0">
                        <a:spcBef>
                          <a:spcPts val="0"/>
                        </a:spcBef>
                        <a:spcAft>
                          <a:spcPts val="0"/>
                        </a:spcAft>
                        <a:buNone/>
                      </a:pPr>
                      <a:endParaRPr lang="en-US" sz="1100" kern="1200" dirty="0">
                        <a:latin typeface="MULISH REGULAR ROMAN"/>
                        <a:cs typeface="Century" panose="02040604050505020304" charset="0"/>
                      </a:endParaRPr>
                    </a:p>
                  </a:txBody>
                  <a:tcPr anchor="ctr">
                    <a:lnB w="12700" cap="flat" cmpd="sng" algn="ctr">
                      <a:solidFill>
                        <a:schemeClr val="tx1"/>
                      </a:solidFill>
                      <a:prstDash val="solid"/>
                      <a:round/>
                      <a:headEnd type="none" w="med" len="med"/>
                      <a:tailEnd type="none" w="med" len="med"/>
                    </a:lnB>
                  </a:tcPr>
                </a:tc>
                <a:tc>
                  <a:txBody>
                    <a:bodyPr/>
                    <a:lstStyle/>
                    <a:p>
                      <a:pPr marL="0" algn="ctr" rtl="0" eaLnBrk="1" fontAlgn="auto" latinLnBrk="0" hangingPunct="1">
                        <a:spcBef>
                          <a:spcPts val="0"/>
                        </a:spcBef>
                        <a:spcAft>
                          <a:spcPts val="0"/>
                        </a:spcAft>
                      </a:pPr>
                      <a:endParaRPr lang="en-US" sz="1100" dirty="0">
                        <a:effectLst/>
                        <a:latin typeface="MULISH REGULAR ROMAN"/>
                        <a:cs typeface="Century" panose="02040604050505020304" charset="0"/>
                      </a:endParaRPr>
                    </a:p>
                  </a:txBody>
                  <a:tcPr marL="0" marR="0" marT="0" marB="0" anchor="ctr">
                    <a:lnB w="12700" cap="flat" cmpd="sng" algn="ctr">
                      <a:solidFill>
                        <a:schemeClr val="tx1"/>
                      </a:solidFill>
                      <a:prstDash val="solid"/>
                      <a:round/>
                      <a:headEnd type="none" w="med" len="med"/>
                      <a:tailEnd type="none" w="med" len="med"/>
                    </a:lnB>
                  </a:tcPr>
                </a:tc>
                <a:tc>
                  <a:txBody>
                    <a:bodyPr/>
                    <a:lstStyle/>
                    <a:p>
                      <a:pPr marL="0" algn="ctr" rtl="0" eaLnBrk="1" fontAlgn="auto" latinLnBrk="0" hangingPunct="1">
                        <a:spcBef>
                          <a:spcPts val="0"/>
                        </a:spcBef>
                        <a:spcAft>
                          <a:spcPts val="0"/>
                        </a:spcAft>
                      </a:pPr>
                      <a:endParaRPr lang="en-US" sz="1100" dirty="0">
                        <a:effectLst/>
                        <a:latin typeface="MULISH REGULAR ROMAN"/>
                        <a:cs typeface="Century" panose="02040604050505020304" charset="0"/>
                      </a:endParaRPr>
                    </a:p>
                  </a:txBody>
                  <a:tcPr marL="0" marR="0" marT="0" marB="0" anchor="ctr">
                    <a:lnB w="12700" cap="flat" cmpd="sng" algn="ctr">
                      <a:solidFill>
                        <a:schemeClr val="tx1"/>
                      </a:solidFill>
                      <a:prstDash val="solid"/>
                      <a:round/>
                      <a:headEnd type="none" w="med" len="med"/>
                      <a:tailEnd type="none" w="med" len="med"/>
                    </a:lnB>
                  </a:tcPr>
                </a:tc>
                <a:tc>
                  <a:txBody>
                    <a:bodyPr/>
                    <a:lstStyle/>
                    <a:p>
                      <a:pPr marL="0" algn="ctr" rtl="0" eaLnBrk="1" fontAlgn="auto" latinLnBrk="0" hangingPunct="1">
                        <a:spcBef>
                          <a:spcPts val="0"/>
                        </a:spcBef>
                        <a:spcAft>
                          <a:spcPts val="0"/>
                        </a:spcAft>
                      </a:pPr>
                      <a:endParaRPr lang="en-US" sz="1100" dirty="0">
                        <a:effectLst/>
                        <a:latin typeface="MULISH REGULAR ROMAN"/>
                        <a:cs typeface="Century" panose="02040604050505020304" charset="0"/>
                      </a:endParaRPr>
                    </a:p>
                  </a:txBody>
                  <a:tcPr marL="0" marR="0" marT="0" marB="0" anchor="ctr">
                    <a:lnB w="12700" cap="flat" cmpd="sng" algn="ctr">
                      <a:solidFill>
                        <a:schemeClr val="tx1"/>
                      </a:solidFill>
                      <a:prstDash val="solid"/>
                      <a:round/>
                      <a:headEnd type="none" w="med" len="med"/>
                      <a:tailEnd type="none" w="med" len="med"/>
                    </a:lnB>
                  </a:tcPr>
                </a:tc>
                <a:tc>
                  <a:txBody>
                    <a:bodyPr/>
                    <a:lstStyle/>
                    <a:p>
                      <a:pPr marL="0" algn="ctr" rtl="0" eaLnBrk="1" fontAlgn="auto" latinLnBrk="0" hangingPunct="1">
                        <a:spcBef>
                          <a:spcPts val="0"/>
                        </a:spcBef>
                        <a:spcAft>
                          <a:spcPts val="0"/>
                        </a:spcAft>
                      </a:pPr>
                      <a:endParaRPr lang="en-US" sz="1100" dirty="0">
                        <a:effectLst/>
                        <a:latin typeface="MULISH REGULAR ROMAN"/>
                        <a:cs typeface="Century" panose="02040604050505020304" charset="0"/>
                      </a:endParaRPr>
                    </a:p>
                  </a:txBody>
                  <a:tcPr marL="0" marR="0" marT="0" marB="0" anchor="ctr">
                    <a:lnB w="12700" cap="flat" cmpd="sng" algn="ctr">
                      <a:solidFill>
                        <a:schemeClr val="tx1"/>
                      </a:solidFill>
                      <a:prstDash val="solid"/>
                      <a:round/>
                      <a:headEnd type="none" w="med" len="med"/>
                      <a:tailEnd type="none" w="med" len="med"/>
                    </a:lnB>
                  </a:tcPr>
                </a:tc>
                <a:tc>
                  <a:txBody>
                    <a:bodyPr/>
                    <a:lstStyle/>
                    <a:p>
                      <a:pPr marL="0" algn="ctr" rtl="0" eaLnBrk="1" fontAlgn="auto" latinLnBrk="0" hangingPunct="1">
                        <a:spcBef>
                          <a:spcPts val="0"/>
                        </a:spcBef>
                        <a:spcAft>
                          <a:spcPts val="0"/>
                        </a:spcAft>
                      </a:pPr>
                      <a:endParaRPr lang="en-US" sz="1100" dirty="0">
                        <a:effectLst/>
                        <a:latin typeface="MULISH REGULAR ROMAN"/>
                        <a:cs typeface="Century" panose="02040604050505020304" charset="0"/>
                      </a:endParaRPr>
                    </a:p>
                  </a:txBody>
                  <a:tcPr marL="0" marR="0" marT="0" marB="0"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18"/>
                  </a:ext>
                </a:extLst>
              </a:tr>
              <a:tr h="283736">
                <a:tc>
                  <a:txBody>
                    <a:bodyPr/>
                    <a:lstStyle/>
                    <a:p>
                      <a:pPr marL="0" algn="ctr" rtl="0" eaLnBrk="1" fontAlgn="auto" latinLnBrk="0" hangingPunct="1">
                        <a:spcBef>
                          <a:spcPts val="0"/>
                        </a:spcBef>
                        <a:spcAft>
                          <a:spcPts val="0"/>
                        </a:spcAft>
                      </a:pPr>
                      <a:r>
                        <a:rPr lang="en-US" sz="1100" b="1" kern="1200" dirty="0">
                          <a:latin typeface="MULISH REGULAR ROMAN" pitchFamily="2" charset="77"/>
                        </a:rPr>
                        <a:t>​Total</a:t>
                      </a: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marL="0" algn="ctr" rtl="0" eaLnBrk="1" fontAlgn="auto"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marL="0" algn="ctr" rtl="0" eaLnBrk="1" fontAlgn="auto"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marL="0" algn="ctr" rtl="0" eaLnBrk="1" fontAlgn="auto"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marL="0" algn="ctr" rtl="0" eaLnBrk="1" fontAlgn="auto"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9"/>
                  </a:ext>
                </a:extLst>
              </a:tr>
            </a:tbl>
          </a:graphicData>
        </a:graphic>
      </p:graphicFrame>
      <p:sp>
        <p:nvSpPr>
          <p:cNvPr id="9" name="Title 9">
            <a:extLst>
              <a:ext uri="{FF2B5EF4-FFF2-40B4-BE49-F238E27FC236}">
                <a16:creationId xmlns:a16="http://schemas.microsoft.com/office/drawing/2014/main" id="{FB458F45-4DA8-A94D-8CED-F9D64AF83BD0}"/>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CIRCUIT SCORECARD</a:t>
            </a:r>
          </a:p>
        </p:txBody>
      </p:sp>
      <p:sp>
        <p:nvSpPr>
          <p:cNvPr id="2" name="TextBox 1">
            <a:extLst>
              <a:ext uri="{FF2B5EF4-FFF2-40B4-BE49-F238E27FC236}">
                <a16:creationId xmlns:a16="http://schemas.microsoft.com/office/drawing/2014/main" id="{6B70F8D5-0CCD-8D43-B264-3D7D2506C878}"/>
              </a:ext>
            </a:extLst>
          </p:cNvPr>
          <p:cNvSpPr txBox="1"/>
          <p:nvPr/>
        </p:nvSpPr>
        <p:spPr>
          <a:xfrm>
            <a:off x="320850" y="6076820"/>
            <a:ext cx="10672816" cy="577081"/>
          </a:xfrm>
          <a:prstGeom prst="rect">
            <a:avLst/>
          </a:prstGeom>
          <a:noFill/>
          <a:ln>
            <a:solidFill>
              <a:schemeClr val="tx1"/>
            </a:solidFill>
          </a:ln>
        </p:spPr>
        <p:txBody>
          <a:bodyPr wrap="square" rtlCol="0">
            <a:spAutoFit/>
          </a:bodyPr>
          <a:lstStyle/>
          <a:p>
            <a:r>
              <a:rPr lang="en-US" sz="1050" dirty="0">
                <a:latin typeface="MULISH BLACK ROMAN"/>
                <a:cs typeface="Calibri" panose="020F0502020204030204"/>
              </a:rPr>
              <a:t>We treat consolidated cases emerging from different lower courts as single entries. For example, a consolidated case emerging from conflicting decisions in the U.S. Courts of Appeal for the Fifth and Ninth Circuits where the principal case on the court’s docket (e.g., the principal litigants of record) are those from the Fifth are reflected as a single entry from that circuit. Alternatively, consolidated cases emerging from the same lower court are treated as a single entry. </a:t>
            </a:r>
          </a:p>
        </p:txBody>
      </p:sp>
      <p:sp>
        <p:nvSpPr>
          <p:cNvPr id="4" name="Slide Number Placeholder 3">
            <a:extLst>
              <a:ext uri="{FF2B5EF4-FFF2-40B4-BE49-F238E27FC236}">
                <a16:creationId xmlns:a16="http://schemas.microsoft.com/office/drawing/2014/main" id="{38E6075F-5AE1-A00C-D457-F834E0B564D9}"/>
              </a:ext>
            </a:extLst>
          </p:cNvPr>
          <p:cNvSpPr>
            <a:spLocks noGrp="1"/>
          </p:cNvSpPr>
          <p:nvPr>
            <p:ph type="sldNum" sz="quarter" idx="12"/>
          </p:nvPr>
        </p:nvSpPr>
        <p:spPr/>
        <p:txBody>
          <a:bodyPr/>
          <a:lstStyle/>
          <a:p>
            <a:fld id="{5E212BD6-99D2-4430-8307-3DFF6CB1AF68}" type="slidenum">
              <a:rPr lang="en-US" smtClean="0"/>
              <a:t>18</a:t>
            </a:fld>
            <a:endParaRPr lang="en-US" dirty="0"/>
          </a:p>
        </p:txBody>
      </p:sp>
    </p:spTree>
    <p:extLst>
      <p:ext uri="{BB962C8B-B14F-4D97-AF65-F5344CB8AC3E}">
        <p14:creationId xmlns:p14="http://schemas.microsoft.com/office/powerpoint/2010/main" val="103353736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F4406D52-82A8-6473-8110-4FD9B07680DD}"/>
              </a:ext>
            </a:extLst>
          </p:cNvPr>
          <p:cNvSpPr>
            <a:spLocks noGrp="1" noRot="1" noMove="1" noResize="1" noEditPoints="1" noAdjustHandles="1" noChangeArrowheads="1" noChangeShapeType="1"/>
          </p:cNvSpPr>
          <p:nvPr/>
        </p:nvSpPr>
        <p:spPr>
          <a:xfrm>
            <a:off x="6133437" y="786952"/>
            <a:ext cx="5215463" cy="3137041"/>
          </a:xfrm>
          <a:prstGeom prst="rect">
            <a:avLst/>
          </a:prstGeom>
          <a:solidFill>
            <a:schemeClr val="accent1">
              <a:alpha val="21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aphicFrame>
        <p:nvGraphicFramePr>
          <p:cNvPr id="10" name="Table 9"/>
          <p:cNvGraphicFramePr>
            <a:graphicFrameLocks noGrp="1"/>
          </p:cNvGraphicFramePr>
          <p:nvPr>
            <p:extLst>
              <p:ext uri="{D42A27DB-BD31-4B8C-83A1-F6EECF244321}">
                <p14:modId xmlns:p14="http://schemas.microsoft.com/office/powerpoint/2010/main" val="789829418"/>
              </p:ext>
            </p:extLst>
          </p:nvPr>
        </p:nvGraphicFramePr>
        <p:xfrm>
          <a:off x="207817" y="3923993"/>
          <a:ext cx="11141083" cy="2470929"/>
        </p:xfrm>
        <a:graphic>
          <a:graphicData uri="http://schemas.openxmlformats.org/drawingml/2006/table">
            <a:tbl>
              <a:tblPr firstRow="1" bandRow="1">
                <a:tableStyleId>{C083E6E3-FA7D-4D7B-A595-EF9225AFEA82}</a:tableStyleId>
              </a:tblPr>
              <a:tblGrid>
                <a:gridCol w="904859">
                  <a:extLst>
                    <a:ext uri="{9D8B030D-6E8A-4147-A177-3AD203B41FA5}">
                      <a16:colId xmlns:a16="http://schemas.microsoft.com/office/drawing/2014/main" val="20000"/>
                    </a:ext>
                  </a:extLst>
                </a:gridCol>
                <a:gridCol w="768100">
                  <a:extLst>
                    <a:ext uri="{9D8B030D-6E8A-4147-A177-3AD203B41FA5}">
                      <a16:colId xmlns:a16="http://schemas.microsoft.com/office/drawing/2014/main" val="20001"/>
                    </a:ext>
                  </a:extLst>
                </a:gridCol>
                <a:gridCol w="2554941">
                  <a:extLst>
                    <a:ext uri="{9D8B030D-6E8A-4147-A177-3AD203B41FA5}">
                      <a16:colId xmlns:a16="http://schemas.microsoft.com/office/drawing/2014/main" val="20002"/>
                    </a:ext>
                  </a:extLst>
                </a:gridCol>
                <a:gridCol w="912222">
                  <a:extLst>
                    <a:ext uri="{9D8B030D-6E8A-4147-A177-3AD203B41FA5}">
                      <a16:colId xmlns:a16="http://schemas.microsoft.com/office/drawing/2014/main" val="20003"/>
                    </a:ext>
                  </a:extLst>
                </a:gridCol>
                <a:gridCol w="1249105">
                  <a:extLst>
                    <a:ext uri="{9D8B030D-6E8A-4147-A177-3AD203B41FA5}">
                      <a16:colId xmlns:a16="http://schemas.microsoft.com/office/drawing/2014/main" val="20004"/>
                    </a:ext>
                  </a:extLst>
                </a:gridCol>
                <a:gridCol w="1313491">
                  <a:extLst>
                    <a:ext uri="{9D8B030D-6E8A-4147-A177-3AD203B41FA5}">
                      <a16:colId xmlns:a16="http://schemas.microsoft.com/office/drawing/2014/main" val="20005"/>
                    </a:ext>
                  </a:extLst>
                </a:gridCol>
                <a:gridCol w="1622550">
                  <a:extLst>
                    <a:ext uri="{9D8B030D-6E8A-4147-A177-3AD203B41FA5}">
                      <a16:colId xmlns:a16="http://schemas.microsoft.com/office/drawing/2014/main" val="20006"/>
                    </a:ext>
                  </a:extLst>
                </a:gridCol>
                <a:gridCol w="1815815">
                  <a:extLst>
                    <a:ext uri="{9D8B030D-6E8A-4147-A177-3AD203B41FA5}">
                      <a16:colId xmlns:a16="http://schemas.microsoft.com/office/drawing/2014/main" val="20007"/>
                    </a:ext>
                  </a:extLst>
                </a:gridCol>
              </a:tblGrid>
              <a:tr h="290014">
                <a:tc>
                  <a:txBody>
                    <a:bodyPr/>
                    <a:lstStyle/>
                    <a:p>
                      <a:pPr algn="l"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Rank</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Case</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Days</a:t>
                      </a:r>
                      <a:endParaRPr lang="en-US" sz="1100" b="1" i="0" u="none" strike="noStrike" dirty="0">
                        <a:solidFill>
                          <a:schemeClr val="tx1"/>
                        </a:solidFill>
                        <a:effectLst/>
                        <a:latin typeface="MULISH REGULAR ROMAN" pitchFamily="2" charset="77"/>
                      </a:endParaRPr>
                    </a:p>
                  </a:txBody>
                  <a:tcPr marL="0"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Author</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Vote</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Argued</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Decided</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198265">
                <a:tc rowSpan="5">
                  <a:txBody>
                    <a:bodyPr/>
                    <a:lstStyle/>
                    <a:p>
                      <a:pPr algn="ctr" fontAlgn="b"/>
                      <a:r>
                        <a:rPr lang="en-US" sz="1100" b="1" u="none" strike="noStrike" dirty="0">
                          <a:solidFill>
                            <a:schemeClr val="tx1"/>
                          </a:solidFill>
                          <a:effectLst/>
                          <a:latin typeface="MULISH REGULAR ROMAN" pitchFamily="2" charset="77"/>
                        </a:rPr>
                        <a:t>Shortest</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u="none" strike="noStrike" dirty="0">
                          <a:solidFill>
                            <a:schemeClr val="tx1"/>
                          </a:solidFill>
                          <a:effectLst/>
                          <a:latin typeface="MULISH REGULAR ROMAN" pitchFamily="2" charset="77"/>
                        </a:rPr>
                        <a:t>1</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TikTok</a:t>
                      </a:r>
                    </a:p>
                  </a:txBody>
                  <a:tcPr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8</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9-0</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01/10/2025</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01/17/2025</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2</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Facebook</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17</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11/06/2024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11/22/2024</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3</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Drummond</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23</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4-4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04/30/2025</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05/22/2025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4</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NVIDIA</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29</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11/13/2024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12/11/2024</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5</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rgbClr val="000000"/>
                          </a:solidFill>
                          <a:effectLst/>
                          <a:latin typeface="MULISH BLACK ROMAN"/>
                        </a:rPr>
                        <a:t>Laboratory Corp</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38</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PC</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9-0</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04/29/2025</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06/05/2025</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198265">
                <a:tc rowSpan="6">
                  <a:txBody>
                    <a:bodyPr/>
                    <a:lstStyle/>
                    <a:p>
                      <a:pPr algn="ctr" fontAlgn="b"/>
                      <a:r>
                        <a:rPr lang="en-US" sz="1100" b="1" u="none" strike="noStrike" dirty="0">
                          <a:solidFill>
                            <a:schemeClr val="tx1"/>
                          </a:solidFill>
                          <a:effectLst/>
                          <a:latin typeface="MULISH REGULAR ROMAN" pitchFamily="2" charset="77"/>
                        </a:rPr>
                        <a:t>Longest</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2"/>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1</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err="1">
                          <a:solidFill>
                            <a:srgbClr val="000000"/>
                          </a:solidFill>
                          <a:effectLst/>
                          <a:latin typeface="Calibri" panose="020F0502020204030204" pitchFamily="34" charset="0"/>
                        </a:rPr>
                        <a:t>Skrmetti</a:t>
                      </a:r>
                      <a:endParaRPr lang="en-US" sz="1100" b="0" i="1" u="none" strike="noStrike" dirty="0">
                        <a:solidFill>
                          <a:srgbClr val="000000"/>
                        </a:solidFill>
                        <a:effectLst/>
                        <a:latin typeface="Calibri" panose="020F0502020204030204" pitchFamily="34" charset="0"/>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197</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Roberts</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6-3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12/04/2024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06/18/2025</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3"/>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2</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rgbClr val="000000"/>
                          </a:solidFill>
                          <a:effectLst/>
                          <a:latin typeface="Calibri" panose="020F0502020204030204" pitchFamily="34" charset="0"/>
                        </a:rPr>
                        <a:t>Advocate Christ Medical</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176</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Barrett</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11/05/2024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04/29/2025</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4"/>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3</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rgbClr val="000000"/>
                          </a:solidFill>
                          <a:effectLst/>
                          <a:latin typeface="Calibri" panose="020F0502020204030204" pitchFamily="34" charset="0"/>
                        </a:rPr>
                        <a:t>Seven County</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171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Kavanaugh</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8-0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12/10/2024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05/29/2025</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5"/>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4</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rgbClr val="000000"/>
                          </a:solidFill>
                          <a:effectLst/>
                          <a:latin typeface="Calibri" panose="020F0502020204030204" pitchFamily="34" charset="0"/>
                        </a:rPr>
                        <a:t>Vanderstok</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170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Gorsuch</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10/08/2024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03/26/2025</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6"/>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5</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1" u="none" strike="noStrike" dirty="0">
                          <a:solidFill>
                            <a:srgbClr val="000000"/>
                          </a:solidFill>
                          <a:effectLst/>
                          <a:latin typeface="Calibri" panose="020F0502020204030204" pitchFamily="34" charset="0"/>
                        </a:rPr>
                        <a:t>Medical Marijuana</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170</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Barrett</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5-4</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10/15/2024</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04/02/2025</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7"/>
                  </a:ext>
                </a:extLst>
              </a:tr>
            </a:tbl>
          </a:graphicData>
        </a:graphic>
      </p:graphicFrame>
      <p:graphicFrame>
        <p:nvGraphicFramePr>
          <p:cNvPr id="12" name="Table 11">
            <a:extLst>
              <a:ext uri="{FF2B5EF4-FFF2-40B4-BE49-F238E27FC236}">
                <a16:creationId xmlns:a16="http://schemas.microsoft.com/office/drawing/2014/main" id="{77B39914-3BE8-3842-B5A4-CA67D740F9D1}"/>
              </a:ext>
            </a:extLst>
          </p:cNvPr>
          <p:cNvGraphicFramePr>
            <a:graphicFrameLocks noGrp="1"/>
          </p:cNvGraphicFramePr>
          <p:nvPr>
            <p:extLst>
              <p:ext uri="{D42A27DB-BD31-4B8C-83A1-F6EECF244321}">
                <p14:modId xmlns:p14="http://schemas.microsoft.com/office/powerpoint/2010/main" val="3931284540"/>
              </p:ext>
            </p:extLst>
          </p:nvPr>
        </p:nvGraphicFramePr>
        <p:xfrm>
          <a:off x="441315" y="808786"/>
          <a:ext cx="2743200" cy="2932045"/>
        </p:xfrm>
        <a:graphic>
          <a:graphicData uri="http://schemas.openxmlformats.org/drawingml/2006/table">
            <a:tbl>
              <a:tblPr bandRow="1">
                <a:tableStyleId>{C083E6E3-FA7D-4D7B-A595-EF9225AFEA82}</a:tableStyleId>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tblGrid>
              <a:tr h="0">
                <a:tc gridSpan="2">
                  <a:txBody>
                    <a:bodyPr/>
                    <a:lstStyle/>
                    <a:p>
                      <a:pPr algn="ctr" fontAlgn="b"/>
                      <a:endParaRPr lang="en-US" sz="1400" b="1" i="0" u="none" strike="noStrike" dirty="0">
                        <a:solidFill>
                          <a:schemeClr val="tx1"/>
                        </a:solidFill>
                        <a:effectLst/>
                        <a:latin typeface="MULISH BOLD ROMAN" pitchFamily="2" charset="77"/>
                      </a:endParaRPr>
                    </a:p>
                  </a:txBody>
                  <a:tcPr marL="9525" marR="9525" marT="9525" marB="0" anchor="ctr">
                    <a:lnL>
                      <a:noFill/>
                    </a:lnL>
                    <a:lnR>
                      <a:noFill/>
                    </a:lnR>
                    <a:lnT w="12700" cmpd="sng">
                      <a:noFill/>
                    </a:lnT>
                    <a:lnB>
                      <a:noFill/>
                    </a:lnB>
                    <a:lnTlToBr w="12700" cmpd="sng">
                      <a:noFill/>
                      <a:prstDash val="solid"/>
                    </a:lnTlToBr>
                    <a:lnBlToTr w="12700" cmpd="sng">
                      <a:noFill/>
                      <a:prstDash val="solid"/>
                    </a:lnBlToTr>
                    <a:solidFill>
                      <a:schemeClr val="bg1">
                        <a:alpha val="20000"/>
                      </a:schemeClr>
                    </a:solidFill>
                  </a:tcPr>
                </a:tc>
                <a:tc hMerge="1">
                  <a:txBody>
                    <a:bodyPr/>
                    <a:lstStyle/>
                    <a:p>
                      <a:endParaRPr lang="en-US"/>
                    </a:p>
                  </a:txBody>
                  <a:tcPr/>
                </a:tc>
                <a:extLst>
                  <a:ext uri="{0D108BD9-81ED-4DB2-BD59-A6C34878D82A}">
                    <a16:rowId xmlns:a16="http://schemas.microsoft.com/office/drawing/2014/main" val="1513308354"/>
                  </a:ext>
                </a:extLst>
              </a:tr>
              <a:tr h="448584">
                <a:tc gridSpan="2">
                  <a:txBody>
                    <a:bodyPr/>
                    <a:lstStyle/>
                    <a:p>
                      <a:pPr algn="ctr" fontAlgn="b"/>
                      <a:r>
                        <a:rPr lang="en-US" sz="1300" b="1" i="0" u="none" strike="noStrike" dirty="0">
                          <a:solidFill>
                            <a:schemeClr val="tx1"/>
                          </a:solidFill>
                          <a:effectLst/>
                          <a:latin typeface="MULISH BOLD ROMAN" pitchFamily="2" charset="77"/>
                        </a:rPr>
                        <a:t>Average Days by Justice</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hMerge="1">
                  <a:txBody>
                    <a:bodyPr/>
                    <a:lstStyle/>
                    <a:p>
                      <a:endParaRPr lang="en-US"/>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5B9BD5"/>
                    </a:solidFill>
                  </a:tcPr>
                </a:tc>
                <a:extLst>
                  <a:ext uri="{0D108BD9-81ED-4DB2-BD59-A6C34878D82A}">
                    <a16:rowId xmlns:a16="http://schemas.microsoft.com/office/drawing/2014/main" val="10000"/>
                  </a:ext>
                </a:extLst>
              </a:tr>
              <a:tr h="254523">
                <a:tc>
                  <a:txBody>
                    <a:bodyPr/>
                    <a:lstStyle/>
                    <a:p>
                      <a:pPr algn="ctr" fontAlgn="b"/>
                      <a:r>
                        <a:rPr lang="en-US" sz="1100" b="0" i="0" u="none" strike="noStrike" dirty="0">
                          <a:solidFill>
                            <a:srgbClr val="000000"/>
                          </a:solidFill>
                          <a:effectLst/>
                          <a:latin typeface="MULISH REGULAR ROMAN" pitchFamily="2" charset="77"/>
                        </a:rPr>
                        <a:t>Roberts</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84.67</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54523">
                <a:tc>
                  <a:txBody>
                    <a:bodyPr/>
                    <a:lstStyle/>
                    <a:p>
                      <a:pPr algn="ctr" fontAlgn="b"/>
                      <a:r>
                        <a:rPr lang="en-US" sz="1100" b="0" u="none" strike="noStrike" dirty="0">
                          <a:solidFill>
                            <a:srgbClr val="000000"/>
                          </a:solidFill>
                          <a:effectLst/>
                          <a:latin typeface="MULISH REGULAR ROMAN" pitchFamily="2" charset="77"/>
                        </a:rPr>
                        <a:t>Thomas</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103</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24392">
                <a:tc>
                  <a:txBody>
                    <a:bodyPr/>
                    <a:lstStyle/>
                    <a:p>
                      <a:pPr algn="ctr" fontAlgn="b"/>
                      <a:r>
                        <a:rPr lang="en-US" sz="1100" b="0" i="0" u="none" strike="noStrike" dirty="0">
                          <a:solidFill>
                            <a:srgbClr val="000000"/>
                          </a:solidFill>
                          <a:effectLst/>
                          <a:latin typeface="MULISH REGULAR ROMAN" pitchFamily="2" charset="77"/>
                        </a:rPr>
                        <a:t>Alito</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100.25</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54523">
                <a:tc>
                  <a:txBody>
                    <a:bodyPr/>
                    <a:lstStyle/>
                    <a:p>
                      <a:pPr algn="ctr" fontAlgn="b"/>
                      <a:r>
                        <a:rPr lang="en-US" sz="1100" b="0" u="none" strike="noStrike" dirty="0">
                          <a:solidFill>
                            <a:srgbClr val="000000"/>
                          </a:solidFill>
                          <a:effectLst/>
                          <a:latin typeface="MULISH REGULAR ROMAN" pitchFamily="2" charset="77"/>
                        </a:rPr>
                        <a:t>Sotomayor</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85.4</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54523">
                <a:tc>
                  <a:txBody>
                    <a:bodyPr/>
                    <a:lstStyle/>
                    <a:p>
                      <a:pPr algn="ctr" fontAlgn="b"/>
                      <a:r>
                        <a:rPr lang="en-US" sz="1100" b="0" u="none" strike="noStrike" dirty="0">
                          <a:solidFill>
                            <a:srgbClr val="000000"/>
                          </a:solidFill>
                          <a:effectLst/>
                          <a:latin typeface="MULISH REGULAR ROMAN" pitchFamily="2" charset="77"/>
                        </a:rPr>
                        <a:t>Kagan</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99.4</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54523">
                <a:tc>
                  <a:txBody>
                    <a:bodyPr/>
                    <a:lstStyle/>
                    <a:p>
                      <a:pPr algn="ctr" fontAlgn="b"/>
                      <a:r>
                        <a:rPr lang="en-US" sz="1100" b="0" i="0" u="none" strike="noStrike" dirty="0">
                          <a:solidFill>
                            <a:srgbClr val="000000"/>
                          </a:solidFill>
                          <a:effectLst/>
                          <a:latin typeface="MULISH REGULAR ROMAN" pitchFamily="2" charset="77"/>
                        </a:rPr>
                        <a:t>Gorsuch</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130</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254523">
                <a:tc>
                  <a:txBody>
                    <a:bodyPr/>
                    <a:lstStyle/>
                    <a:p>
                      <a:pPr algn="ctr" fontAlgn="b"/>
                      <a:r>
                        <a:rPr lang="en-US" sz="1100" b="0" u="none" strike="noStrike" dirty="0">
                          <a:solidFill>
                            <a:srgbClr val="000000"/>
                          </a:solidFill>
                          <a:effectLst/>
                          <a:latin typeface="MULISH REGULAR ROMAN" pitchFamily="2" charset="77"/>
                        </a:rPr>
                        <a:t>Kavanaugh</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127</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254523">
                <a:tc>
                  <a:txBody>
                    <a:bodyPr/>
                    <a:lstStyle/>
                    <a:p>
                      <a:pPr algn="ctr" fontAlgn="b"/>
                      <a:r>
                        <a:rPr lang="en-US" sz="1100" b="0" i="0" u="none" strike="noStrike" dirty="0">
                          <a:solidFill>
                            <a:srgbClr val="000000"/>
                          </a:solidFill>
                          <a:effectLst/>
                          <a:latin typeface="MULISH REGULAR ROMAN" pitchFamily="2" charset="77"/>
                        </a:rPr>
                        <a:t>Barrett</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140.75</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254523">
                <a:tc>
                  <a:txBody>
                    <a:bodyPr/>
                    <a:lstStyle/>
                    <a:p>
                      <a:pPr algn="ctr" fontAlgn="b"/>
                      <a:r>
                        <a:rPr lang="en-US" sz="1100" b="0" i="0" u="none" strike="noStrike" dirty="0">
                          <a:solidFill>
                            <a:srgbClr val="000000"/>
                          </a:solidFill>
                          <a:effectLst/>
                          <a:latin typeface="MULISH REGULAR ROMAN" pitchFamily="2" charset="77"/>
                        </a:rPr>
                        <a:t>Jackson</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86.5</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9"/>
                  </a:ext>
                </a:extLst>
              </a:tr>
            </a:tbl>
          </a:graphicData>
        </a:graphic>
      </p:graphicFrame>
      <p:sp>
        <p:nvSpPr>
          <p:cNvPr id="8" name="Title 9">
            <a:extLst>
              <a:ext uri="{FF2B5EF4-FFF2-40B4-BE49-F238E27FC236}">
                <a16:creationId xmlns:a16="http://schemas.microsoft.com/office/drawing/2014/main" id="{1158FEDE-D390-394F-8BD0-9BEC52197111}"/>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DAYS BETWEEN ARGUMENT &amp; OPINION</a:t>
            </a:r>
          </a:p>
        </p:txBody>
      </p:sp>
      <p:sp>
        <p:nvSpPr>
          <p:cNvPr id="6" name="TextBox 5">
            <a:extLst>
              <a:ext uri="{FF2B5EF4-FFF2-40B4-BE49-F238E27FC236}">
                <a16:creationId xmlns:a16="http://schemas.microsoft.com/office/drawing/2014/main" id="{9A4C9617-2FF2-3240-A229-AA4D72AB9586}"/>
              </a:ext>
            </a:extLst>
          </p:cNvPr>
          <p:cNvSpPr txBox="1"/>
          <p:nvPr/>
        </p:nvSpPr>
        <p:spPr>
          <a:xfrm>
            <a:off x="3887873" y="1173965"/>
            <a:ext cx="1690778" cy="292388"/>
          </a:xfrm>
          <a:prstGeom prst="rect">
            <a:avLst/>
          </a:prstGeom>
          <a:noFill/>
        </p:spPr>
        <p:txBody>
          <a:bodyPr wrap="square" rtlCol="0">
            <a:spAutoFit/>
          </a:bodyPr>
          <a:lstStyle/>
          <a:p>
            <a:pPr algn="ctr"/>
            <a:r>
              <a:rPr lang="en-US" sz="1300" b="1" dirty="0">
                <a:latin typeface="MULISH BOLD ROMAN" pitchFamily="2" charset="77"/>
              </a:rPr>
              <a:t>Average Days by Term</a:t>
            </a:r>
          </a:p>
        </p:txBody>
      </p:sp>
      <p:sp>
        <p:nvSpPr>
          <p:cNvPr id="2" name="TextBox 1">
            <a:extLst>
              <a:ext uri="{FF2B5EF4-FFF2-40B4-BE49-F238E27FC236}">
                <a16:creationId xmlns:a16="http://schemas.microsoft.com/office/drawing/2014/main" id="{D94AC198-E753-1886-71E0-46B240C76C77}"/>
              </a:ext>
            </a:extLst>
          </p:cNvPr>
          <p:cNvSpPr txBox="1"/>
          <p:nvPr/>
        </p:nvSpPr>
        <p:spPr>
          <a:xfrm>
            <a:off x="3887873" y="1466353"/>
            <a:ext cx="1690777" cy="1107996"/>
          </a:xfrm>
          <a:prstGeom prst="rect">
            <a:avLst/>
          </a:prstGeom>
          <a:noFill/>
          <a:ln>
            <a:solidFill>
              <a:schemeClr val="tx1"/>
            </a:solidFill>
          </a:ln>
        </p:spPr>
        <p:txBody>
          <a:bodyPr wrap="square" rtlCol="0">
            <a:spAutoFit/>
          </a:bodyPr>
          <a:lstStyle/>
          <a:p>
            <a:r>
              <a:rPr lang="en-US" sz="1100" dirty="0">
                <a:latin typeface="MULISH REGULAR ROMAN"/>
              </a:rPr>
              <a:t>Figure shows the average number of days between oral arguments and the rendering of a decision for a case between the 2005 and 2024 terms. </a:t>
            </a:r>
          </a:p>
        </p:txBody>
      </p:sp>
      <p:sp>
        <p:nvSpPr>
          <p:cNvPr id="9" name="Slide Number Placeholder 8">
            <a:extLst>
              <a:ext uri="{FF2B5EF4-FFF2-40B4-BE49-F238E27FC236}">
                <a16:creationId xmlns:a16="http://schemas.microsoft.com/office/drawing/2014/main" id="{C58BBD9E-901F-8D77-A3B8-73BF64F90814}"/>
              </a:ext>
            </a:extLst>
          </p:cNvPr>
          <p:cNvSpPr>
            <a:spLocks noGrp="1"/>
          </p:cNvSpPr>
          <p:nvPr>
            <p:ph type="sldNum" sz="quarter" idx="12"/>
          </p:nvPr>
        </p:nvSpPr>
        <p:spPr/>
        <p:txBody>
          <a:bodyPr/>
          <a:lstStyle/>
          <a:p>
            <a:fld id="{5E212BD6-99D2-4430-8307-3DFF6CB1AF68}" type="slidenum">
              <a:rPr lang="en-US" smtClean="0"/>
              <a:t>19</a:t>
            </a:fld>
            <a:endParaRPr lang="en-US"/>
          </a:p>
        </p:txBody>
      </p:sp>
      <p:pic>
        <p:nvPicPr>
          <p:cNvPr id="4" name="Picture 3" descr="A graph with numbers and lines&#10;&#10;AI-generated content may be incorrect.">
            <a:extLst>
              <a:ext uri="{FF2B5EF4-FFF2-40B4-BE49-F238E27FC236}">
                <a16:creationId xmlns:a16="http://schemas.microsoft.com/office/drawing/2014/main" id="{EFEC0D13-E384-F182-D1F6-2B44F3967565}"/>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133436" y="778359"/>
            <a:ext cx="5215464" cy="3219900"/>
          </a:xfrm>
          <a:prstGeom prst="rect">
            <a:avLst/>
          </a:prstGeom>
        </p:spPr>
      </p:pic>
    </p:spTree>
    <p:extLst>
      <p:ext uri="{BB962C8B-B14F-4D97-AF65-F5344CB8AC3E}">
        <p14:creationId xmlns:p14="http://schemas.microsoft.com/office/powerpoint/2010/main" val="60501877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7" name="Table 6">
            <a:extLst>
              <a:ext uri="{FF2B5EF4-FFF2-40B4-BE49-F238E27FC236}">
                <a16:creationId xmlns:a16="http://schemas.microsoft.com/office/drawing/2014/main" id="{AFEE743B-3743-7B46-A02B-4C621618C449}"/>
              </a:ext>
            </a:extLst>
          </p:cNvPr>
          <p:cNvGraphicFramePr>
            <a:graphicFrameLocks noGrp="1"/>
          </p:cNvGraphicFramePr>
          <p:nvPr>
            <p:extLst>
              <p:ext uri="{D42A27DB-BD31-4B8C-83A1-F6EECF244321}">
                <p14:modId xmlns:p14="http://schemas.microsoft.com/office/powerpoint/2010/main" val="1391861028"/>
              </p:ext>
            </p:extLst>
          </p:nvPr>
        </p:nvGraphicFramePr>
        <p:xfrm>
          <a:off x="224287" y="961859"/>
          <a:ext cx="11645661" cy="5306714"/>
        </p:xfrm>
        <a:graphic>
          <a:graphicData uri="http://schemas.openxmlformats.org/drawingml/2006/table">
            <a:tbl>
              <a:tblPr firstRow="1" bandRow="1">
                <a:tableStyleId>{C083E6E3-FA7D-4D7B-A595-EF9225AFEA82}</a:tableStyleId>
              </a:tblPr>
              <a:tblGrid>
                <a:gridCol w="853902">
                  <a:extLst>
                    <a:ext uri="{9D8B030D-6E8A-4147-A177-3AD203B41FA5}">
                      <a16:colId xmlns:a16="http://schemas.microsoft.com/office/drawing/2014/main" val="20000"/>
                    </a:ext>
                  </a:extLst>
                </a:gridCol>
                <a:gridCol w="341651">
                  <a:extLst>
                    <a:ext uri="{9D8B030D-6E8A-4147-A177-3AD203B41FA5}">
                      <a16:colId xmlns:a16="http://schemas.microsoft.com/office/drawing/2014/main" val="1952344982"/>
                    </a:ext>
                  </a:extLst>
                </a:gridCol>
                <a:gridCol w="1080468">
                  <a:extLst>
                    <a:ext uri="{9D8B030D-6E8A-4147-A177-3AD203B41FA5}">
                      <a16:colId xmlns:a16="http://schemas.microsoft.com/office/drawing/2014/main" val="20001"/>
                    </a:ext>
                  </a:extLst>
                </a:gridCol>
                <a:gridCol w="1080468">
                  <a:extLst>
                    <a:ext uri="{9D8B030D-6E8A-4147-A177-3AD203B41FA5}">
                      <a16:colId xmlns:a16="http://schemas.microsoft.com/office/drawing/2014/main" val="20002"/>
                    </a:ext>
                  </a:extLst>
                </a:gridCol>
                <a:gridCol w="1080468">
                  <a:extLst>
                    <a:ext uri="{9D8B030D-6E8A-4147-A177-3AD203B41FA5}">
                      <a16:colId xmlns:a16="http://schemas.microsoft.com/office/drawing/2014/main" val="20003"/>
                    </a:ext>
                  </a:extLst>
                </a:gridCol>
                <a:gridCol w="1080468">
                  <a:extLst>
                    <a:ext uri="{9D8B030D-6E8A-4147-A177-3AD203B41FA5}">
                      <a16:colId xmlns:a16="http://schemas.microsoft.com/office/drawing/2014/main" val="20004"/>
                    </a:ext>
                  </a:extLst>
                </a:gridCol>
                <a:gridCol w="1080468">
                  <a:extLst>
                    <a:ext uri="{9D8B030D-6E8A-4147-A177-3AD203B41FA5}">
                      <a16:colId xmlns:a16="http://schemas.microsoft.com/office/drawing/2014/main" val="20005"/>
                    </a:ext>
                  </a:extLst>
                </a:gridCol>
                <a:gridCol w="1080468">
                  <a:extLst>
                    <a:ext uri="{9D8B030D-6E8A-4147-A177-3AD203B41FA5}">
                      <a16:colId xmlns:a16="http://schemas.microsoft.com/office/drawing/2014/main" val="20006"/>
                    </a:ext>
                  </a:extLst>
                </a:gridCol>
                <a:gridCol w="1080468">
                  <a:extLst>
                    <a:ext uri="{9D8B030D-6E8A-4147-A177-3AD203B41FA5}">
                      <a16:colId xmlns:a16="http://schemas.microsoft.com/office/drawing/2014/main" val="20007"/>
                    </a:ext>
                  </a:extLst>
                </a:gridCol>
                <a:gridCol w="1144295">
                  <a:extLst>
                    <a:ext uri="{9D8B030D-6E8A-4147-A177-3AD203B41FA5}">
                      <a16:colId xmlns:a16="http://schemas.microsoft.com/office/drawing/2014/main" val="3152721366"/>
                    </a:ext>
                  </a:extLst>
                </a:gridCol>
                <a:gridCol w="1233578">
                  <a:extLst>
                    <a:ext uri="{9D8B030D-6E8A-4147-A177-3AD203B41FA5}">
                      <a16:colId xmlns:a16="http://schemas.microsoft.com/office/drawing/2014/main" val="2599236381"/>
                    </a:ext>
                  </a:extLst>
                </a:gridCol>
                <a:gridCol w="508959">
                  <a:extLst>
                    <a:ext uri="{9D8B030D-6E8A-4147-A177-3AD203B41FA5}">
                      <a16:colId xmlns:a16="http://schemas.microsoft.com/office/drawing/2014/main" val="706058003"/>
                    </a:ext>
                  </a:extLst>
                </a:gridCol>
              </a:tblGrid>
              <a:tr h="349173">
                <a:tc>
                  <a:txBody>
                    <a:bodyPr/>
                    <a:lstStyle/>
                    <a:p>
                      <a:pPr algn="l"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a:solidFill>
                            <a:schemeClr val="tx1"/>
                          </a:solidFill>
                          <a:effectLst/>
                          <a:latin typeface="MULISH REGULAR ROMAN" pitchFamily="2" charset="77"/>
                        </a:rPr>
                        <a:t>Roberts</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a:solidFill>
                            <a:schemeClr val="tx1"/>
                          </a:solidFill>
                          <a:effectLst/>
                          <a:latin typeface="MULISH REGULAR ROMAN" pitchFamily="2" charset="77"/>
                        </a:rPr>
                        <a:t>Thomas</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Alito</a:t>
                      </a:r>
                      <a:endParaRPr lang="en-US" sz="1100" b="1" i="0" u="none" strike="noStrike" dirty="0">
                        <a:solidFill>
                          <a:schemeClr val="tx1"/>
                        </a:solidFill>
                        <a:effectLst/>
                        <a:latin typeface="MULISH REGULAR ROMAN" pitchFamily="2" charset="77"/>
                      </a:endParaRPr>
                    </a:p>
                  </a:txBody>
                  <a:tcPr marL="0"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Sotomayor</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Kagan</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Gorsuch</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Kavanaugh</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Barrett</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Jackson</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Total</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238709">
                <a:tc rowSpan="5">
                  <a:txBody>
                    <a:bodyPr/>
                    <a:lstStyle/>
                    <a:p>
                      <a:pPr algn="ctr" fontAlgn="b"/>
                      <a:r>
                        <a:rPr lang="en-US" sz="1100" b="1" u="none" strike="noStrike">
                          <a:solidFill>
                            <a:schemeClr val="tx1"/>
                          </a:solidFill>
                          <a:effectLst/>
                          <a:latin typeface="MULISH REGULAR ROMAN" pitchFamily="2" charset="77"/>
                        </a:rPr>
                        <a:t>Majority</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fontAlgn="b"/>
                      <a:r>
                        <a:rPr lang="en-US" sz="900" b="0" u="none" strike="noStrike">
                          <a:solidFill>
                            <a:schemeClr val="tx1"/>
                          </a:solidFill>
                          <a:effectLst/>
                          <a:latin typeface="MULISH REGULAR ROMAN" pitchFamily="2" charset="77"/>
                        </a:rPr>
                        <a:t>1</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Lackey</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Bufkin</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Waetzig</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Hungary</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Royal Canin</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Vanderstok</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E.M.D. Sales</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Medical Marijuana</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a:effectLst/>
                        </a:rPr>
                        <a:t>Bouarafa</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rowSpan="5">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2</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Thompson</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Delligatti</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SF v. EPA</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Glossip</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Wisconsin Bell</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Velazquez</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Williams</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Advocate Christ Medical</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Miller</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3</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A.J.T</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Blom Bank</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Wages &amp; White Lion</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Cunningham</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Dewberry</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Feliciano</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Seven County</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Kousisis</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Ames</a:t>
                      </a: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4</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err="1">
                          <a:solidFill>
                            <a:schemeClr val="tx1"/>
                          </a:solidFill>
                          <a:effectLst/>
                          <a:latin typeface="MULISH REGULAR ROMAN" pitchFamily="2" charset="77"/>
                        </a:rPr>
                        <a:t>Skrmetti</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Soto</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CC/Devas</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Catholic Charities</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Barnes</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Martin</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Diamond</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Zuch</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Rivers</a:t>
                      </a: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5</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Fuld</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Calumet</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Parrish</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Smith &amp; Wesson</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Stanley</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McLaughlin</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Esteras</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38709">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9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2964347164"/>
                  </a:ext>
                </a:extLst>
              </a:tr>
              <a:tr h="238709">
                <a:tc rowSpan="7">
                  <a:txBody>
                    <a:bodyPr/>
                    <a:lstStyle/>
                    <a:p>
                      <a:pPr algn="ctr"/>
                      <a:r>
                        <a:rPr lang="en-US" sz="1100" b="1" dirty="0">
                          <a:latin typeface="MULISH REGULAR ROMAN" pitchFamily="2" charset="77"/>
                        </a:rPr>
                        <a:t>Concurring</a:t>
                      </a:r>
                    </a:p>
                  </a:txBody>
                  <a:tcPr marL="3315" marR="3315" marT="3315" marB="0" anchor="ctr">
                    <a:lnT>
                      <a:noFill/>
                    </a:lnT>
                  </a:tcPr>
                </a:tc>
                <a:tc>
                  <a:txBody>
                    <a:bodyPr/>
                    <a:lstStyle/>
                    <a:p>
                      <a:pPr algn="ctr" fontAlgn="b"/>
                      <a:r>
                        <a:rPr lang="en-US" sz="900" b="0" u="none" strike="noStrike">
                          <a:solidFill>
                            <a:schemeClr val="tx1"/>
                          </a:solidFill>
                          <a:effectLst/>
                          <a:latin typeface="MULISH REGULAR ROMAN" pitchFamily="2" charset="77"/>
                        </a:rPr>
                        <a:t>1</a:t>
                      </a:r>
                      <a:endParaRPr lang="en-US" sz="900" b="0" i="0" u="none" strike="noStrike" dirty="0">
                        <a:solidFill>
                          <a:schemeClr val="tx1"/>
                        </a:solidFill>
                        <a:effectLst/>
                        <a:latin typeface="MULISH REGULAR ROMAN" pitchFamily="2" charset="77"/>
                      </a:endParaRPr>
                    </a:p>
                  </a:txBody>
                  <a:tcPr marL="3315" marR="3315" marT="3315" marB="0" anchor="ctr">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Wisconsin Bell</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Andrew</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TikTok</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E.M.D. Sales</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Wisconsin Bell</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Glossip</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Thompson</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rowSpan="7">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3"/>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2</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Kousisis</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Thompson</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Dewberry</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TikTok</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Vanderstok</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SF v. EPA</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Vanderstok</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4"/>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3</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Ames</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Cunningham</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Vanderstok</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Kousisis</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Trump v. J.G.G.</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err="1">
                          <a:solidFill>
                            <a:schemeClr val="tx1"/>
                          </a:solidFill>
                          <a:effectLst/>
                          <a:latin typeface="MULISH REGULAR ROMAN" pitchFamily="2" charset="77"/>
                        </a:rPr>
                        <a:t>Skrmetti</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Smith &amp; Wesson</a:t>
                      </a: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5"/>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4</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Smith &amp; Wesson</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Wages &amp; White Lion</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Barnes</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Catholic Charities</a:t>
                      </a: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6"/>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5</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Catholic Charities</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Seven County</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A.A.R.P v. Trump</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Blom Bank</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7"/>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6</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A.J.T.</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A.J.T.</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Parrish</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726377539"/>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7</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err="1">
                          <a:solidFill>
                            <a:schemeClr val="tx1"/>
                          </a:solidFill>
                          <a:effectLst/>
                          <a:latin typeface="MULISH REGULAR ROMAN" pitchFamily="2" charset="77"/>
                        </a:rPr>
                        <a:t>Skrmetti</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Martin</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Esteras</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329529959"/>
                  </a:ext>
                </a:extLst>
              </a:tr>
              <a:tr h="238709">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609626801"/>
                  </a:ext>
                </a:extLst>
              </a:tr>
              <a:tr h="238709">
                <a:tc rowSpan="5">
                  <a:txBody>
                    <a:bodyPr/>
                    <a:lstStyle/>
                    <a:p>
                      <a:pPr algn="ctr" fontAlgn="b"/>
                      <a:r>
                        <a:rPr lang="en-US" sz="1100" b="1" i="0" u="none" strike="noStrike">
                          <a:solidFill>
                            <a:schemeClr val="tx1"/>
                          </a:solidFill>
                          <a:effectLst/>
                          <a:latin typeface="MULISH REGULAR ROMAN" pitchFamily="2" charset="77"/>
                        </a:rPr>
                        <a:t>Dissenting</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fontAlgn="b"/>
                      <a:r>
                        <a:rPr lang="en-US" sz="900" b="0" i="0" u="none" strike="noStrike">
                          <a:solidFill>
                            <a:schemeClr val="tx1"/>
                          </a:solidFill>
                          <a:effectLst/>
                          <a:latin typeface="MULISH REGULAR ROMAN" pitchFamily="2" charset="77"/>
                        </a:rPr>
                        <a:t>1</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Andrew</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Vanderstok</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Trump v. J.G.G.</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DOE v. CA</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Delligatti</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Medical Marijuana</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Velazquez</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Lackey</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rowSpan="5">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756917612"/>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2</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Williams</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Velazquez</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err="1">
                          <a:solidFill>
                            <a:schemeClr val="tx1"/>
                          </a:solidFill>
                          <a:effectLst/>
                          <a:latin typeface="MULISH REGULAR ROMAN" pitchFamily="2" charset="77"/>
                        </a:rPr>
                        <a:t>Skrmetti</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err="1">
                          <a:solidFill>
                            <a:schemeClr val="tx1"/>
                          </a:solidFill>
                          <a:effectLst/>
                          <a:latin typeface="MULISH REGULAR ROMAN" pitchFamily="2" charset="77"/>
                        </a:rPr>
                        <a:t>Skrmetti</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Miller</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Perttu</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Bufkin</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596628581"/>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3</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Glossip</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900" b="0" i="0" u="none" strike="noStrike">
                          <a:solidFill>
                            <a:schemeClr val="tx1"/>
                          </a:solidFill>
                          <a:effectLst/>
                          <a:latin typeface="MULISH REGULAR ROMAN" pitchFamily="2" charset="77"/>
                        </a:rPr>
                        <a:t>A.A.R.P v. Trump</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Diamond</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McLaughlin</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Parrish</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DOE v. CA</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294379330"/>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4</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Vanderstok</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Esteras</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Zuch</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Advocate Christ Medical</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545191570"/>
                  </a:ext>
                </a:extLst>
              </a:tr>
              <a:tr h="215036">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5</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Medical Marijuana</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Calumet</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Stanley</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066520741"/>
                  </a:ext>
                </a:extLst>
              </a:tr>
              <a:tr h="207034">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fontAlgn="b"/>
                      <a:r>
                        <a:rPr lang="en-US" sz="900" b="0" i="0" u="none" strike="noStrike">
                          <a:solidFill>
                            <a:schemeClr val="tx1"/>
                          </a:solidFill>
                          <a:effectLst/>
                          <a:latin typeface="MULISH REGULAR ROMAN" pitchFamily="2" charset="77"/>
                        </a:rPr>
                        <a:t>6</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Velazquez</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NRC</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Diamond</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934924686"/>
                  </a:ext>
                </a:extLst>
              </a:tr>
              <a:tr h="238709">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chemeClr val="tx1"/>
                          </a:solidFill>
                          <a:effectLst/>
                          <a:latin typeface="MULISH REGULAR ROMAN" pitchFamily="2" charset="77"/>
                        </a:rPr>
                        <a:t>7</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Feliciano</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R.J. Reynolds</a:t>
                      </a: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40884629"/>
                  </a:ext>
                </a:extLst>
              </a:tr>
            </a:tbl>
          </a:graphicData>
        </a:graphic>
      </p:graphicFrame>
      <p:sp>
        <p:nvSpPr>
          <p:cNvPr id="10" name="Title 9">
            <a:extLst>
              <a:ext uri="{FF2B5EF4-FFF2-40B4-BE49-F238E27FC236}">
                <a16:creationId xmlns:a16="http://schemas.microsoft.com/office/drawing/2014/main" id="{D366379E-E9D8-DB42-B1E2-38F621A2306F}"/>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OPINIONS AUTHORED BY EACH JUSTICE</a:t>
            </a:r>
          </a:p>
        </p:txBody>
      </p:sp>
      <p:sp>
        <p:nvSpPr>
          <p:cNvPr id="4" name="Slide Number Placeholder 3">
            <a:extLst>
              <a:ext uri="{FF2B5EF4-FFF2-40B4-BE49-F238E27FC236}">
                <a16:creationId xmlns:a16="http://schemas.microsoft.com/office/drawing/2014/main" id="{DD6EFB87-8186-B3D8-B837-DD402793E267}"/>
              </a:ext>
            </a:extLst>
          </p:cNvPr>
          <p:cNvSpPr>
            <a:spLocks noGrp="1"/>
          </p:cNvSpPr>
          <p:nvPr>
            <p:ph type="sldNum" sz="quarter" idx="12"/>
          </p:nvPr>
        </p:nvSpPr>
        <p:spPr/>
        <p:txBody>
          <a:bodyPr/>
          <a:lstStyle/>
          <a:p>
            <a:fld id="{5E212BD6-99D2-4430-8307-3DFF6CB1AF68}" type="slidenum">
              <a:rPr lang="en-US" smtClean="0"/>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1DCAFF-35EF-A31C-3A79-383876C24CC9}"/>
            </a:ext>
          </a:extLst>
        </p:cNvPr>
        <p:cNvGrpSpPr/>
        <p:nvPr/>
      </p:nvGrpSpPr>
      <p:grpSpPr>
        <a:xfrm>
          <a:off x="0" y="0"/>
          <a:ext cx="0" cy="0"/>
          <a:chOff x="0" y="0"/>
          <a:chExt cx="0" cy="0"/>
        </a:xfrm>
      </p:grpSpPr>
      <p:graphicFrame>
        <p:nvGraphicFramePr>
          <p:cNvPr id="7" name="Table 6">
            <a:extLst>
              <a:ext uri="{FF2B5EF4-FFF2-40B4-BE49-F238E27FC236}">
                <a16:creationId xmlns:a16="http://schemas.microsoft.com/office/drawing/2014/main" id="{A429B786-8089-1690-EEDC-B162E02C5351}"/>
              </a:ext>
            </a:extLst>
          </p:cNvPr>
          <p:cNvGraphicFramePr>
            <a:graphicFrameLocks noGrp="1"/>
          </p:cNvGraphicFramePr>
          <p:nvPr>
            <p:extLst>
              <p:ext uri="{D42A27DB-BD31-4B8C-83A1-F6EECF244321}">
                <p14:modId xmlns:p14="http://schemas.microsoft.com/office/powerpoint/2010/main" val="1161260025"/>
              </p:ext>
            </p:extLst>
          </p:nvPr>
        </p:nvGraphicFramePr>
        <p:xfrm>
          <a:off x="224287" y="961859"/>
          <a:ext cx="11645661" cy="5545423"/>
        </p:xfrm>
        <a:graphic>
          <a:graphicData uri="http://schemas.openxmlformats.org/drawingml/2006/table">
            <a:tbl>
              <a:tblPr firstRow="1" bandRow="1">
                <a:tableStyleId>{C083E6E3-FA7D-4D7B-A595-EF9225AFEA82}</a:tableStyleId>
              </a:tblPr>
              <a:tblGrid>
                <a:gridCol w="853902">
                  <a:extLst>
                    <a:ext uri="{9D8B030D-6E8A-4147-A177-3AD203B41FA5}">
                      <a16:colId xmlns:a16="http://schemas.microsoft.com/office/drawing/2014/main" val="20000"/>
                    </a:ext>
                  </a:extLst>
                </a:gridCol>
                <a:gridCol w="341651">
                  <a:extLst>
                    <a:ext uri="{9D8B030D-6E8A-4147-A177-3AD203B41FA5}">
                      <a16:colId xmlns:a16="http://schemas.microsoft.com/office/drawing/2014/main" val="1952344982"/>
                    </a:ext>
                  </a:extLst>
                </a:gridCol>
                <a:gridCol w="1080468">
                  <a:extLst>
                    <a:ext uri="{9D8B030D-6E8A-4147-A177-3AD203B41FA5}">
                      <a16:colId xmlns:a16="http://schemas.microsoft.com/office/drawing/2014/main" val="20001"/>
                    </a:ext>
                  </a:extLst>
                </a:gridCol>
                <a:gridCol w="1080468">
                  <a:extLst>
                    <a:ext uri="{9D8B030D-6E8A-4147-A177-3AD203B41FA5}">
                      <a16:colId xmlns:a16="http://schemas.microsoft.com/office/drawing/2014/main" val="20002"/>
                    </a:ext>
                  </a:extLst>
                </a:gridCol>
                <a:gridCol w="1080468">
                  <a:extLst>
                    <a:ext uri="{9D8B030D-6E8A-4147-A177-3AD203B41FA5}">
                      <a16:colId xmlns:a16="http://schemas.microsoft.com/office/drawing/2014/main" val="20003"/>
                    </a:ext>
                  </a:extLst>
                </a:gridCol>
                <a:gridCol w="1080468">
                  <a:extLst>
                    <a:ext uri="{9D8B030D-6E8A-4147-A177-3AD203B41FA5}">
                      <a16:colId xmlns:a16="http://schemas.microsoft.com/office/drawing/2014/main" val="20004"/>
                    </a:ext>
                  </a:extLst>
                </a:gridCol>
                <a:gridCol w="1080468">
                  <a:extLst>
                    <a:ext uri="{9D8B030D-6E8A-4147-A177-3AD203B41FA5}">
                      <a16:colId xmlns:a16="http://schemas.microsoft.com/office/drawing/2014/main" val="20005"/>
                    </a:ext>
                  </a:extLst>
                </a:gridCol>
                <a:gridCol w="1080468">
                  <a:extLst>
                    <a:ext uri="{9D8B030D-6E8A-4147-A177-3AD203B41FA5}">
                      <a16:colId xmlns:a16="http://schemas.microsoft.com/office/drawing/2014/main" val="20006"/>
                    </a:ext>
                  </a:extLst>
                </a:gridCol>
                <a:gridCol w="1080468">
                  <a:extLst>
                    <a:ext uri="{9D8B030D-6E8A-4147-A177-3AD203B41FA5}">
                      <a16:colId xmlns:a16="http://schemas.microsoft.com/office/drawing/2014/main" val="20007"/>
                    </a:ext>
                  </a:extLst>
                </a:gridCol>
                <a:gridCol w="1144295">
                  <a:extLst>
                    <a:ext uri="{9D8B030D-6E8A-4147-A177-3AD203B41FA5}">
                      <a16:colId xmlns:a16="http://schemas.microsoft.com/office/drawing/2014/main" val="3152721366"/>
                    </a:ext>
                  </a:extLst>
                </a:gridCol>
                <a:gridCol w="1233578">
                  <a:extLst>
                    <a:ext uri="{9D8B030D-6E8A-4147-A177-3AD203B41FA5}">
                      <a16:colId xmlns:a16="http://schemas.microsoft.com/office/drawing/2014/main" val="2599236381"/>
                    </a:ext>
                  </a:extLst>
                </a:gridCol>
                <a:gridCol w="508959">
                  <a:extLst>
                    <a:ext uri="{9D8B030D-6E8A-4147-A177-3AD203B41FA5}">
                      <a16:colId xmlns:a16="http://schemas.microsoft.com/office/drawing/2014/main" val="706058003"/>
                    </a:ext>
                  </a:extLst>
                </a:gridCol>
              </a:tblGrid>
              <a:tr h="349173">
                <a:tc>
                  <a:txBody>
                    <a:bodyPr/>
                    <a:lstStyle/>
                    <a:p>
                      <a:pPr algn="l"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a:solidFill>
                            <a:schemeClr val="tx1"/>
                          </a:solidFill>
                          <a:effectLst/>
                          <a:latin typeface="MULISH REGULAR ROMAN" pitchFamily="2" charset="77"/>
                        </a:rPr>
                        <a:t>Roberts</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a:solidFill>
                            <a:schemeClr val="tx1"/>
                          </a:solidFill>
                          <a:effectLst/>
                          <a:latin typeface="MULISH REGULAR ROMAN" pitchFamily="2" charset="77"/>
                        </a:rPr>
                        <a:t>Thomas</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Alito</a:t>
                      </a:r>
                      <a:endParaRPr lang="en-US" sz="1100" b="1" i="0" u="none" strike="noStrike" dirty="0">
                        <a:solidFill>
                          <a:schemeClr val="tx1"/>
                        </a:solidFill>
                        <a:effectLst/>
                        <a:latin typeface="MULISH REGULAR ROMAN" pitchFamily="2" charset="77"/>
                      </a:endParaRPr>
                    </a:p>
                  </a:txBody>
                  <a:tcPr marL="0"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Sotomayor</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Kagan</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Gorsuch</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Kavanaugh</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Barrett</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Jackson</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Total</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238709">
                <a:tc rowSpan="5">
                  <a:txBody>
                    <a:bodyPr/>
                    <a:lstStyle/>
                    <a:p>
                      <a:pPr algn="ctr" fontAlgn="b"/>
                      <a:r>
                        <a:rPr lang="en-US" sz="1100" b="1" u="none" strike="noStrike">
                          <a:solidFill>
                            <a:schemeClr val="tx1"/>
                          </a:solidFill>
                          <a:effectLst/>
                          <a:latin typeface="MULISH REGULAR ROMAN" pitchFamily="2" charset="77"/>
                        </a:rPr>
                        <a:t>Majority</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fontAlgn="b"/>
                      <a:r>
                        <a:rPr lang="en-US" sz="900" b="0" u="none" strike="noStrike">
                          <a:solidFill>
                            <a:schemeClr val="tx1"/>
                          </a:solidFill>
                          <a:effectLst/>
                          <a:latin typeface="MULISH REGULAR ROMAN" pitchFamily="2" charset="77"/>
                        </a:rPr>
                        <a:t>1</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Oklahoma</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R.J. Reynolds</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rowSpan="5">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2</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3</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4</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5</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38709">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9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2964347164"/>
                  </a:ext>
                </a:extLst>
              </a:tr>
              <a:tr h="238709">
                <a:tc rowSpan="7">
                  <a:txBody>
                    <a:bodyPr/>
                    <a:lstStyle/>
                    <a:p>
                      <a:pPr algn="ctr"/>
                      <a:r>
                        <a:rPr lang="en-US" sz="1100" b="1">
                          <a:latin typeface="MULISH REGULAR ROMAN" pitchFamily="2" charset="77"/>
                        </a:rPr>
                        <a:t>Concurring</a:t>
                      </a:r>
                      <a:endParaRPr lang="en-US" sz="1100" b="1" dirty="0">
                        <a:latin typeface="MULISH REGULAR ROMAN" pitchFamily="2" charset="77"/>
                      </a:endParaRPr>
                    </a:p>
                  </a:txBody>
                  <a:tcPr marL="3315" marR="3315" marT="3315" marB="0" anchor="ctr">
                    <a:lnT>
                      <a:noFill/>
                    </a:lnT>
                  </a:tcPr>
                </a:tc>
                <a:tc>
                  <a:txBody>
                    <a:bodyPr/>
                    <a:lstStyle/>
                    <a:p>
                      <a:pPr algn="ctr" fontAlgn="b"/>
                      <a:r>
                        <a:rPr lang="en-US" sz="900" b="0" u="none" strike="noStrike">
                          <a:solidFill>
                            <a:schemeClr val="tx1"/>
                          </a:solidFill>
                          <a:effectLst/>
                          <a:latin typeface="MULISH REGULAR ROMAN" pitchFamily="2" charset="77"/>
                        </a:rPr>
                        <a:t>1</a:t>
                      </a:r>
                      <a:endParaRPr lang="en-US" sz="900" b="0" i="0" u="none" strike="noStrike" dirty="0">
                        <a:solidFill>
                          <a:schemeClr val="tx1"/>
                        </a:solidFill>
                        <a:effectLst/>
                        <a:latin typeface="MULISH REGULAR ROMAN" pitchFamily="2" charset="77"/>
                      </a:endParaRPr>
                    </a:p>
                  </a:txBody>
                  <a:tcPr marL="3315" marR="3315" marT="3315" marB="0" anchor="ctr">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Fuld</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Stanley</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rowSpan="7">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3"/>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2</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Stanley</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Esteras</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4"/>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3</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5"/>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4</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6"/>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5</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7"/>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6</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726377539"/>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7</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329529959"/>
                  </a:ext>
                </a:extLst>
              </a:tr>
              <a:tr h="238709">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609626801"/>
                  </a:ext>
                </a:extLst>
              </a:tr>
              <a:tr h="238709">
                <a:tc rowSpan="5">
                  <a:txBody>
                    <a:bodyPr/>
                    <a:lstStyle/>
                    <a:p>
                      <a:pPr algn="ctr" fontAlgn="b"/>
                      <a:r>
                        <a:rPr lang="en-US" sz="1100" b="1" i="0" u="none" strike="noStrike">
                          <a:solidFill>
                            <a:schemeClr val="tx1"/>
                          </a:solidFill>
                          <a:effectLst/>
                          <a:latin typeface="MULISH REGULAR ROMAN" pitchFamily="2" charset="77"/>
                        </a:rPr>
                        <a:t>Dissenting</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fontAlgn="b"/>
                      <a:r>
                        <a:rPr lang="en-US" sz="900" b="0" i="0" u="none" strike="noStrike">
                          <a:solidFill>
                            <a:schemeClr val="tx1"/>
                          </a:solidFill>
                          <a:effectLst/>
                          <a:latin typeface="MULISH REGULAR ROMAN" pitchFamily="2" charset="77"/>
                        </a:rPr>
                        <a:t>1</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rowSpan="5">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756917612"/>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2</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596628581"/>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3</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endParaRPr lang="en-US" sz="900" b="0" i="0" u="none" strike="noStrike">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294379330"/>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4</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545191570"/>
                  </a:ext>
                </a:extLst>
              </a:tr>
              <a:tr h="215036">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5</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066520741"/>
                  </a:ext>
                </a:extLst>
              </a:tr>
              <a:tr h="207034">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fontAlgn="b"/>
                      <a:r>
                        <a:rPr lang="en-US" sz="900" b="0" i="0" u="none" strike="noStrike">
                          <a:solidFill>
                            <a:schemeClr val="tx1"/>
                          </a:solidFill>
                          <a:effectLst/>
                          <a:latin typeface="MULISH REGULAR ROMAN" pitchFamily="2" charset="77"/>
                        </a:rPr>
                        <a:t>6</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934924686"/>
                  </a:ext>
                </a:extLst>
              </a:tr>
              <a:tr h="238709">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chemeClr val="tx1"/>
                          </a:solidFill>
                          <a:effectLst/>
                          <a:latin typeface="MULISH REGULAR ROMAN" pitchFamily="2" charset="77"/>
                        </a:rPr>
                        <a:t>7</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40884629"/>
                  </a:ext>
                </a:extLst>
              </a:tr>
              <a:tr h="238709">
                <a:tc>
                  <a:txBody>
                    <a:bodyPr/>
                    <a:lstStyle/>
                    <a:p>
                      <a:pPr algn="ctr" fontAlgn="b"/>
                      <a:r>
                        <a:rPr lang="en-US" sz="1100" b="1" i="0" u="none" strike="noStrike">
                          <a:solidFill>
                            <a:schemeClr val="tx1"/>
                          </a:solidFill>
                          <a:effectLst/>
                          <a:latin typeface="MULISH REGULAR ROMAN" pitchFamily="2" charset="77"/>
                        </a:rPr>
                        <a:t>Total</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1" u="none" strike="noStrike" dirty="0">
                        <a:solidFill>
                          <a:schemeClr val="tx1"/>
                        </a:solidFill>
                        <a:effectLst/>
                        <a:latin typeface="MULISH REGULAR ROMAN" pitchFamily="2" charset="77"/>
                      </a:endParaRPr>
                    </a:p>
                  </a:txBody>
                  <a:tcPr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680498362"/>
                  </a:ext>
                </a:extLst>
              </a:tr>
            </a:tbl>
          </a:graphicData>
        </a:graphic>
      </p:graphicFrame>
      <p:sp>
        <p:nvSpPr>
          <p:cNvPr id="10" name="Title 9">
            <a:extLst>
              <a:ext uri="{FF2B5EF4-FFF2-40B4-BE49-F238E27FC236}">
                <a16:creationId xmlns:a16="http://schemas.microsoft.com/office/drawing/2014/main" id="{9F183FF2-1AE8-6854-7729-AE3AD1BCDB4C}"/>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OPINIONS AUTHORED BY EACH JUSTICE (Cont.)</a:t>
            </a:r>
          </a:p>
        </p:txBody>
      </p:sp>
      <p:sp>
        <p:nvSpPr>
          <p:cNvPr id="4" name="Slide Number Placeholder 3">
            <a:extLst>
              <a:ext uri="{FF2B5EF4-FFF2-40B4-BE49-F238E27FC236}">
                <a16:creationId xmlns:a16="http://schemas.microsoft.com/office/drawing/2014/main" id="{C7F68B7E-19AD-F0EC-1052-89ABB6D37898}"/>
              </a:ext>
            </a:extLst>
          </p:cNvPr>
          <p:cNvSpPr>
            <a:spLocks noGrp="1"/>
          </p:cNvSpPr>
          <p:nvPr>
            <p:ph type="sldNum" sz="quarter" idx="12"/>
          </p:nvPr>
        </p:nvSpPr>
        <p:spPr/>
        <p:txBody>
          <a:bodyPr/>
          <a:lstStyle/>
          <a:p>
            <a:fld id="{5E212BD6-99D2-4430-8307-3DFF6CB1AF68}" type="slidenum">
              <a:rPr lang="en-US" smtClean="0"/>
              <a:t>21</a:t>
            </a:fld>
            <a:endParaRPr lang="en-US"/>
          </a:p>
        </p:txBody>
      </p:sp>
    </p:spTree>
    <p:extLst>
      <p:ext uri="{BB962C8B-B14F-4D97-AF65-F5344CB8AC3E}">
        <p14:creationId xmlns:p14="http://schemas.microsoft.com/office/powerpoint/2010/main" val="44461283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DB86C6B9-BD05-508C-FE45-BCD85A385E22}"/>
              </a:ext>
            </a:extLst>
          </p:cNvPr>
          <p:cNvSpPr>
            <a:spLocks noGrp="1" noRot="1" noMove="1" noResize="1" noEditPoints="1" noAdjustHandles="1" noChangeArrowheads="1" noChangeShapeType="1"/>
          </p:cNvSpPr>
          <p:nvPr/>
        </p:nvSpPr>
        <p:spPr>
          <a:xfrm>
            <a:off x="978132" y="1027978"/>
            <a:ext cx="9604086" cy="4802043"/>
          </a:xfrm>
          <a:prstGeom prst="rect">
            <a:avLst/>
          </a:prstGeom>
          <a:solidFill>
            <a:schemeClr val="accent1">
              <a:alpha val="21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9">
            <a:extLst>
              <a:ext uri="{FF2B5EF4-FFF2-40B4-BE49-F238E27FC236}">
                <a16:creationId xmlns:a16="http://schemas.microsoft.com/office/drawing/2014/main" id="{86565480-92B6-5A4E-8946-30A6E964E5AD}"/>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OPINIONS AUTHORED BY EACH JUSTICE (Cont.)</a:t>
            </a:r>
          </a:p>
        </p:txBody>
      </p:sp>
      <p:sp>
        <p:nvSpPr>
          <p:cNvPr id="9" name="TextBox 8">
            <a:extLst>
              <a:ext uri="{FF2B5EF4-FFF2-40B4-BE49-F238E27FC236}">
                <a16:creationId xmlns:a16="http://schemas.microsoft.com/office/drawing/2014/main" id="{947E37C0-7C6B-D515-8322-D32828E334A1}"/>
              </a:ext>
            </a:extLst>
          </p:cNvPr>
          <p:cNvSpPr txBox="1"/>
          <p:nvPr/>
        </p:nvSpPr>
        <p:spPr>
          <a:xfrm>
            <a:off x="838200" y="6083077"/>
            <a:ext cx="9883950" cy="461665"/>
          </a:xfrm>
          <a:prstGeom prst="rect">
            <a:avLst/>
          </a:prstGeom>
          <a:noFill/>
          <a:ln>
            <a:solidFill>
              <a:schemeClr val="tx1"/>
            </a:solidFill>
          </a:ln>
        </p:spPr>
        <p:txBody>
          <a:bodyPr wrap="square" rtlCol="0">
            <a:spAutoFit/>
          </a:bodyPr>
          <a:lstStyle/>
          <a:p>
            <a:pPr algn="ctr"/>
            <a:r>
              <a:rPr lang="en-US" sz="1200" dirty="0">
                <a:latin typeface="MULISH REGULAR ROMAN"/>
              </a:rPr>
              <a:t>Figure shows the volume &amp; proportion of opinions (by type) authored by each justice during the 2024 Term. </a:t>
            </a:r>
            <a:br>
              <a:rPr lang="en-US" sz="1200" dirty="0">
                <a:latin typeface="MULISH REGULAR ROMAN"/>
              </a:rPr>
            </a:br>
            <a:r>
              <a:rPr lang="en-US" sz="1200" dirty="0">
                <a:latin typeface="MULISH REGULAR ROMAN"/>
              </a:rPr>
              <a:t>Special concurrences (</a:t>
            </a:r>
            <a:r>
              <a:rPr lang="en-US" sz="1200" i="1" dirty="0">
                <a:latin typeface="MULISH REGULAR ROMAN"/>
              </a:rPr>
              <a:t>in part</a:t>
            </a:r>
            <a:r>
              <a:rPr lang="en-US" sz="1200" dirty="0">
                <a:latin typeface="MULISH REGULAR ROMAN"/>
              </a:rPr>
              <a:t>) and those concurring </a:t>
            </a:r>
            <a:r>
              <a:rPr lang="en-US" sz="1200" i="1" dirty="0">
                <a:latin typeface="MULISH REGULAR ROMAN"/>
              </a:rPr>
              <a:t>in judgement </a:t>
            </a:r>
            <a:r>
              <a:rPr lang="en-US" sz="1200" dirty="0">
                <a:latin typeface="MULISH REGULAR ROMAN"/>
              </a:rPr>
              <a:t>are similarly coded as concurrences.</a:t>
            </a:r>
          </a:p>
        </p:txBody>
      </p:sp>
      <p:sp>
        <p:nvSpPr>
          <p:cNvPr id="6" name="Slide Number Placeholder 5">
            <a:extLst>
              <a:ext uri="{FF2B5EF4-FFF2-40B4-BE49-F238E27FC236}">
                <a16:creationId xmlns:a16="http://schemas.microsoft.com/office/drawing/2014/main" id="{647DD8CC-8561-5C93-CAFB-07E360467679}"/>
              </a:ext>
            </a:extLst>
          </p:cNvPr>
          <p:cNvSpPr>
            <a:spLocks noGrp="1"/>
          </p:cNvSpPr>
          <p:nvPr>
            <p:ph type="sldNum" sz="quarter" idx="12"/>
          </p:nvPr>
        </p:nvSpPr>
        <p:spPr/>
        <p:txBody>
          <a:bodyPr/>
          <a:lstStyle/>
          <a:p>
            <a:fld id="{5E212BD6-99D2-4430-8307-3DFF6CB1AF68}" type="slidenum">
              <a:rPr lang="en-US" smtClean="0"/>
              <a:t>22</a:t>
            </a:fld>
            <a:endParaRPr lang="en-US"/>
          </a:p>
        </p:txBody>
      </p:sp>
      <p:pic>
        <p:nvPicPr>
          <p:cNvPr id="5" name="Picture 4" descr="A graph of a graph&#10;&#10;AI-generated content may be incorrect.">
            <a:extLst>
              <a:ext uri="{FF2B5EF4-FFF2-40B4-BE49-F238E27FC236}">
                <a16:creationId xmlns:a16="http://schemas.microsoft.com/office/drawing/2014/main" id="{8A975678-D9E7-071A-9EE9-B6551BC7DF08}"/>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82614" y="1027978"/>
            <a:ext cx="9604086" cy="4802043"/>
          </a:xfrm>
          <a:prstGeom prst="rect">
            <a:avLst/>
          </a:prstGeom>
        </p:spPr>
      </p:pic>
    </p:spTree>
    <p:extLst>
      <p:ext uri="{BB962C8B-B14F-4D97-AF65-F5344CB8AC3E}">
        <p14:creationId xmlns:p14="http://schemas.microsoft.com/office/powerpoint/2010/main" val="416285910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6DA1D1-F953-5D16-7EBA-10112726D9E9}"/>
            </a:ext>
          </a:extLst>
        </p:cNvPr>
        <p:cNvGrpSpPr/>
        <p:nvPr/>
      </p:nvGrpSpPr>
      <p:grpSpPr>
        <a:xfrm>
          <a:off x="0" y="0"/>
          <a:ext cx="0" cy="0"/>
          <a:chOff x="0" y="0"/>
          <a:chExt cx="0" cy="0"/>
        </a:xfrm>
      </p:grpSpPr>
      <p:graphicFrame>
        <p:nvGraphicFramePr>
          <p:cNvPr id="10" name="Table 9">
            <a:extLst>
              <a:ext uri="{FF2B5EF4-FFF2-40B4-BE49-F238E27FC236}">
                <a16:creationId xmlns:a16="http://schemas.microsoft.com/office/drawing/2014/main" id="{966D5FF6-606B-C211-0B63-2E90696B73ED}"/>
              </a:ext>
            </a:extLst>
          </p:cNvPr>
          <p:cNvGraphicFramePr>
            <a:graphicFrameLocks noGrp="1"/>
          </p:cNvGraphicFramePr>
          <p:nvPr>
            <p:extLst>
              <p:ext uri="{D42A27DB-BD31-4B8C-83A1-F6EECF244321}">
                <p14:modId xmlns:p14="http://schemas.microsoft.com/office/powerpoint/2010/main" val="2234402333"/>
              </p:ext>
            </p:extLst>
          </p:nvPr>
        </p:nvGraphicFramePr>
        <p:xfrm>
          <a:off x="0" y="792698"/>
          <a:ext cx="12192000" cy="5388820"/>
        </p:xfrm>
        <a:graphic>
          <a:graphicData uri="http://schemas.openxmlformats.org/drawingml/2006/table">
            <a:tbl>
              <a:tblPr firstRow="1" bandRow="1">
                <a:tableStyleId>{C083E6E3-FA7D-4D7B-A595-EF9225AFEA82}</a:tableStyleId>
              </a:tblPr>
              <a:tblGrid>
                <a:gridCol w="1353671">
                  <a:extLst>
                    <a:ext uri="{9D8B030D-6E8A-4147-A177-3AD203B41FA5}">
                      <a16:colId xmlns:a16="http://schemas.microsoft.com/office/drawing/2014/main" val="20000"/>
                    </a:ext>
                  </a:extLst>
                </a:gridCol>
                <a:gridCol w="477096">
                  <a:extLst>
                    <a:ext uri="{9D8B030D-6E8A-4147-A177-3AD203B41FA5}">
                      <a16:colId xmlns:a16="http://schemas.microsoft.com/office/drawing/2014/main" val="20001"/>
                    </a:ext>
                  </a:extLst>
                </a:gridCol>
                <a:gridCol w="2346786">
                  <a:extLst>
                    <a:ext uri="{9D8B030D-6E8A-4147-A177-3AD203B41FA5}">
                      <a16:colId xmlns:a16="http://schemas.microsoft.com/office/drawing/2014/main" val="20002"/>
                    </a:ext>
                  </a:extLst>
                </a:gridCol>
                <a:gridCol w="914400">
                  <a:extLst>
                    <a:ext uri="{9D8B030D-6E8A-4147-A177-3AD203B41FA5}">
                      <a16:colId xmlns:a16="http://schemas.microsoft.com/office/drawing/2014/main" val="20003"/>
                    </a:ext>
                  </a:extLst>
                </a:gridCol>
                <a:gridCol w="2205318">
                  <a:extLst>
                    <a:ext uri="{9D8B030D-6E8A-4147-A177-3AD203B41FA5}">
                      <a16:colId xmlns:a16="http://schemas.microsoft.com/office/drawing/2014/main" val="20004"/>
                    </a:ext>
                  </a:extLst>
                </a:gridCol>
                <a:gridCol w="1132031">
                  <a:extLst>
                    <a:ext uri="{9D8B030D-6E8A-4147-A177-3AD203B41FA5}">
                      <a16:colId xmlns:a16="http://schemas.microsoft.com/office/drawing/2014/main" val="20005"/>
                    </a:ext>
                  </a:extLst>
                </a:gridCol>
                <a:gridCol w="1775602">
                  <a:extLst>
                    <a:ext uri="{9D8B030D-6E8A-4147-A177-3AD203B41FA5}">
                      <a16:colId xmlns:a16="http://schemas.microsoft.com/office/drawing/2014/main" val="20006"/>
                    </a:ext>
                  </a:extLst>
                </a:gridCol>
                <a:gridCol w="1987096">
                  <a:extLst>
                    <a:ext uri="{9D8B030D-6E8A-4147-A177-3AD203B41FA5}">
                      <a16:colId xmlns:a16="http://schemas.microsoft.com/office/drawing/2014/main" val="20007"/>
                    </a:ext>
                  </a:extLst>
                </a:gridCol>
              </a:tblGrid>
              <a:tr h="372904">
                <a:tc>
                  <a:txBody>
                    <a:bodyPr/>
                    <a:lstStyle/>
                    <a:p>
                      <a:pPr algn="l"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Rank</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Case</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dirty="0">
                          <a:solidFill>
                            <a:schemeClr val="tx1"/>
                          </a:solidFill>
                          <a:effectLst/>
                          <a:latin typeface="MULISH REGULAR ROMAN" pitchFamily="2" charset="77"/>
                        </a:rPr>
                        <a:t>Opinion Type</a:t>
                      </a:r>
                    </a:p>
                  </a:txBody>
                  <a:tcPr marL="0"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Author</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Vote</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Word Count</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Decided</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218355">
                <a:tc rowSpan="5">
                  <a:txBody>
                    <a:bodyPr/>
                    <a:lstStyle/>
                    <a:p>
                      <a:pPr algn="ctr" fontAlgn="b"/>
                      <a:r>
                        <a:rPr lang="en-US" sz="1100" b="1" u="none" strike="noStrike" dirty="0">
                          <a:solidFill>
                            <a:schemeClr val="tx1"/>
                          </a:solidFill>
                          <a:effectLst/>
                          <a:latin typeface="MULISH REGULAR ROMAN" pitchFamily="2" charset="77"/>
                        </a:rPr>
                        <a:t>Shortest</a:t>
                      </a:r>
                      <a:br>
                        <a:rPr lang="en-US" sz="1100" b="1" u="none" strike="noStrike" dirty="0">
                          <a:solidFill>
                            <a:schemeClr val="tx1"/>
                          </a:solidFill>
                          <a:effectLst/>
                          <a:latin typeface="MULISH REGULAR ROMAN" pitchFamily="2" charset="77"/>
                        </a:rPr>
                      </a:br>
                      <a:r>
                        <a:rPr lang="en-US" sz="1100" b="1" u="none" strike="noStrike" dirty="0">
                          <a:solidFill>
                            <a:schemeClr val="tx1"/>
                          </a:solidFill>
                          <a:effectLst/>
                          <a:latin typeface="MULISH REGULAR ROMAN" pitchFamily="2" charset="77"/>
                        </a:rPr>
                        <a:t>(Individual Opinions)</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u="none" strike="noStrike" dirty="0">
                          <a:solidFill>
                            <a:schemeClr val="tx1"/>
                          </a:solidFill>
                          <a:effectLst/>
                          <a:latin typeface="MULISH REGULAR ROMAN" pitchFamily="2" charset="77"/>
                        </a:rPr>
                        <a:t>1</a:t>
                      </a:r>
                      <a:endParaRPr lang="en-US" sz="1100" b="0" i="0" u="none" strike="noStrike" dirty="0">
                        <a:solidFill>
                          <a:schemeClr val="tx1"/>
                        </a:solidFill>
                        <a:effectLst/>
                        <a:latin typeface="MULISH REGULAR ROMAN" pitchFamily="2" charset="77"/>
                      </a:endParaRPr>
                    </a:p>
                  </a:txBody>
                  <a:tcPr marL="45720" marR="4572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NVIDIA</a:t>
                      </a:r>
                    </a:p>
                  </a:txBody>
                  <a:tcPr marL="45720" marR="4572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45720" marR="4572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45720" marR="4572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45720" marR="4572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14</a:t>
                      </a:r>
                    </a:p>
                  </a:txBody>
                  <a:tcPr marL="45720" marR="4572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12/11/2024</a:t>
                      </a:r>
                    </a:p>
                  </a:txBody>
                  <a:tcPr marL="45720" marR="4572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1835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2</a:t>
                      </a:r>
                      <a:endParaRPr lang="en-US" sz="1100" b="0" i="0" u="none" strike="noStrike" dirty="0">
                        <a:solidFill>
                          <a:schemeClr val="tx1"/>
                        </a:solidFill>
                        <a:effectLst/>
                        <a:latin typeface="MULISH REGULAR ROMAN" pitchFamily="2" charset="77"/>
                      </a:endParaRP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Facebook</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14</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11/22/2024</a:t>
                      </a:r>
                    </a:p>
                  </a:txBody>
                  <a:tcPr marL="45720" marR="4572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81893">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3</a:t>
                      </a:r>
                      <a:endParaRPr lang="en-US" sz="1100" b="0" i="0" u="none" strike="noStrike" dirty="0">
                        <a:solidFill>
                          <a:schemeClr val="tx1"/>
                        </a:solidFill>
                        <a:effectLst/>
                        <a:latin typeface="MULISH REGULAR ROMAN" pitchFamily="2" charset="77"/>
                      </a:endParaRP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Laboratory Corp</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14</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06/05/2025</a:t>
                      </a:r>
                    </a:p>
                  </a:txBody>
                  <a:tcPr marL="45720" marR="4572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18355">
                <a:tc vMerge="1">
                  <a:txBody>
                    <a:bodyPr/>
                    <a:lstStyle/>
                    <a:p>
                      <a:endParaRPr lang="en-US"/>
                    </a:p>
                  </a:txBody>
                  <a:tcPr marL="3315" marR="3315" marT="3315" marB="0" anchor="b"/>
                </a:tc>
                <a:tc>
                  <a:txBody>
                    <a:bodyPr/>
                    <a:lstStyle/>
                    <a:p>
                      <a:pPr algn="ctr" fontAlgn="b"/>
                      <a:r>
                        <a:rPr lang="en-US" sz="1100" b="0" u="none" strike="noStrike">
                          <a:solidFill>
                            <a:schemeClr val="tx1"/>
                          </a:solidFill>
                          <a:effectLst/>
                          <a:latin typeface="MULISH REGULAR ROMAN" pitchFamily="2" charset="77"/>
                        </a:rPr>
                        <a:t>4</a:t>
                      </a:r>
                      <a:endParaRPr lang="en-US" sz="1100" b="0" i="0" u="none" strike="noStrike">
                        <a:solidFill>
                          <a:schemeClr val="tx1"/>
                        </a:solidFill>
                        <a:effectLst/>
                        <a:latin typeface="MULISH REGULAR ROMAN" pitchFamily="2" charset="77"/>
                      </a:endParaRP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Hamm</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21</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11/04/2024</a:t>
                      </a:r>
                    </a:p>
                  </a:txBody>
                  <a:tcPr marL="45720" marR="4572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178234">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5</a:t>
                      </a:r>
                      <a:endParaRPr lang="en-US" sz="1100" b="0" i="0" u="none" strike="noStrike" dirty="0">
                        <a:solidFill>
                          <a:schemeClr val="tx1"/>
                        </a:solidFill>
                        <a:effectLst/>
                        <a:latin typeface="MULISH REGULAR ROMAN" pitchFamily="2" charset="77"/>
                      </a:endParaRP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Drummond</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Equally Divided</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4-4</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23</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05/22/2025</a:t>
                      </a:r>
                    </a:p>
                  </a:txBody>
                  <a:tcPr marL="45720" marR="4572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18355">
                <a:tc rowSpan="6">
                  <a:txBody>
                    <a:bodyPr/>
                    <a:lstStyle/>
                    <a:p>
                      <a:pPr algn="ctr" fontAlgn="b"/>
                      <a:r>
                        <a:rPr lang="en-US" sz="1100" b="1" u="none" strike="noStrike" dirty="0">
                          <a:solidFill>
                            <a:schemeClr val="tx1"/>
                          </a:solidFill>
                          <a:effectLst/>
                          <a:latin typeface="MULISH REGULAR ROMAN" pitchFamily="2" charset="77"/>
                        </a:rPr>
                        <a:t>Longest</a:t>
                      </a:r>
                    </a:p>
                    <a:p>
                      <a:pPr algn="ctr" fontAlgn="b"/>
                      <a:r>
                        <a:rPr lang="en-US" sz="1100" b="1" i="0" u="none" strike="noStrike" dirty="0">
                          <a:solidFill>
                            <a:schemeClr val="tx1"/>
                          </a:solidFill>
                          <a:effectLst/>
                          <a:latin typeface="MULISH REGULAR ROMAN" pitchFamily="2" charset="77"/>
                        </a:rPr>
                        <a:t>(Individual Opinions)</a:t>
                      </a:r>
                    </a:p>
                  </a:txBody>
                  <a:tcPr marL="3315" marR="3315" marT="3315" marB="0" anchor="ctr">
                    <a:lnL>
                      <a:noFill/>
                    </a:lnL>
                    <a:lnR>
                      <a:noFill/>
                    </a:lnR>
                    <a:lnT>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2"/>
                  </a:ext>
                </a:extLst>
              </a:tr>
              <a:tr h="21835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1</a:t>
                      </a:r>
                      <a:endParaRPr lang="en-US" sz="1100" b="0" i="0" u="none" strike="noStrike" dirty="0">
                        <a:solidFill>
                          <a:schemeClr val="tx1"/>
                        </a:solidFill>
                        <a:effectLst/>
                        <a:latin typeface="MULISH REGULAR ROMAN" pitchFamily="2" charset="77"/>
                      </a:endParaRP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Glossip</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Dissent</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Thomas</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6-2</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14,532</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02/25/2025</a:t>
                      </a:r>
                    </a:p>
                  </a:txBody>
                  <a:tcPr marL="45720" marR="4572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3"/>
                  </a:ext>
                </a:extLst>
              </a:tr>
              <a:tr h="372904">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2</a:t>
                      </a:r>
                      <a:endParaRPr lang="en-US" sz="1100" b="0" i="0" u="none" strike="noStrike" dirty="0">
                        <a:solidFill>
                          <a:schemeClr val="tx1"/>
                        </a:solidFill>
                        <a:effectLst/>
                        <a:latin typeface="MULISH REGULAR ROMAN" pitchFamily="2" charset="77"/>
                      </a:endParaRP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Wages &amp; White Lion</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chemeClr val="tx1"/>
                          </a:solidFill>
                          <a:effectLst/>
                          <a:latin typeface="MULISH REGULAR ROMAN" pitchFamily="2" charset="77"/>
                        </a:rPr>
                        <a:t>Majority</a:t>
                      </a:r>
                      <a:endParaRPr lang="en-US" sz="1100" b="0" i="0" u="none" strike="noStrike" dirty="0">
                        <a:solidFill>
                          <a:schemeClr val="tx1"/>
                        </a:solidFill>
                        <a:effectLst/>
                        <a:latin typeface="MULISH REGULAR ROMAN" pitchFamily="2" charset="77"/>
                      </a:endParaRP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Alito</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9-0</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14,299</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04/02/2025</a:t>
                      </a:r>
                    </a:p>
                  </a:txBody>
                  <a:tcPr marL="45720" marR="4572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4"/>
                  </a:ext>
                </a:extLst>
              </a:tr>
              <a:tr h="372904">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3</a:t>
                      </a:r>
                      <a:endParaRPr lang="en-US" sz="1100" b="0" i="0" u="none" strike="noStrike" dirty="0">
                        <a:solidFill>
                          <a:schemeClr val="tx1"/>
                        </a:solidFill>
                        <a:effectLst/>
                        <a:latin typeface="MULISH REGULAR ROMAN" pitchFamily="2" charset="77"/>
                      </a:endParaRP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Glossip</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chemeClr val="tx1"/>
                          </a:solidFill>
                          <a:effectLst/>
                          <a:latin typeface="MULISH REGULAR ROMAN" pitchFamily="2" charset="77"/>
                        </a:rPr>
                        <a:t>Majority</a:t>
                      </a:r>
                      <a:endParaRPr lang="en-US" sz="1100" b="0" i="0" u="none" strike="noStrike" dirty="0">
                        <a:solidFill>
                          <a:schemeClr val="tx1"/>
                        </a:solidFill>
                        <a:effectLst/>
                        <a:latin typeface="MULISH REGULAR ROMAN" pitchFamily="2" charset="77"/>
                      </a:endParaRP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Sotomayor</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6-2</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9,621</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02/25/2025</a:t>
                      </a:r>
                    </a:p>
                  </a:txBody>
                  <a:tcPr marL="45720" marR="4572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5"/>
                  </a:ext>
                </a:extLst>
              </a:tr>
              <a:tr h="372904">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4</a:t>
                      </a:r>
                      <a:endParaRPr lang="en-US" sz="1100" b="0" i="0" u="none" strike="noStrike" dirty="0">
                        <a:solidFill>
                          <a:schemeClr val="tx1"/>
                        </a:solidFill>
                        <a:effectLst/>
                        <a:latin typeface="MULISH REGULAR ROMAN" pitchFamily="2" charset="77"/>
                      </a:endParaRP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Medical Marijuana</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Dissent</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Kavanaugh</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5-4</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8,325</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04/02/2025</a:t>
                      </a:r>
                    </a:p>
                  </a:txBody>
                  <a:tcPr marL="45720" marR="4572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6"/>
                  </a:ext>
                </a:extLst>
              </a:tr>
              <a:tr h="316842">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5</a:t>
                      </a:r>
                      <a:endParaRPr lang="en-US" sz="1100" b="0" i="0" u="none" strike="noStrike" dirty="0">
                        <a:solidFill>
                          <a:schemeClr val="tx1"/>
                        </a:solidFill>
                        <a:effectLst/>
                        <a:latin typeface="MULISH REGULAR ROMAN" pitchFamily="2" charset="77"/>
                      </a:endParaRPr>
                    </a:p>
                  </a:txBody>
                  <a:tcPr marL="45720" marR="4572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Vanderstok</a:t>
                      </a:r>
                    </a:p>
                  </a:txBody>
                  <a:tcPr marL="45720" marR="4572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Dissent</a:t>
                      </a:r>
                    </a:p>
                  </a:txBody>
                  <a:tcPr marL="45720" marR="4572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Thomas</a:t>
                      </a:r>
                    </a:p>
                  </a:txBody>
                  <a:tcPr marL="45720" marR="4572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7-2</a:t>
                      </a:r>
                    </a:p>
                  </a:txBody>
                  <a:tcPr marL="45720" marR="4572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8,036</a:t>
                      </a:r>
                    </a:p>
                  </a:txBody>
                  <a:tcPr marL="45720" marR="4572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03/26/2025</a:t>
                      </a:r>
                    </a:p>
                  </a:txBody>
                  <a:tcPr marL="45720" marR="4572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17"/>
                  </a:ext>
                </a:extLst>
              </a:tr>
              <a:tr h="358589">
                <a:tc rowSpan="5">
                  <a:txBody>
                    <a:bodyPr/>
                    <a:lstStyle/>
                    <a:p>
                      <a:pPr algn="ctr" fontAlgn="b"/>
                      <a:r>
                        <a:rPr lang="en-US" sz="1100" b="1" i="0" u="none" strike="noStrike" dirty="0">
                          <a:solidFill>
                            <a:schemeClr val="tx1"/>
                          </a:solidFill>
                          <a:effectLst/>
                          <a:latin typeface="MULISH REGULAR ROMAN" pitchFamily="2" charset="77"/>
                        </a:rPr>
                        <a:t>Longest</a:t>
                      </a:r>
                    </a:p>
                    <a:p>
                      <a:pPr algn="ctr" fontAlgn="b"/>
                      <a:r>
                        <a:rPr lang="en-US" sz="1100" b="1" i="0" u="none" strike="noStrike" dirty="0">
                          <a:solidFill>
                            <a:schemeClr val="tx1"/>
                          </a:solidFill>
                          <a:effectLst/>
                          <a:latin typeface="MULISH REGULAR ROMAN" pitchFamily="2" charset="77"/>
                        </a:rPr>
                        <a:t>(Total Combined)</a:t>
                      </a: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1100" b="1" i="0" u="none" strike="noStrike" dirty="0">
                          <a:solidFill>
                            <a:schemeClr val="tx1"/>
                          </a:solidFill>
                          <a:effectLst/>
                          <a:latin typeface="MULISH REGULAR ROMAN" pitchFamily="2" charset="77"/>
                        </a:rPr>
                        <a:t>Rank</a:t>
                      </a:r>
                    </a:p>
                  </a:txBody>
                  <a:tcPr marL="45720" marR="4572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alpha val="20000"/>
                      </a:schemeClr>
                    </a:solidFill>
                  </a:tcPr>
                </a:tc>
                <a:tc>
                  <a:txBody>
                    <a:bodyPr/>
                    <a:lstStyle/>
                    <a:p>
                      <a:pPr algn="ctr" fontAlgn="b"/>
                      <a:r>
                        <a:rPr lang="en-US" sz="1100" b="1" i="0" u="none" strike="noStrike" dirty="0">
                          <a:solidFill>
                            <a:schemeClr val="tx1"/>
                          </a:solidFill>
                          <a:effectLst/>
                          <a:latin typeface="MULISH REGULAR ROMAN" pitchFamily="2" charset="77"/>
                        </a:rPr>
                        <a:t>Case</a:t>
                      </a:r>
                    </a:p>
                  </a:txBody>
                  <a:tcPr marL="45720" marR="4572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alpha val="20000"/>
                      </a:schemeClr>
                    </a:solidFill>
                  </a:tcPr>
                </a:tc>
                <a:tc>
                  <a:txBody>
                    <a:bodyPr/>
                    <a:lstStyle/>
                    <a:p>
                      <a:pPr algn="ctr" fontAlgn="b"/>
                      <a:r>
                        <a:rPr lang="en-US" sz="1100" b="1" i="0" u="none" strike="noStrike" dirty="0">
                          <a:solidFill>
                            <a:schemeClr val="tx1"/>
                          </a:solidFill>
                          <a:effectLst/>
                          <a:latin typeface="MULISH REGULAR ROMAN" pitchFamily="2" charset="77"/>
                        </a:rPr>
                        <a:t>No. Opinions</a:t>
                      </a:r>
                    </a:p>
                  </a:txBody>
                  <a:tcPr marL="45720" marR="4572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alpha val="20000"/>
                      </a:schemeClr>
                    </a:solidFill>
                  </a:tcPr>
                </a:tc>
                <a:tc>
                  <a:txBody>
                    <a:bodyPr/>
                    <a:lstStyle/>
                    <a:p>
                      <a:pPr algn="ctr" fontAlgn="b"/>
                      <a:r>
                        <a:rPr lang="en-US" sz="1100" b="1" i="0" u="none" strike="noStrike" dirty="0">
                          <a:solidFill>
                            <a:schemeClr val="tx1"/>
                          </a:solidFill>
                          <a:effectLst/>
                          <a:latin typeface="MULISH REGULAR ROMAN" pitchFamily="2" charset="77"/>
                        </a:rPr>
                        <a:t>Authors</a:t>
                      </a:r>
                    </a:p>
                  </a:txBody>
                  <a:tcPr marL="45720" marR="4572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alpha val="20000"/>
                      </a:schemeClr>
                    </a:solidFill>
                  </a:tcPr>
                </a:tc>
                <a:tc>
                  <a:txBody>
                    <a:bodyPr/>
                    <a:lstStyle/>
                    <a:p>
                      <a:pPr algn="ctr" fontAlgn="b"/>
                      <a:r>
                        <a:rPr lang="en-US" sz="1100" b="1" i="0" u="none" strike="noStrike" dirty="0">
                          <a:solidFill>
                            <a:schemeClr val="tx1"/>
                          </a:solidFill>
                          <a:effectLst/>
                          <a:latin typeface="MULISH REGULAR ROMAN" pitchFamily="2" charset="77"/>
                        </a:rPr>
                        <a:t>Vote</a:t>
                      </a:r>
                    </a:p>
                  </a:txBody>
                  <a:tcPr marL="45720" marR="4572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alpha val="20000"/>
                      </a:schemeClr>
                    </a:solidFill>
                  </a:tcPr>
                </a:tc>
                <a:tc>
                  <a:txBody>
                    <a:bodyPr/>
                    <a:lstStyle/>
                    <a:p>
                      <a:pPr algn="ctr" fontAlgn="b"/>
                      <a:r>
                        <a:rPr lang="en-US" sz="1100" b="1" i="0" u="none" strike="noStrike" dirty="0">
                          <a:solidFill>
                            <a:schemeClr val="tx1"/>
                          </a:solidFill>
                          <a:effectLst/>
                          <a:latin typeface="MULISH REGULAR ROMAN" pitchFamily="2" charset="77"/>
                        </a:rPr>
                        <a:t>Total Words</a:t>
                      </a:r>
                    </a:p>
                  </a:txBody>
                  <a:tcPr marL="45720" marR="4572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alpha val="20000"/>
                      </a:schemeClr>
                    </a:solidFill>
                  </a:tcPr>
                </a:tc>
                <a:tc>
                  <a:txBody>
                    <a:bodyPr/>
                    <a:lstStyle/>
                    <a:p>
                      <a:pPr algn="ctr" fontAlgn="b"/>
                      <a:r>
                        <a:rPr lang="en-US" sz="1100" b="1" i="0" u="none" strike="noStrike" dirty="0">
                          <a:solidFill>
                            <a:schemeClr val="tx1"/>
                          </a:solidFill>
                          <a:effectLst/>
                          <a:latin typeface="MULISH REGULAR ROMAN" pitchFamily="2" charset="77"/>
                        </a:rPr>
                        <a:t>Decided</a:t>
                      </a:r>
                    </a:p>
                  </a:txBody>
                  <a:tcPr marL="45720" marR="4572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alpha val="20000"/>
                      </a:schemeClr>
                    </a:solidFill>
                  </a:tcPr>
                </a:tc>
                <a:extLst>
                  <a:ext uri="{0D108BD9-81ED-4DB2-BD59-A6C34878D82A}">
                    <a16:rowId xmlns:a16="http://schemas.microsoft.com/office/drawing/2014/main" val="820390063"/>
                  </a:ext>
                </a:extLst>
              </a:tr>
              <a:tr h="218355">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dirty="0">
                          <a:solidFill>
                            <a:schemeClr val="tx1"/>
                          </a:solidFill>
                          <a:effectLst/>
                          <a:latin typeface="MULISH REGULAR ROMAN" pitchFamily="2" charset="77"/>
                        </a:rPr>
                        <a:t>1</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1" u="none" strike="noStrike" dirty="0" err="1">
                          <a:solidFill>
                            <a:schemeClr val="tx1"/>
                          </a:solidFill>
                          <a:effectLst/>
                          <a:latin typeface="MULISH REGULAR ROMAN" pitchFamily="2" charset="77"/>
                        </a:rPr>
                        <a:t>Skrmetti</a:t>
                      </a:r>
                      <a:endParaRPr lang="en-US" sz="1100" b="0" i="1" u="none" strike="noStrike" dirty="0">
                        <a:solidFill>
                          <a:schemeClr val="tx1"/>
                        </a:solidFill>
                        <a:effectLst/>
                        <a:latin typeface="MULISH REGULAR ROMAN" pitchFamily="2" charset="77"/>
                      </a:endParaRP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6</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Roberts, Alito, Thomas, Barrett, Sotomayor, Kagan</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6-3</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34,738</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06/18/2025</a:t>
                      </a:r>
                    </a:p>
                  </a:txBody>
                  <a:tcPr marL="45720" marR="4572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043902669"/>
                  </a:ext>
                </a:extLst>
              </a:tr>
              <a:tr h="218355">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dirty="0">
                          <a:solidFill>
                            <a:schemeClr val="tx1"/>
                          </a:solidFill>
                          <a:effectLst/>
                          <a:latin typeface="MULISH REGULAR ROMAN" pitchFamily="2" charset="77"/>
                        </a:rPr>
                        <a:t>2</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Glossip</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3</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Sotomayor, Barrett, Thomas</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6-2</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25,575</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02/25/2025</a:t>
                      </a:r>
                    </a:p>
                  </a:txBody>
                  <a:tcPr marL="45720" marR="4572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156293749"/>
                  </a:ext>
                </a:extLst>
              </a:tr>
              <a:tr h="218355">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dirty="0">
                          <a:solidFill>
                            <a:schemeClr val="tx1"/>
                          </a:solidFill>
                          <a:effectLst/>
                          <a:latin typeface="MULISH REGULAR ROMAN" pitchFamily="2" charset="77"/>
                        </a:rPr>
                        <a:t>3</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Vanderstok</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6</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Gorsuch, Sotomayor, Kavanaugh, Jackson, Thomas, Alito</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7-2</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17,985</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03/26/2025</a:t>
                      </a:r>
                    </a:p>
                  </a:txBody>
                  <a:tcPr marL="45720" marR="4572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928595251"/>
                  </a:ext>
                </a:extLst>
              </a:tr>
              <a:tr h="218355">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dirty="0">
                          <a:solidFill>
                            <a:schemeClr val="tx1"/>
                          </a:solidFill>
                          <a:effectLst/>
                          <a:latin typeface="MULISH REGULAR ROMAN" pitchFamily="2" charset="77"/>
                        </a:rPr>
                        <a:t>4</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Medical Marijuana</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4</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Barrett, Jackson, Thomas, Kavanaugh</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5-4</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17,663</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04/02/2025</a:t>
                      </a:r>
                    </a:p>
                  </a:txBody>
                  <a:tcPr marL="45720" marR="4572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617410"/>
                  </a:ext>
                </a:extLst>
              </a:tr>
              <a:tr h="218355">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dirty="0">
                          <a:solidFill>
                            <a:schemeClr val="tx1"/>
                          </a:solidFill>
                          <a:effectLst/>
                          <a:latin typeface="MULISH REGULAR ROMAN" pitchFamily="2" charset="77"/>
                        </a:rPr>
                        <a:t>5</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Stanley</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4</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Gorsuch, Thomas, Sotomayor, Jackson</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8-1</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17,215</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06/20/2025</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4026509378"/>
                  </a:ext>
                </a:extLst>
              </a:tr>
            </a:tbl>
          </a:graphicData>
        </a:graphic>
      </p:graphicFrame>
      <p:sp>
        <p:nvSpPr>
          <p:cNvPr id="8" name="Title 9">
            <a:extLst>
              <a:ext uri="{FF2B5EF4-FFF2-40B4-BE49-F238E27FC236}">
                <a16:creationId xmlns:a16="http://schemas.microsoft.com/office/drawing/2014/main" id="{2AB498F5-9DEA-9996-05E5-B004EE4EB6FA}"/>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OPINION LENGTHS</a:t>
            </a:r>
          </a:p>
        </p:txBody>
      </p:sp>
      <p:sp>
        <p:nvSpPr>
          <p:cNvPr id="7" name="Slide Number Placeholder 6">
            <a:extLst>
              <a:ext uri="{FF2B5EF4-FFF2-40B4-BE49-F238E27FC236}">
                <a16:creationId xmlns:a16="http://schemas.microsoft.com/office/drawing/2014/main" id="{F196D688-3261-49DC-C33B-4E598CE5D507}"/>
              </a:ext>
            </a:extLst>
          </p:cNvPr>
          <p:cNvSpPr>
            <a:spLocks noGrp="1"/>
          </p:cNvSpPr>
          <p:nvPr>
            <p:ph type="sldNum" sz="quarter" idx="12"/>
          </p:nvPr>
        </p:nvSpPr>
        <p:spPr/>
        <p:txBody>
          <a:bodyPr/>
          <a:lstStyle/>
          <a:p>
            <a:fld id="{5E212BD6-99D2-4430-8307-3DFF6CB1AF68}" type="slidenum">
              <a:rPr lang="en-US" smtClean="0"/>
              <a:t>23</a:t>
            </a:fld>
            <a:endParaRPr lang="en-US"/>
          </a:p>
        </p:txBody>
      </p:sp>
    </p:spTree>
    <p:extLst>
      <p:ext uri="{BB962C8B-B14F-4D97-AF65-F5344CB8AC3E}">
        <p14:creationId xmlns:p14="http://schemas.microsoft.com/office/powerpoint/2010/main" val="57877241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FCACFA-7A5B-6BF4-4290-7A40F516FB2A}"/>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65AC53D5-5A4B-E885-00C2-3FDD957DAD10}"/>
              </a:ext>
            </a:extLst>
          </p:cNvPr>
          <p:cNvSpPr>
            <a:spLocks/>
          </p:cNvSpPr>
          <p:nvPr/>
        </p:nvSpPr>
        <p:spPr>
          <a:xfrm>
            <a:off x="4105834" y="1196415"/>
            <a:ext cx="6973551" cy="4132288"/>
          </a:xfrm>
          <a:prstGeom prst="rect">
            <a:avLst/>
          </a:prstGeom>
          <a:solidFill>
            <a:schemeClr val="accent1">
              <a:alpha val="18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12" name="Table 11">
            <a:extLst>
              <a:ext uri="{FF2B5EF4-FFF2-40B4-BE49-F238E27FC236}">
                <a16:creationId xmlns:a16="http://schemas.microsoft.com/office/drawing/2014/main" id="{0A5C8D90-3627-FABD-FB0B-9B412993E2E4}"/>
              </a:ext>
            </a:extLst>
          </p:cNvPr>
          <p:cNvGraphicFramePr>
            <a:graphicFrameLocks noGrp="1"/>
          </p:cNvGraphicFramePr>
          <p:nvPr>
            <p:extLst>
              <p:ext uri="{D42A27DB-BD31-4B8C-83A1-F6EECF244321}">
                <p14:modId xmlns:p14="http://schemas.microsoft.com/office/powerpoint/2010/main" val="3065703748"/>
              </p:ext>
            </p:extLst>
          </p:nvPr>
        </p:nvGraphicFramePr>
        <p:xfrm>
          <a:off x="545907" y="961858"/>
          <a:ext cx="2743200" cy="3559936"/>
        </p:xfrm>
        <a:graphic>
          <a:graphicData uri="http://schemas.openxmlformats.org/drawingml/2006/table">
            <a:tbl>
              <a:tblPr bandRow="1">
                <a:tableStyleId>{C083E6E3-FA7D-4D7B-A595-EF9225AFEA82}</a:tableStyleId>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tblGrid>
              <a:tr h="388406">
                <a:tc gridSpan="2">
                  <a:txBody>
                    <a:bodyPr/>
                    <a:lstStyle/>
                    <a:p>
                      <a:pPr algn="ctr" fontAlgn="b"/>
                      <a:endParaRPr lang="en-US" sz="1400" b="1" i="0" u="none" strike="noStrike" dirty="0">
                        <a:solidFill>
                          <a:schemeClr val="tx1"/>
                        </a:solidFill>
                        <a:effectLst/>
                        <a:latin typeface="MULISH BOLD ROMAN" pitchFamily="2" charset="77"/>
                      </a:endParaRPr>
                    </a:p>
                  </a:txBody>
                  <a:tcPr marL="9525" marR="9525" marT="9525" marB="0" anchor="ctr">
                    <a:lnL>
                      <a:noFill/>
                    </a:lnL>
                    <a:lnR>
                      <a:noFill/>
                    </a:lnR>
                    <a:lnT w="12700" cmpd="sng">
                      <a:noFill/>
                    </a:lnT>
                    <a:lnB>
                      <a:noFill/>
                    </a:lnB>
                    <a:lnTlToBr w="12700" cmpd="sng">
                      <a:noFill/>
                      <a:prstDash val="solid"/>
                    </a:lnTlToBr>
                    <a:lnBlToTr w="12700" cmpd="sng">
                      <a:noFill/>
                      <a:prstDash val="solid"/>
                    </a:lnBlToTr>
                    <a:solidFill>
                      <a:schemeClr val="bg1">
                        <a:alpha val="20000"/>
                      </a:schemeClr>
                    </a:solidFill>
                  </a:tcPr>
                </a:tc>
                <a:tc hMerge="1">
                  <a:txBody>
                    <a:bodyPr/>
                    <a:lstStyle/>
                    <a:p>
                      <a:endParaRPr lang="en-US"/>
                    </a:p>
                  </a:txBody>
                  <a:tcPr/>
                </a:tc>
                <a:extLst>
                  <a:ext uri="{0D108BD9-81ED-4DB2-BD59-A6C34878D82A}">
                    <a16:rowId xmlns:a16="http://schemas.microsoft.com/office/drawing/2014/main" val="1513308354"/>
                  </a:ext>
                </a:extLst>
              </a:tr>
              <a:tr h="392933">
                <a:tc gridSpan="2">
                  <a:txBody>
                    <a:bodyPr/>
                    <a:lstStyle/>
                    <a:p>
                      <a:pPr algn="ctr" fontAlgn="b"/>
                      <a:r>
                        <a:rPr lang="en-US" sz="1300" b="1" i="0" u="none" strike="noStrike" dirty="0">
                          <a:solidFill>
                            <a:schemeClr val="tx1"/>
                          </a:solidFill>
                          <a:effectLst/>
                          <a:latin typeface="MULISH BOLD ROMAN" pitchFamily="2" charset="77"/>
                        </a:rPr>
                        <a:t>Average Opinion Length by Justice</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hMerge="1">
                  <a:txBody>
                    <a:bodyPr/>
                    <a:lstStyle/>
                    <a:p>
                      <a:endParaRPr lang="en-US"/>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5B9BD5"/>
                    </a:solidFill>
                  </a:tcPr>
                </a:tc>
                <a:extLst>
                  <a:ext uri="{0D108BD9-81ED-4DB2-BD59-A6C34878D82A}">
                    <a16:rowId xmlns:a16="http://schemas.microsoft.com/office/drawing/2014/main" val="10000"/>
                  </a:ext>
                </a:extLst>
              </a:tr>
              <a:tr h="308733">
                <a:tc>
                  <a:txBody>
                    <a:bodyPr/>
                    <a:lstStyle/>
                    <a:p>
                      <a:pPr algn="ctr" fontAlgn="b"/>
                      <a:r>
                        <a:rPr lang="en-US" sz="1100" b="0" i="0" u="none" strike="noStrike" dirty="0">
                          <a:solidFill>
                            <a:srgbClr val="000000"/>
                          </a:solidFill>
                          <a:effectLst/>
                          <a:latin typeface="MULISH BLACK ROMAN"/>
                        </a:rPr>
                        <a:t>Roberts</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4944.17</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308733">
                <a:tc>
                  <a:txBody>
                    <a:bodyPr/>
                    <a:lstStyle/>
                    <a:p>
                      <a:pPr algn="ctr" fontAlgn="b"/>
                      <a:r>
                        <a:rPr lang="en-US" sz="1100" b="0" u="none" strike="noStrike" dirty="0">
                          <a:solidFill>
                            <a:srgbClr val="000000"/>
                          </a:solidFill>
                          <a:effectLst/>
                          <a:latin typeface="MULISH BLACK ROMAN"/>
                        </a:rPr>
                        <a:t>Thomas</a:t>
                      </a:r>
                      <a:endParaRPr lang="en-US" sz="1100" b="0" i="0" u="none" strike="noStrike" dirty="0">
                        <a:solidFill>
                          <a:srgbClr val="000000"/>
                        </a:solidFill>
                        <a:effectLst/>
                        <a:latin typeface="MULISH BLACK ROMAN"/>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4888.73</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308733">
                <a:tc>
                  <a:txBody>
                    <a:bodyPr/>
                    <a:lstStyle/>
                    <a:p>
                      <a:pPr algn="ctr" fontAlgn="b"/>
                      <a:r>
                        <a:rPr lang="en-US" sz="1100" b="0" i="0" u="none" strike="noStrike" dirty="0">
                          <a:solidFill>
                            <a:srgbClr val="000000"/>
                          </a:solidFill>
                          <a:effectLst/>
                          <a:latin typeface="MULISH BLACK ROMAN"/>
                        </a:rPr>
                        <a:t>Alito</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4334.5</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308733">
                <a:tc>
                  <a:txBody>
                    <a:bodyPr/>
                    <a:lstStyle/>
                    <a:p>
                      <a:pPr algn="ctr" fontAlgn="b"/>
                      <a:r>
                        <a:rPr lang="en-US" sz="1100" b="0" u="none" strike="noStrike" dirty="0">
                          <a:solidFill>
                            <a:srgbClr val="000000"/>
                          </a:solidFill>
                          <a:effectLst/>
                          <a:latin typeface="MULISH BLACK ROMAN"/>
                        </a:rPr>
                        <a:t>Sotomayor</a:t>
                      </a:r>
                      <a:endParaRPr lang="en-US" sz="1100" b="0" i="0" u="none" strike="noStrike" dirty="0">
                        <a:solidFill>
                          <a:srgbClr val="000000"/>
                        </a:solidFill>
                        <a:effectLst/>
                        <a:latin typeface="MULISH BLACK ROMAN"/>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2982.63</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308733">
                <a:tc>
                  <a:txBody>
                    <a:bodyPr/>
                    <a:lstStyle/>
                    <a:p>
                      <a:pPr algn="ctr" fontAlgn="b"/>
                      <a:r>
                        <a:rPr lang="en-US" sz="1100" b="0" u="none" strike="noStrike" dirty="0">
                          <a:solidFill>
                            <a:srgbClr val="000000"/>
                          </a:solidFill>
                          <a:effectLst/>
                          <a:latin typeface="MULISH BLACK ROMAN"/>
                        </a:rPr>
                        <a:t>Kagan</a:t>
                      </a:r>
                      <a:endParaRPr lang="en-US" sz="1100" b="0" i="0" u="none" strike="noStrike" dirty="0">
                        <a:solidFill>
                          <a:srgbClr val="000000"/>
                        </a:solidFill>
                        <a:effectLst/>
                        <a:latin typeface="MULISH BLACK ROMAN"/>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3309</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308733">
                <a:tc>
                  <a:txBody>
                    <a:bodyPr/>
                    <a:lstStyle/>
                    <a:p>
                      <a:pPr algn="ctr" fontAlgn="b"/>
                      <a:r>
                        <a:rPr lang="en-US" sz="1100" b="0" i="0" u="none" strike="noStrike" dirty="0">
                          <a:solidFill>
                            <a:srgbClr val="000000"/>
                          </a:solidFill>
                          <a:effectLst/>
                          <a:latin typeface="MULISH BLACK ROMAN"/>
                        </a:rPr>
                        <a:t>Gorsuch</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3845.13</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308733">
                <a:tc>
                  <a:txBody>
                    <a:bodyPr/>
                    <a:lstStyle/>
                    <a:p>
                      <a:pPr algn="ctr" fontAlgn="b"/>
                      <a:r>
                        <a:rPr lang="en-US" sz="1100" b="0" u="none" strike="noStrike" dirty="0">
                          <a:solidFill>
                            <a:srgbClr val="000000"/>
                          </a:solidFill>
                          <a:effectLst/>
                          <a:latin typeface="MULISH BLACK ROMAN"/>
                        </a:rPr>
                        <a:t>Kavanaugh</a:t>
                      </a:r>
                      <a:endParaRPr lang="en-US" sz="1100" b="0" i="0" u="none" strike="noStrike" dirty="0">
                        <a:solidFill>
                          <a:srgbClr val="000000"/>
                        </a:solidFill>
                        <a:effectLst/>
                        <a:latin typeface="MULISH BLACK ROMAN"/>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3466.85</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308733">
                <a:tc>
                  <a:txBody>
                    <a:bodyPr/>
                    <a:lstStyle/>
                    <a:p>
                      <a:pPr algn="ctr" fontAlgn="b"/>
                      <a:r>
                        <a:rPr lang="en-US" sz="1100" b="0" i="0" u="none" strike="noStrike" dirty="0">
                          <a:solidFill>
                            <a:srgbClr val="000000"/>
                          </a:solidFill>
                          <a:effectLst/>
                          <a:latin typeface="MULISH BLACK ROMAN"/>
                        </a:rPr>
                        <a:t>Barrett</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3663.58</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308733">
                <a:tc>
                  <a:txBody>
                    <a:bodyPr/>
                    <a:lstStyle/>
                    <a:p>
                      <a:pPr algn="ctr" fontAlgn="b"/>
                      <a:r>
                        <a:rPr lang="en-US" sz="1100" b="0" i="0" u="none" strike="noStrike" dirty="0">
                          <a:solidFill>
                            <a:srgbClr val="000000"/>
                          </a:solidFill>
                          <a:effectLst/>
                          <a:latin typeface="MULISH BLACK ROMAN"/>
                        </a:rPr>
                        <a:t>Jackson</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3262.65</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9"/>
                  </a:ext>
                </a:extLst>
              </a:tr>
            </a:tbl>
          </a:graphicData>
        </a:graphic>
      </p:graphicFrame>
      <p:sp>
        <p:nvSpPr>
          <p:cNvPr id="8" name="Title 9">
            <a:extLst>
              <a:ext uri="{FF2B5EF4-FFF2-40B4-BE49-F238E27FC236}">
                <a16:creationId xmlns:a16="http://schemas.microsoft.com/office/drawing/2014/main" id="{1B58CB0A-1A00-0341-CBED-1A340D5B6E2A}"/>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OPINION LENGTHS (Cont.)</a:t>
            </a:r>
          </a:p>
        </p:txBody>
      </p:sp>
      <p:sp>
        <p:nvSpPr>
          <p:cNvPr id="11" name="TextBox 10">
            <a:extLst>
              <a:ext uri="{FF2B5EF4-FFF2-40B4-BE49-F238E27FC236}">
                <a16:creationId xmlns:a16="http://schemas.microsoft.com/office/drawing/2014/main" id="{1DDF1A98-4954-F42F-6560-244F9F041761}"/>
              </a:ext>
            </a:extLst>
          </p:cNvPr>
          <p:cNvSpPr txBox="1"/>
          <p:nvPr/>
        </p:nvSpPr>
        <p:spPr>
          <a:xfrm>
            <a:off x="4356945" y="5399975"/>
            <a:ext cx="7323075" cy="261610"/>
          </a:xfrm>
          <a:prstGeom prst="rect">
            <a:avLst/>
          </a:prstGeom>
          <a:noFill/>
          <a:ln>
            <a:solidFill>
              <a:schemeClr val="tx1"/>
            </a:solidFill>
          </a:ln>
        </p:spPr>
        <p:txBody>
          <a:bodyPr wrap="square" rtlCol="0">
            <a:spAutoFit/>
          </a:bodyPr>
          <a:lstStyle/>
          <a:p>
            <a:pPr algn="ctr"/>
            <a:r>
              <a:rPr lang="en-US" sz="1100" dirty="0">
                <a:latin typeface="MULISH REGULAR ROMAN"/>
              </a:rPr>
              <a:t>Figure shows the average length (in words) of opinions issued by the court by type between the 2016 and 2024 terms. </a:t>
            </a:r>
          </a:p>
        </p:txBody>
      </p:sp>
      <p:sp>
        <p:nvSpPr>
          <p:cNvPr id="7" name="Slide Number Placeholder 6">
            <a:extLst>
              <a:ext uri="{FF2B5EF4-FFF2-40B4-BE49-F238E27FC236}">
                <a16:creationId xmlns:a16="http://schemas.microsoft.com/office/drawing/2014/main" id="{EA02EBCD-4099-42FF-CC0F-A83E48E7078E}"/>
              </a:ext>
            </a:extLst>
          </p:cNvPr>
          <p:cNvSpPr>
            <a:spLocks noGrp="1"/>
          </p:cNvSpPr>
          <p:nvPr>
            <p:ph type="sldNum" sz="quarter" idx="12"/>
          </p:nvPr>
        </p:nvSpPr>
        <p:spPr/>
        <p:txBody>
          <a:bodyPr/>
          <a:lstStyle/>
          <a:p>
            <a:fld id="{5E212BD6-99D2-4430-8307-3DFF6CB1AF68}" type="slidenum">
              <a:rPr lang="en-US" smtClean="0"/>
              <a:t>24</a:t>
            </a:fld>
            <a:endParaRPr lang="en-US"/>
          </a:p>
        </p:txBody>
      </p:sp>
      <p:pic>
        <p:nvPicPr>
          <p:cNvPr id="4" name="Picture 3" descr="A graph of different types of graphs&#10;&#10;AI-generated content may be incorrect.">
            <a:extLst>
              <a:ext uri="{FF2B5EF4-FFF2-40B4-BE49-F238E27FC236}">
                <a16:creationId xmlns:a16="http://schemas.microsoft.com/office/drawing/2014/main" id="{0ED957E7-FFE7-1082-D74A-D987BBEE105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105834" y="1196416"/>
            <a:ext cx="6973551" cy="4184130"/>
          </a:xfrm>
          <a:prstGeom prst="rect">
            <a:avLst/>
          </a:prstGeom>
        </p:spPr>
      </p:pic>
    </p:spTree>
    <p:extLst>
      <p:ext uri="{BB962C8B-B14F-4D97-AF65-F5344CB8AC3E}">
        <p14:creationId xmlns:p14="http://schemas.microsoft.com/office/powerpoint/2010/main" val="244124726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9">
            <a:extLst>
              <a:ext uri="{FF2B5EF4-FFF2-40B4-BE49-F238E27FC236}">
                <a16:creationId xmlns:a16="http://schemas.microsoft.com/office/drawing/2014/main" id="{4AEB5166-104F-F844-BFBC-60336AA803D3}"/>
              </a:ext>
            </a:extLst>
          </p:cNvPr>
          <p:cNvSpPr>
            <a:spLocks noGrp="1"/>
          </p:cNvSpPr>
          <p:nvPr>
            <p:ph type="title"/>
          </p:nvPr>
        </p:nvSpPr>
        <p:spPr>
          <a:xfrm>
            <a:off x="243939" y="74723"/>
            <a:ext cx="10515600" cy="788442"/>
          </a:xfrm>
        </p:spPr>
        <p:txBody>
          <a:bodyPr>
            <a:normAutofit/>
          </a:bodyPr>
          <a:lstStyle/>
          <a:p>
            <a:r>
              <a:rPr lang="en-US" sz="3600" dirty="0">
                <a:solidFill>
                  <a:srgbClr val="A90404"/>
                </a:solidFill>
                <a:latin typeface="MULISH BOLD ROMAN" pitchFamily="2" charset="77"/>
              </a:rPr>
              <a:t>VOTING ALIGNMENT</a:t>
            </a:r>
          </a:p>
        </p:txBody>
      </p:sp>
      <p:graphicFrame>
        <p:nvGraphicFramePr>
          <p:cNvPr id="6" name="Table 6">
            <a:extLst>
              <a:ext uri="{FF2B5EF4-FFF2-40B4-BE49-F238E27FC236}">
                <a16:creationId xmlns:a16="http://schemas.microsoft.com/office/drawing/2014/main" id="{5BF0DDD8-DCD3-F44C-A42D-CBB308CF5050}"/>
              </a:ext>
            </a:extLst>
          </p:cNvPr>
          <p:cNvGraphicFramePr>
            <a:graphicFrameLocks noGrp="1"/>
          </p:cNvGraphicFramePr>
          <p:nvPr>
            <p:extLst>
              <p:ext uri="{D42A27DB-BD31-4B8C-83A1-F6EECF244321}">
                <p14:modId xmlns:p14="http://schemas.microsoft.com/office/powerpoint/2010/main" val="2364599825"/>
              </p:ext>
            </p:extLst>
          </p:nvPr>
        </p:nvGraphicFramePr>
        <p:xfrm>
          <a:off x="339318" y="1127293"/>
          <a:ext cx="11494360" cy="5148072"/>
        </p:xfrm>
        <a:graphic>
          <a:graphicData uri="http://schemas.openxmlformats.org/drawingml/2006/table">
            <a:tbl>
              <a:tblPr firstRow="1" bandRow="1">
                <a:tableStyleId>{C083E6E3-FA7D-4D7B-A595-EF9225AFEA82}</a:tableStyleId>
              </a:tblPr>
              <a:tblGrid>
                <a:gridCol w="1697902">
                  <a:extLst>
                    <a:ext uri="{9D8B030D-6E8A-4147-A177-3AD203B41FA5}">
                      <a16:colId xmlns:a16="http://schemas.microsoft.com/office/drawing/2014/main" val="1855254515"/>
                    </a:ext>
                  </a:extLst>
                </a:gridCol>
                <a:gridCol w="1277471">
                  <a:extLst>
                    <a:ext uri="{9D8B030D-6E8A-4147-A177-3AD203B41FA5}">
                      <a16:colId xmlns:a16="http://schemas.microsoft.com/office/drawing/2014/main" val="2522142181"/>
                    </a:ext>
                  </a:extLst>
                </a:gridCol>
                <a:gridCol w="726141">
                  <a:extLst>
                    <a:ext uri="{9D8B030D-6E8A-4147-A177-3AD203B41FA5}">
                      <a16:colId xmlns:a16="http://schemas.microsoft.com/office/drawing/2014/main" val="3188583542"/>
                    </a:ext>
                  </a:extLst>
                </a:gridCol>
                <a:gridCol w="1209166">
                  <a:extLst>
                    <a:ext uri="{9D8B030D-6E8A-4147-A177-3AD203B41FA5}">
                      <a16:colId xmlns:a16="http://schemas.microsoft.com/office/drawing/2014/main" val="4102962030"/>
                    </a:ext>
                  </a:extLst>
                </a:gridCol>
                <a:gridCol w="731520">
                  <a:extLst>
                    <a:ext uri="{9D8B030D-6E8A-4147-A177-3AD203B41FA5}">
                      <a16:colId xmlns:a16="http://schemas.microsoft.com/office/drawing/2014/main" val="2863512104"/>
                    </a:ext>
                  </a:extLst>
                </a:gridCol>
                <a:gridCol w="731520">
                  <a:extLst>
                    <a:ext uri="{9D8B030D-6E8A-4147-A177-3AD203B41FA5}">
                      <a16:colId xmlns:a16="http://schemas.microsoft.com/office/drawing/2014/main" val="3247459570"/>
                    </a:ext>
                  </a:extLst>
                </a:gridCol>
                <a:gridCol w="731520">
                  <a:extLst>
                    <a:ext uri="{9D8B030D-6E8A-4147-A177-3AD203B41FA5}">
                      <a16:colId xmlns:a16="http://schemas.microsoft.com/office/drawing/2014/main" val="338529481"/>
                    </a:ext>
                  </a:extLst>
                </a:gridCol>
                <a:gridCol w="731520">
                  <a:extLst>
                    <a:ext uri="{9D8B030D-6E8A-4147-A177-3AD203B41FA5}">
                      <a16:colId xmlns:a16="http://schemas.microsoft.com/office/drawing/2014/main" val="3188298085"/>
                    </a:ext>
                  </a:extLst>
                </a:gridCol>
                <a:gridCol w="731520">
                  <a:extLst>
                    <a:ext uri="{9D8B030D-6E8A-4147-A177-3AD203B41FA5}">
                      <a16:colId xmlns:a16="http://schemas.microsoft.com/office/drawing/2014/main" val="4228331188"/>
                    </a:ext>
                  </a:extLst>
                </a:gridCol>
                <a:gridCol w="731520">
                  <a:extLst>
                    <a:ext uri="{9D8B030D-6E8A-4147-A177-3AD203B41FA5}">
                      <a16:colId xmlns:a16="http://schemas.microsoft.com/office/drawing/2014/main" val="3044216961"/>
                    </a:ext>
                  </a:extLst>
                </a:gridCol>
                <a:gridCol w="731520">
                  <a:extLst>
                    <a:ext uri="{9D8B030D-6E8A-4147-A177-3AD203B41FA5}">
                      <a16:colId xmlns:a16="http://schemas.microsoft.com/office/drawing/2014/main" val="823801858"/>
                    </a:ext>
                  </a:extLst>
                </a:gridCol>
                <a:gridCol w="731520">
                  <a:extLst>
                    <a:ext uri="{9D8B030D-6E8A-4147-A177-3AD203B41FA5}">
                      <a16:colId xmlns:a16="http://schemas.microsoft.com/office/drawing/2014/main" val="1551614119"/>
                    </a:ext>
                  </a:extLst>
                </a:gridCol>
                <a:gridCol w="731520">
                  <a:extLst>
                    <a:ext uri="{9D8B030D-6E8A-4147-A177-3AD203B41FA5}">
                      <a16:colId xmlns:a16="http://schemas.microsoft.com/office/drawing/2014/main" val="3870732938"/>
                    </a:ext>
                  </a:extLst>
                </a:gridCol>
              </a:tblGrid>
              <a:tr h="347472">
                <a:tc>
                  <a:txBody>
                    <a:bodyPr/>
                    <a:lstStyle/>
                    <a:p>
                      <a:pPr algn="l"/>
                      <a:r>
                        <a:rPr lang="en-US" sz="1300" dirty="0">
                          <a:latin typeface="MULISH REGULAR ROMAN" pitchFamily="2" charset="77"/>
                        </a:rPr>
                        <a:t>Case Name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Decided</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Vote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Author</a:t>
                      </a:r>
                    </a:p>
                  </a:txBody>
                  <a:tcPr anchor="ctr">
                    <a:lnL>
                      <a:noFill/>
                    </a:lnL>
                    <a:lnR>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022172286"/>
                  </a:ext>
                </a:extLst>
              </a:tr>
              <a:tr h="320040">
                <a:tc>
                  <a:txBody>
                    <a:bodyPr/>
                    <a:lstStyle/>
                    <a:p>
                      <a:r>
                        <a:rPr lang="en-US" sz="1100" dirty="0">
                          <a:latin typeface="MULISH BLACK ROMAN"/>
                        </a:rPr>
                        <a:t>Hamm</a:t>
                      </a:r>
                    </a:p>
                  </a:txBody>
                  <a:tcPr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11/4/2024</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Per Curiam</a:t>
                      </a:r>
                      <a:endParaRPr lang="en-US" sz="1100" b="0" i="0" u="none" strike="noStrike" dirty="0">
                        <a:solidFill>
                          <a:srgbClr val="000000"/>
                        </a:solidFill>
                        <a:effectLst/>
                        <a:latin typeface="MULISH BLACK ROMAN"/>
                      </a:endParaRP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Per Curiam</a:t>
                      </a:r>
                      <a:endParaRPr lang="en-US" sz="1100" b="0" i="0" u="none" strike="noStrike" dirty="0">
                        <a:solidFill>
                          <a:srgbClr val="000000"/>
                        </a:solidFill>
                        <a:effectLst/>
                        <a:latin typeface="MULISH BLACK ROMAN"/>
                      </a:endParaRPr>
                    </a:p>
                  </a:txBody>
                  <a:tcPr marL="9525" marR="9525" marT="9525" marB="0" anchor="ctr">
                    <a:lnL>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4229935506"/>
                  </a:ext>
                </a:extLst>
              </a:tr>
              <a:tr h="320040">
                <a:tc>
                  <a:txBody>
                    <a:bodyPr/>
                    <a:lstStyle/>
                    <a:p>
                      <a:r>
                        <a:rPr lang="en-US" sz="1100" dirty="0">
                          <a:latin typeface="MULISH BLACK ROMAN"/>
                        </a:rPr>
                        <a:t>Facebook</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11/22/2024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Per Curiam</a:t>
                      </a:r>
                      <a:endParaRPr lang="en-US" sz="1100" b="0" i="0" u="none" strike="noStrike" dirty="0">
                        <a:solidFill>
                          <a:srgbClr val="000000"/>
                        </a:solidFill>
                        <a:effectLst/>
                        <a:latin typeface="MULISH BLACK ROMAN"/>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Per Curiam</a:t>
                      </a:r>
                      <a:endParaRPr lang="en-US" sz="1100" b="0" i="0" u="none" strike="noStrike" dirty="0">
                        <a:solidFill>
                          <a:srgbClr val="000000"/>
                        </a:solidFill>
                        <a:effectLst/>
                        <a:latin typeface="MULISH BLACK ROMAN"/>
                      </a:endParaRP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96768621"/>
                  </a:ext>
                </a:extLst>
              </a:tr>
              <a:tr h="320040">
                <a:tc>
                  <a:txBody>
                    <a:bodyPr/>
                    <a:lstStyle/>
                    <a:p>
                      <a:r>
                        <a:rPr lang="en-US" sz="1100" dirty="0">
                          <a:latin typeface="MULISH BLACK ROMAN"/>
                        </a:rPr>
                        <a:t>Bouarfa</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12/10/2024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Jackson</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471751296"/>
                  </a:ext>
                </a:extLst>
              </a:tr>
              <a:tr h="320040">
                <a:tc>
                  <a:txBody>
                    <a:bodyPr/>
                    <a:lstStyle/>
                    <a:p>
                      <a:r>
                        <a:rPr lang="en-US" sz="1100" dirty="0">
                          <a:latin typeface="MULISH BLACK ROMAN"/>
                        </a:rPr>
                        <a:t>NVIDIA</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12/11/2024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Per Curiam</a:t>
                      </a:r>
                      <a:endParaRPr lang="en-US" sz="1100" b="0" i="0" u="none" strike="noStrike" dirty="0">
                        <a:solidFill>
                          <a:srgbClr val="000000"/>
                        </a:solidFill>
                        <a:effectLst/>
                        <a:latin typeface="MULISH BLACK ROMAN"/>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Per Curiam</a:t>
                      </a:r>
                      <a:endParaRPr lang="en-US" sz="1100" b="0" i="0" u="none" strike="noStrike" dirty="0">
                        <a:solidFill>
                          <a:srgbClr val="000000"/>
                        </a:solidFill>
                        <a:effectLst/>
                        <a:latin typeface="MULISH BLACK ROMAN"/>
                      </a:endParaRP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987411499"/>
                  </a:ext>
                </a:extLst>
              </a:tr>
              <a:tr h="320040">
                <a:tc>
                  <a:txBody>
                    <a:bodyPr/>
                    <a:lstStyle/>
                    <a:p>
                      <a:r>
                        <a:rPr lang="en-US" sz="1100" dirty="0">
                          <a:latin typeface="MULISH BLACK ROMAN"/>
                        </a:rPr>
                        <a:t>Royal Canin</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1/15/2025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Kagan</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637205288"/>
                  </a:ext>
                </a:extLst>
              </a:tr>
              <a:tr h="320040">
                <a:tc>
                  <a:txBody>
                    <a:bodyPr/>
                    <a:lstStyle/>
                    <a:p>
                      <a:r>
                        <a:rPr lang="en-US" sz="1100" dirty="0">
                          <a:latin typeface="MULISH BLACK ROMAN"/>
                        </a:rPr>
                        <a:t>E.M.D. Sales</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1/15/2025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Kavanaugh</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815833910"/>
                  </a:ext>
                </a:extLst>
              </a:tr>
              <a:tr h="320040">
                <a:tc>
                  <a:txBody>
                    <a:bodyPr/>
                    <a:lstStyle/>
                    <a:p>
                      <a:r>
                        <a:rPr lang="en-US" sz="1100" dirty="0">
                          <a:latin typeface="MULISH BLACK ROMAN"/>
                        </a:rPr>
                        <a:t>Tik Tok</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1/17/2025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Per Curiam</a:t>
                      </a:r>
                      <a:endParaRPr lang="en-US" sz="1100" b="0" i="0" u="none" strike="noStrike" dirty="0">
                        <a:solidFill>
                          <a:srgbClr val="000000"/>
                        </a:solidFill>
                        <a:effectLst/>
                        <a:latin typeface="MULISH BLACK ROMAN"/>
                      </a:endParaRP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05721243"/>
                  </a:ext>
                </a:extLst>
              </a:tr>
              <a:tr h="320040">
                <a:tc>
                  <a:txBody>
                    <a:bodyPr/>
                    <a:lstStyle/>
                    <a:p>
                      <a:r>
                        <a:rPr lang="en-US" sz="1100" dirty="0">
                          <a:latin typeface="MULISH BLACK ROMAN"/>
                        </a:rPr>
                        <a:t>Andrew</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1/21/2025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Per Curiam</a:t>
                      </a:r>
                      <a:endParaRPr lang="en-US" sz="1100" b="0" i="0" u="none" strike="noStrike" dirty="0">
                        <a:solidFill>
                          <a:srgbClr val="000000"/>
                        </a:solidFill>
                        <a:effectLst/>
                        <a:latin typeface="MULISH BLACK ROMAN"/>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Per Curiam</a:t>
                      </a:r>
                      <a:endParaRPr lang="en-US" sz="1100" b="0" i="0" u="none" strike="noStrike" dirty="0">
                        <a:solidFill>
                          <a:srgbClr val="000000"/>
                        </a:solidFill>
                        <a:effectLst/>
                        <a:latin typeface="MULISH BLACK ROMAN"/>
                      </a:endParaRP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3172497950"/>
                  </a:ext>
                </a:extLst>
              </a:tr>
              <a:tr h="320040">
                <a:tc>
                  <a:txBody>
                    <a:bodyPr/>
                    <a:lstStyle/>
                    <a:p>
                      <a:r>
                        <a:rPr lang="en-US" sz="1100" dirty="0">
                          <a:latin typeface="MULISH BLACK ROMAN"/>
                        </a:rPr>
                        <a:t>Hungary</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2/21/2025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Sotomayor</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248342504"/>
                  </a:ext>
                </a:extLst>
              </a:tr>
              <a:tr h="320040">
                <a:tc>
                  <a:txBody>
                    <a:bodyPr/>
                    <a:lstStyle/>
                    <a:p>
                      <a:r>
                        <a:rPr lang="en-US" sz="1100" dirty="0">
                          <a:latin typeface="MULISH BLACK ROMAN"/>
                        </a:rPr>
                        <a:t>Wisconsin Bell</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2/21/2025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Kagan</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051524791"/>
                  </a:ext>
                </a:extLst>
              </a:tr>
              <a:tr h="320040">
                <a:tc>
                  <a:txBody>
                    <a:bodyPr/>
                    <a:lstStyle/>
                    <a:p>
                      <a:r>
                        <a:rPr lang="en-US" sz="1100" dirty="0">
                          <a:latin typeface="MULISH BLACK ROMAN"/>
                        </a:rPr>
                        <a:t>Williams</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2/21/2025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(5-4)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Kavanaugh</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3219908336"/>
                  </a:ext>
                </a:extLst>
              </a:tr>
              <a:tr h="320040">
                <a:tc>
                  <a:txBody>
                    <a:bodyPr/>
                    <a:lstStyle/>
                    <a:p>
                      <a:r>
                        <a:rPr lang="en-US" sz="1100" dirty="0">
                          <a:latin typeface="MULISH BLACK ROMAN"/>
                        </a:rPr>
                        <a:t>Lackey</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2/25/2025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Roberts</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58160031"/>
                  </a:ext>
                </a:extLst>
              </a:tr>
              <a:tr h="320040">
                <a:tc>
                  <a:txBody>
                    <a:bodyPr/>
                    <a:lstStyle/>
                    <a:p>
                      <a:r>
                        <a:rPr lang="en-US" sz="1100" dirty="0">
                          <a:latin typeface="MULISH BLACK ROMAN"/>
                        </a:rPr>
                        <a:t>Glossip</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2/25/2025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(6-2)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Sotomayor</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3348289071"/>
                  </a:ext>
                </a:extLst>
              </a:tr>
              <a:tr h="320040">
                <a:tc>
                  <a:txBody>
                    <a:bodyPr/>
                    <a:lstStyle/>
                    <a:p>
                      <a:r>
                        <a:rPr lang="en-US" sz="1100" dirty="0">
                          <a:latin typeface="MULISH BLACK ROMAN"/>
                        </a:rPr>
                        <a:t>Waetzig</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2/26/2025</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Alito</a:t>
                      </a:r>
                    </a:p>
                  </a:txBody>
                  <a:tcPr marL="9525" marR="9525" marT="9525" marB="0"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91707358"/>
                  </a:ext>
                </a:extLst>
              </a:tr>
              <a:tr h="320040">
                <a:tc>
                  <a:txBody>
                    <a:bodyPr/>
                    <a:lstStyle/>
                    <a:p>
                      <a:r>
                        <a:rPr lang="en-US" sz="1100" dirty="0">
                          <a:latin typeface="MULISH BLACK ROMAN"/>
                        </a:rPr>
                        <a:t>Dewberry</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2/26/2025</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(9-0)</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Kagan</a:t>
                      </a:r>
                    </a:p>
                  </a:txBody>
                  <a:tcPr marL="9525" marR="9525" marT="9525" marB="0"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357545266"/>
                  </a:ext>
                </a:extLst>
              </a:tr>
            </a:tbl>
          </a:graphicData>
        </a:graphic>
      </p:graphicFrame>
      <p:pic>
        <p:nvPicPr>
          <p:cNvPr id="8" name="Picture 7" descr="A picture containing person, person, indoor, suit&#10;&#10;Description automatically generated">
            <a:extLst>
              <a:ext uri="{FF2B5EF4-FFF2-40B4-BE49-F238E27FC236}">
                <a16:creationId xmlns:a16="http://schemas.microsoft.com/office/drawing/2014/main" id="{3729B541-7FD5-1E4B-B70B-5576A107D83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830976" y="645655"/>
            <a:ext cx="1025212" cy="822960"/>
          </a:xfrm>
          <a:prstGeom prst="rect">
            <a:avLst/>
          </a:prstGeom>
        </p:spPr>
      </p:pic>
      <p:pic>
        <p:nvPicPr>
          <p:cNvPr id="10" name="Picture 9" descr="A person smiling for the camera&#10;&#10;Description automatically generated with medium confidence">
            <a:extLst>
              <a:ext uri="{FF2B5EF4-FFF2-40B4-BE49-F238E27FC236}">
                <a16:creationId xmlns:a16="http://schemas.microsoft.com/office/drawing/2014/main" id="{198360DB-F6AA-AF4D-9F57-D690DC68B6A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33574" y="646722"/>
            <a:ext cx="909589" cy="822960"/>
          </a:xfrm>
          <a:prstGeom prst="rect">
            <a:avLst/>
          </a:prstGeom>
        </p:spPr>
      </p:pic>
      <p:pic>
        <p:nvPicPr>
          <p:cNvPr id="12" name="Picture 11" descr="A person smiling for the picture&#10;&#10;Description automatically generated with medium confidence">
            <a:extLst>
              <a:ext uri="{FF2B5EF4-FFF2-40B4-BE49-F238E27FC236}">
                <a16:creationId xmlns:a16="http://schemas.microsoft.com/office/drawing/2014/main" id="{16ACDF34-C1E1-844D-A9E2-76296CF08BB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318037" y="648630"/>
            <a:ext cx="851938" cy="822960"/>
          </a:xfrm>
          <a:prstGeom prst="rect">
            <a:avLst/>
          </a:prstGeom>
        </p:spPr>
      </p:pic>
      <p:pic>
        <p:nvPicPr>
          <p:cNvPr id="14" name="Picture 13" descr="A picture containing person, person, indoor, suit&#10;&#10;Description automatically generated">
            <a:extLst>
              <a:ext uri="{FF2B5EF4-FFF2-40B4-BE49-F238E27FC236}">
                <a16:creationId xmlns:a16="http://schemas.microsoft.com/office/drawing/2014/main" id="{B22BDDB2-19EB-1248-A066-EA6A419F67A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263691" y="646721"/>
            <a:ext cx="917918" cy="822960"/>
          </a:xfrm>
          <a:prstGeom prst="rect">
            <a:avLst/>
          </a:prstGeom>
        </p:spPr>
      </p:pic>
      <p:pic>
        <p:nvPicPr>
          <p:cNvPr id="18" name="Picture 17" descr="A person with long hair&#10;&#10;Description automatically generated with low confidence">
            <a:extLst>
              <a:ext uri="{FF2B5EF4-FFF2-40B4-BE49-F238E27FC236}">
                <a16:creationId xmlns:a16="http://schemas.microsoft.com/office/drawing/2014/main" id="{B3BB87FD-05D8-5943-B8C7-D13B35F2D60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799422" y="651849"/>
            <a:ext cx="903400" cy="822960"/>
          </a:xfrm>
          <a:prstGeom prst="rect">
            <a:avLst/>
          </a:prstGeom>
        </p:spPr>
      </p:pic>
      <p:pic>
        <p:nvPicPr>
          <p:cNvPr id="20" name="Picture 19" descr="A person with curly hair&#10;&#10;Description automatically generated with low confidence">
            <a:extLst>
              <a:ext uri="{FF2B5EF4-FFF2-40B4-BE49-F238E27FC236}">
                <a16:creationId xmlns:a16="http://schemas.microsoft.com/office/drawing/2014/main" id="{21498AC9-69A7-424D-B7E4-7B17E3BB7DF1}"/>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5084172" y="659106"/>
            <a:ext cx="988879" cy="822960"/>
          </a:xfrm>
          <a:prstGeom prst="rect">
            <a:avLst/>
          </a:prstGeom>
        </p:spPr>
      </p:pic>
      <p:pic>
        <p:nvPicPr>
          <p:cNvPr id="22" name="Picture 21" descr="A picture containing person, person, indoor, suit&#10;&#10;Description automatically generated">
            <a:extLst>
              <a:ext uri="{FF2B5EF4-FFF2-40B4-BE49-F238E27FC236}">
                <a16:creationId xmlns:a16="http://schemas.microsoft.com/office/drawing/2014/main" id="{E8320C50-E330-DB47-96AB-BED3E96F7BC9}"/>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8047839" y="646409"/>
            <a:ext cx="896658" cy="822960"/>
          </a:xfrm>
          <a:prstGeom prst="rect">
            <a:avLst/>
          </a:prstGeom>
        </p:spPr>
      </p:pic>
      <p:pic>
        <p:nvPicPr>
          <p:cNvPr id="24" name="Picture 23" descr="A person in a suit&#10;&#10;Description automatically generated with low confidence">
            <a:extLst>
              <a:ext uri="{FF2B5EF4-FFF2-40B4-BE49-F238E27FC236}">
                <a16:creationId xmlns:a16="http://schemas.microsoft.com/office/drawing/2014/main" id="{0402D156-9271-A242-9A94-3BAFC782CBF2}"/>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9538427" y="651299"/>
            <a:ext cx="882595" cy="822960"/>
          </a:xfrm>
          <a:prstGeom prst="rect">
            <a:avLst/>
          </a:prstGeom>
        </p:spPr>
      </p:pic>
      <p:pic>
        <p:nvPicPr>
          <p:cNvPr id="3" name="Picture 2">
            <a:extLst>
              <a:ext uri="{FF2B5EF4-FFF2-40B4-BE49-F238E27FC236}">
                <a16:creationId xmlns:a16="http://schemas.microsoft.com/office/drawing/2014/main" id="{7D805A0D-62F6-C577-52D1-8ED9759B8AC5}"/>
              </a:ext>
            </a:extLst>
          </p:cNvPr>
          <p:cNvPicPr>
            <a:picLocks noChangeAspect="1"/>
          </p:cNvPicPr>
          <p:nvPr/>
        </p:nvPicPr>
        <p:blipFill>
          <a:blip r:embed="rId11">
            <a:extLst>
              <a:ext uri="{28A0092B-C50C-407E-A947-70E740481C1C}">
                <a14:useLocalDpi xmlns:a14="http://schemas.microsoft.com/office/drawing/2010/main" val="0"/>
              </a:ext>
            </a:extLst>
          </a:blip>
          <a:srcRect l="24384" r="27105" b="26016"/>
          <a:stretch/>
        </p:blipFill>
        <p:spPr>
          <a:xfrm>
            <a:off x="6707731" y="721694"/>
            <a:ext cx="741760" cy="754179"/>
          </a:xfrm>
          <a:prstGeom prst="rect">
            <a:avLst/>
          </a:prstGeom>
        </p:spPr>
      </p:pic>
      <p:sp>
        <p:nvSpPr>
          <p:cNvPr id="7" name="TextBox 6">
            <a:extLst>
              <a:ext uri="{FF2B5EF4-FFF2-40B4-BE49-F238E27FC236}">
                <a16:creationId xmlns:a16="http://schemas.microsoft.com/office/drawing/2014/main" id="{FC73922D-94E5-F6BA-4423-30961605A13B}"/>
              </a:ext>
            </a:extLst>
          </p:cNvPr>
          <p:cNvSpPr txBox="1"/>
          <p:nvPr/>
        </p:nvSpPr>
        <p:spPr>
          <a:xfrm>
            <a:off x="4350327" y="157018"/>
            <a:ext cx="7666182" cy="430887"/>
          </a:xfrm>
          <a:prstGeom prst="rect">
            <a:avLst/>
          </a:prstGeom>
          <a:noFill/>
        </p:spPr>
        <p:txBody>
          <a:bodyPr wrap="square" rtlCol="0">
            <a:spAutoFit/>
          </a:bodyPr>
          <a:lstStyle/>
          <a:p>
            <a:r>
              <a:rPr lang="en-US" sz="1100" dirty="0">
                <a:latin typeface="MULISH BLACK ROMAN"/>
              </a:rPr>
              <a:t>                    </a:t>
            </a:r>
            <a:r>
              <a:rPr lang="en-US" sz="1100">
                <a:latin typeface="MULISH BLACK ROMAN"/>
              </a:rPr>
              <a:t>Joined Majority                    </a:t>
            </a:r>
            <a:r>
              <a:rPr lang="en-US" sz="1100" dirty="0">
                <a:latin typeface="MULISH BLACK ROMAN"/>
              </a:rPr>
              <a:t>Joined Dissent                    Authored Special  (In Part)                             Did Not Participate                                  </a:t>
            </a:r>
            <a:br>
              <a:rPr lang="en-US" sz="1100" dirty="0">
                <a:latin typeface="MULISH BLACK ROMAN"/>
              </a:rPr>
            </a:br>
            <a:r>
              <a:rPr lang="en-US" sz="1100" dirty="0">
                <a:latin typeface="MULISH BLACK ROMAN"/>
              </a:rPr>
              <a:t>			                           Concurrence (or In Judgement)</a:t>
            </a:r>
          </a:p>
        </p:txBody>
      </p:sp>
      <p:sp>
        <p:nvSpPr>
          <p:cNvPr id="9" name="Rectangle 8">
            <a:extLst>
              <a:ext uri="{FF2B5EF4-FFF2-40B4-BE49-F238E27FC236}">
                <a16:creationId xmlns:a16="http://schemas.microsoft.com/office/drawing/2014/main" id="{4A50A1DB-1249-0374-AC7E-10ED1FECB73B}"/>
              </a:ext>
            </a:extLst>
          </p:cNvPr>
          <p:cNvSpPr/>
          <p:nvPr/>
        </p:nvSpPr>
        <p:spPr>
          <a:xfrm>
            <a:off x="4560342" y="174731"/>
            <a:ext cx="314037" cy="261610"/>
          </a:xfrm>
          <a:prstGeom prst="rect">
            <a:avLst/>
          </a:prstGeom>
          <a:solidFill>
            <a:srgbClr val="4F478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04814F8B-E68E-57AD-2F4F-5DDD306F3568}"/>
              </a:ext>
            </a:extLst>
          </p:cNvPr>
          <p:cNvSpPr/>
          <p:nvPr/>
        </p:nvSpPr>
        <p:spPr>
          <a:xfrm>
            <a:off x="6131349" y="156994"/>
            <a:ext cx="314037" cy="261610"/>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5DB9D35C-CEF8-E8B6-A04F-66CFACE5A916}"/>
              </a:ext>
            </a:extLst>
          </p:cNvPr>
          <p:cNvSpPr/>
          <p:nvPr/>
        </p:nvSpPr>
        <p:spPr>
          <a:xfrm>
            <a:off x="7633442" y="156073"/>
            <a:ext cx="314037" cy="261610"/>
          </a:xfrm>
          <a:prstGeom prst="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A13E5228-A2A9-C3E4-2729-B852B2AD7CA1}"/>
              </a:ext>
            </a:extLst>
          </p:cNvPr>
          <p:cNvSpPr/>
          <p:nvPr/>
        </p:nvSpPr>
        <p:spPr>
          <a:xfrm>
            <a:off x="10004000" y="156073"/>
            <a:ext cx="314037" cy="26161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Slide Number Placeholder 15">
            <a:extLst>
              <a:ext uri="{FF2B5EF4-FFF2-40B4-BE49-F238E27FC236}">
                <a16:creationId xmlns:a16="http://schemas.microsoft.com/office/drawing/2014/main" id="{20096CF1-8D9E-DC69-287E-FC736C64B453}"/>
              </a:ext>
            </a:extLst>
          </p:cNvPr>
          <p:cNvSpPr>
            <a:spLocks noGrp="1"/>
          </p:cNvSpPr>
          <p:nvPr>
            <p:ph type="sldNum" sz="quarter" idx="12"/>
          </p:nvPr>
        </p:nvSpPr>
        <p:spPr/>
        <p:txBody>
          <a:bodyPr/>
          <a:lstStyle/>
          <a:p>
            <a:fld id="{5E212BD6-99D2-4430-8307-3DFF6CB1AF68}" type="slidenum">
              <a:rPr lang="en-US" smtClean="0"/>
              <a:t>25</a:t>
            </a:fld>
            <a:endParaRPr lang="en-US"/>
          </a:p>
        </p:txBody>
      </p:sp>
    </p:spTree>
    <p:extLst>
      <p:ext uri="{BB962C8B-B14F-4D97-AF65-F5344CB8AC3E}">
        <p14:creationId xmlns:p14="http://schemas.microsoft.com/office/powerpoint/2010/main" val="61988494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9">
            <a:extLst>
              <a:ext uri="{FF2B5EF4-FFF2-40B4-BE49-F238E27FC236}">
                <a16:creationId xmlns:a16="http://schemas.microsoft.com/office/drawing/2014/main" id="{4AEB5166-104F-F844-BFBC-60336AA803D3}"/>
              </a:ext>
            </a:extLst>
          </p:cNvPr>
          <p:cNvSpPr>
            <a:spLocks noGrp="1"/>
          </p:cNvSpPr>
          <p:nvPr>
            <p:ph type="title"/>
          </p:nvPr>
        </p:nvSpPr>
        <p:spPr>
          <a:xfrm>
            <a:off x="243939" y="74723"/>
            <a:ext cx="10515600" cy="788442"/>
          </a:xfrm>
        </p:spPr>
        <p:txBody>
          <a:bodyPr>
            <a:normAutofit/>
          </a:bodyPr>
          <a:lstStyle/>
          <a:p>
            <a:r>
              <a:rPr lang="en-US" sz="3600" dirty="0">
                <a:solidFill>
                  <a:srgbClr val="A90404"/>
                </a:solidFill>
                <a:latin typeface="MULISH BOLD ROMAN" pitchFamily="2" charset="77"/>
              </a:rPr>
              <a:t>VOTING ALIGNMENT</a:t>
            </a:r>
          </a:p>
        </p:txBody>
      </p:sp>
      <p:graphicFrame>
        <p:nvGraphicFramePr>
          <p:cNvPr id="6" name="Table 6">
            <a:extLst>
              <a:ext uri="{FF2B5EF4-FFF2-40B4-BE49-F238E27FC236}">
                <a16:creationId xmlns:a16="http://schemas.microsoft.com/office/drawing/2014/main" id="{5BF0DDD8-DCD3-F44C-A42D-CBB308CF5050}"/>
              </a:ext>
            </a:extLst>
          </p:cNvPr>
          <p:cNvGraphicFramePr>
            <a:graphicFrameLocks noGrp="1"/>
          </p:cNvGraphicFramePr>
          <p:nvPr>
            <p:extLst>
              <p:ext uri="{D42A27DB-BD31-4B8C-83A1-F6EECF244321}">
                <p14:modId xmlns:p14="http://schemas.microsoft.com/office/powerpoint/2010/main" val="1353679860"/>
              </p:ext>
            </p:extLst>
          </p:nvPr>
        </p:nvGraphicFramePr>
        <p:xfrm>
          <a:off x="339318" y="1127293"/>
          <a:ext cx="11494360" cy="5148072"/>
        </p:xfrm>
        <a:graphic>
          <a:graphicData uri="http://schemas.openxmlformats.org/drawingml/2006/table">
            <a:tbl>
              <a:tblPr firstRow="1" bandRow="1">
                <a:tableStyleId>{C083E6E3-FA7D-4D7B-A595-EF9225AFEA82}</a:tableStyleId>
              </a:tblPr>
              <a:tblGrid>
                <a:gridCol w="1697902">
                  <a:extLst>
                    <a:ext uri="{9D8B030D-6E8A-4147-A177-3AD203B41FA5}">
                      <a16:colId xmlns:a16="http://schemas.microsoft.com/office/drawing/2014/main" val="1855254515"/>
                    </a:ext>
                  </a:extLst>
                </a:gridCol>
                <a:gridCol w="1277471">
                  <a:extLst>
                    <a:ext uri="{9D8B030D-6E8A-4147-A177-3AD203B41FA5}">
                      <a16:colId xmlns:a16="http://schemas.microsoft.com/office/drawing/2014/main" val="2522142181"/>
                    </a:ext>
                  </a:extLst>
                </a:gridCol>
                <a:gridCol w="726141">
                  <a:extLst>
                    <a:ext uri="{9D8B030D-6E8A-4147-A177-3AD203B41FA5}">
                      <a16:colId xmlns:a16="http://schemas.microsoft.com/office/drawing/2014/main" val="3188583542"/>
                    </a:ext>
                  </a:extLst>
                </a:gridCol>
                <a:gridCol w="1209166">
                  <a:extLst>
                    <a:ext uri="{9D8B030D-6E8A-4147-A177-3AD203B41FA5}">
                      <a16:colId xmlns:a16="http://schemas.microsoft.com/office/drawing/2014/main" val="4102962030"/>
                    </a:ext>
                  </a:extLst>
                </a:gridCol>
                <a:gridCol w="731520">
                  <a:extLst>
                    <a:ext uri="{9D8B030D-6E8A-4147-A177-3AD203B41FA5}">
                      <a16:colId xmlns:a16="http://schemas.microsoft.com/office/drawing/2014/main" val="2863512104"/>
                    </a:ext>
                  </a:extLst>
                </a:gridCol>
                <a:gridCol w="731520">
                  <a:extLst>
                    <a:ext uri="{9D8B030D-6E8A-4147-A177-3AD203B41FA5}">
                      <a16:colId xmlns:a16="http://schemas.microsoft.com/office/drawing/2014/main" val="3247459570"/>
                    </a:ext>
                  </a:extLst>
                </a:gridCol>
                <a:gridCol w="731520">
                  <a:extLst>
                    <a:ext uri="{9D8B030D-6E8A-4147-A177-3AD203B41FA5}">
                      <a16:colId xmlns:a16="http://schemas.microsoft.com/office/drawing/2014/main" val="338529481"/>
                    </a:ext>
                  </a:extLst>
                </a:gridCol>
                <a:gridCol w="731520">
                  <a:extLst>
                    <a:ext uri="{9D8B030D-6E8A-4147-A177-3AD203B41FA5}">
                      <a16:colId xmlns:a16="http://schemas.microsoft.com/office/drawing/2014/main" val="3188298085"/>
                    </a:ext>
                  </a:extLst>
                </a:gridCol>
                <a:gridCol w="731520">
                  <a:extLst>
                    <a:ext uri="{9D8B030D-6E8A-4147-A177-3AD203B41FA5}">
                      <a16:colId xmlns:a16="http://schemas.microsoft.com/office/drawing/2014/main" val="4228331188"/>
                    </a:ext>
                  </a:extLst>
                </a:gridCol>
                <a:gridCol w="731520">
                  <a:extLst>
                    <a:ext uri="{9D8B030D-6E8A-4147-A177-3AD203B41FA5}">
                      <a16:colId xmlns:a16="http://schemas.microsoft.com/office/drawing/2014/main" val="3044216961"/>
                    </a:ext>
                  </a:extLst>
                </a:gridCol>
                <a:gridCol w="731520">
                  <a:extLst>
                    <a:ext uri="{9D8B030D-6E8A-4147-A177-3AD203B41FA5}">
                      <a16:colId xmlns:a16="http://schemas.microsoft.com/office/drawing/2014/main" val="823801858"/>
                    </a:ext>
                  </a:extLst>
                </a:gridCol>
                <a:gridCol w="731520">
                  <a:extLst>
                    <a:ext uri="{9D8B030D-6E8A-4147-A177-3AD203B41FA5}">
                      <a16:colId xmlns:a16="http://schemas.microsoft.com/office/drawing/2014/main" val="1551614119"/>
                    </a:ext>
                  </a:extLst>
                </a:gridCol>
                <a:gridCol w="731520">
                  <a:extLst>
                    <a:ext uri="{9D8B030D-6E8A-4147-A177-3AD203B41FA5}">
                      <a16:colId xmlns:a16="http://schemas.microsoft.com/office/drawing/2014/main" val="3870732938"/>
                    </a:ext>
                  </a:extLst>
                </a:gridCol>
              </a:tblGrid>
              <a:tr h="347472">
                <a:tc>
                  <a:txBody>
                    <a:bodyPr/>
                    <a:lstStyle/>
                    <a:p>
                      <a:pPr algn="l"/>
                      <a:r>
                        <a:rPr lang="en-US" sz="1300" dirty="0">
                          <a:latin typeface="MULISH BLACK ROMAN"/>
                        </a:rPr>
                        <a:t>Case Name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BLACK ROMAN"/>
                        </a:rPr>
                        <a:t>Decided</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BLACK ROMAN"/>
                        </a:rPr>
                        <a:t>Vote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BLACK ROMAN"/>
                        </a:rPr>
                        <a:t>Author</a:t>
                      </a:r>
                    </a:p>
                  </a:txBody>
                  <a:tcPr anchor="ctr">
                    <a:lnL>
                      <a:noFill/>
                    </a:lnL>
                    <a:lnR>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022172286"/>
                  </a:ext>
                </a:extLst>
              </a:tr>
              <a:tr h="320040">
                <a:tc>
                  <a:txBody>
                    <a:bodyPr/>
                    <a:lstStyle/>
                    <a:p>
                      <a:r>
                        <a:rPr lang="en-US" sz="1100" dirty="0">
                          <a:latin typeface="MULISH BLACK ROMAN"/>
                        </a:rPr>
                        <a:t>SF v. EPA</a:t>
                      </a:r>
                    </a:p>
                  </a:txBody>
                  <a:tcPr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3/4/2025</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Alito</a:t>
                      </a:r>
                    </a:p>
                  </a:txBody>
                  <a:tcPr marL="9525" marR="9525" marT="9525" marB="0" anchor="ctr">
                    <a:lnL>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4229935506"/>
                  </a:ext>
                </a:extLst>
              </a:tr>
              <a:tr h="320040">
                <a:tc>
                  <a:txBody>
                    <a:bodyPr/>
                    <a:lstStyle/>
                    <a:p>
                      <a:r>
                        <a:rPr lang="en-US" sz="1100" dirty="0">
                          <a:latin typeface="MULISH BLACK ROMAN"/>
                        </a:rPr>
                        <a:t>Bufkin</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3/5/2025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Thomas</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96768621"/>
                  </a:ext>
                </a:extLst>
              </a:tr>
              <a:tr h="320040">
                <a:tc>
                  <a:txBody>
                    <a:bodyPr/>
                    <a:lstStyle/>
                    <a:p>
                      <a:r>
                        <a:rPr lang="en-US" sz="1100" dirty="0">
                          <a:latin typeface="MULISH BLACK ROMAN"/>
                        </a:rPr>
                        <a:t>Thompson</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3/21/2025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Roberts</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471751296"/>
                  </a:ext>
                </a:extLst>
              </a:tr>
              <a:tr h="320040">
                <a:tc>
                  <a:txBody>
                    <a:bodyPr/>
                    <a:lstStyle/>
                    <a:p>
                      <a:r>
                        <a:rPr lang="en-US" sz="1100" dirty="0">
                          <a:latin typeface="MULISH BLACK ROMAN"/>
                        </a:rPr>
                        <a:t>Delligatti</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3/21/2025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Thomas</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987411499"/>
                  </a:ext>
                </a:extLst>
              </a:tr>
              <a:tr h="320040">
                <a:tc>
                  <a:txBody>
                    <a:bodyPr/>
                    <a:lstStyle/>
                    <a:p>
                      <a:r>
                        <a:rPr lang="en-US" sz="1100" dirty="0">
                          <a:latin typeface="MULISH BLACK ROMAN"/>
                        </a:rPr>
                        <a:t>Vanderstok</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3/26/2025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Gorsuch</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2637205288"/>
                  </a:ext>
                </a:extLst>
              </a:tr>
              <a:tr h="320040">
                <a:tc>
                  <a:txBody>
                    <a:bodyPr/>
                    <a:lstStyle/>
                    <a:p>
                      <a:r>
                        <a:rPr lang="en-US" sz="1100" dirty="0">
                          <a:latin typeface="MULISH BLACK ROMAN"/>
                        </a:rPr>
                        <a:t>Miller</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3/26/2025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(8-1)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Jackson</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815833910"/>
                  </a:ext>
                </a:extLst>
              </a:tr>
              <a:tr h="320040">
                <a:tc>
                  <a:txBody>
                    <a:bodyPr/>
                    <a:lstStyle/>
                    <a:p>
                      <a:r>
                        <a:rPr lang="en-US" sz="1100" dirty="0">
                          <a:latin typeface="MULISH BLACK ROMAN"/>
                        </a:rPr>
                        <a:t>Wages &amp; White Lion</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4/2/2025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Alito</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05721243"/>
                  </a:ext>
                </a:extLst>
              </a:tr>
              <a:tr h="320040">
                <a:tc>
                  <a:txBody>
                    <a:bodyPr/>
                    <a:lstStyle/>
                    <a:p>
                      <a:r>
                        <a:rPr lang="en-US" sz="1100" dirty="0">
                          <a:latin typeface="MULISH BLACK ROMAN"/>
                        </a:rPr>
                        <a:t>Medical Marijuana</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4/2/2025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(5-4)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Barrett</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3172497950"/>
                  </a:ext>
                </a:extLst>
              </a:tr>
              <a:tr h="320040">
                <a:tc>
                  <a:txBody>
                    <a:bodyPr/>
                    <a:lstStyle/>
                    <a:p>
                      <a:r>
                        <a:rPr lang="en-US" sz="1100" dirty="0">
                          <a:latin typeface="MULISH BLACK ROMAN"/>
                        </a:rPr>
                        <a:t>D.O.E. v. CA</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4/4/2025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(5-4)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Per Curiam</a:t>
                      </a:r>
                      <a:endParaRPr lang="en-US" sz="1100" b="0" i="0" u="none" strike="noStrike" dirty="0">
                        <a:solidFill>
                          <a:srgbClr val="000000"/>
                        </a:solidFill>
                        <a:effectLst/>
                        <a:latin typeface="MULISH BLACK ROMAN"/>
                      </a:endParaRP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248342504"/>
                  </a:ext>
                </a:extLst>
              </a:tr>
              <a:tr h="320040">
                <a:tc>
                  <a:txBody>
                    <a:bodyPr/>
                    <a:lstStyle/>
                    <a:p>
                      <a:r>
                        <a:rPr lang="en-US" sz="1100" dirty="0">
                          <a:latin typeface="MULISH BLACK ROMAN"/>
                        </a:rPr>
                        <a:t>Trump v. J.G.G.</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4/7/2025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(6-3)*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Per Curiam</a:t>
                      </a:r>
                      <a:endParaRPr lang="en-US" sz="1100" b="0" i="0" u="none" strike="noStrike" dirty="0">
                        <a:solidFill>
                          <a:srgbClr val="000000"/>
                        </a:solidFill>
                        <a:effectLst/>
                        <a:latin typeface="MULISH BLACK ROMAN"/>
                      </a:endParaRP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051524791"/>
                  </a:ext>
                </a:extLst>
              </a:tr>
              <a:tr h="320040">
                <a:tc>
                  <a:txBody>
                    <a:bodyPr/>
                    <a:lstStyle/>
                    <a:p>
                      <a:r>
                        <a:rPr lang="en-US" sz="1100" dirty="0">
                          <a:latin typeface="MULISH BLACK ROMAN"/>
                        </a:rPr>
                        <a:t>Cunningham</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4/17/2025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Sotomayor</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219908336"/>
                  </a:ext>
                </a:extLst>
              </a:tr>
              <a:tr h="320040">
                <a:tc>
                  <a:txBody>
                    <a:bodyPr/>
                    <a:lstStyle/>
                    <a:p>
                      <a:r>
                        <a:rPr lang="en-US" sz="1100" dirty="0">
                          <a:latin typeface="MULISH BLACK ROMAN"/>
                        </a:rPr>
                        <a:t>Valazquez</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4/22/2025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(6-3)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Gorsuch</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58160031"/>
                  </a:ext>
                </a:extLst>
              </a:tr>
              <a:tr h="320040">
                <a:tc>
                  <a:txBody>
                    <a:bodyPr/>
                    <a:lstStyle/>
                    <a:p>
                      <a:r>
                        <a:rPr lang="en-US" sz="1100" dirty="0">
                          <a:latin typeface="MULISH BLACK ROMAN"/>
                        </a:rPr>
                        <a:t>Advocate Christ Medical</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BLACK ROMAN"/>
                        </a:rPr>
                        <a:t>04/29/2025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BLACK ROMAN"/>
                        </a:rPr>
                        <a:t>(7-2)</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BLACK ROMAN"/>
                        </a:rPr>
                        <a:t>Barrett</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48289071"/>
                  </a:ext>
                </a:extLst>
              </a:tr>
              <a:tr h="320040">
                <a:tc>
                  <a:txBody>
                    <a:bodyPr/>
                    <a:lstStyle/>
                    <a:p>
                      <a:r>
                        <a:rPr lang="en-US" sz="1100" dirty="0">
                          <a:latin typeface="MULISH BLACK ROMAN"/>
                        </a:rPr>
                        <a:t>Feliciano</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BLACK ROMAN"/>
                        </a:rPr>
                        <a:t>04/30/2025</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BLACK ROMAN"/>
                        </a:rPr>
                        <a:t>(5-4)</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BLACK ROMAN"/>
                        </a:rPr>
                        <a:t>Gorsuch</a:t>
                      </a:r>
                    </a:p>
                  </a:txBody>
                  <a:tcPr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1791707358"/>
                  </a:ext>
                </a:extLst>
              </a:tr>
              <a:tr h="320040">
                <a:tc>
                  <a:txBody>
                    <a:bodyPr/>
                    <a:lstStyle/>
                    <a:p>
                      <a:r>
                        <a:rPr lang="en-US" sz="1100" dirty="0">
                          <a:latin typeface="MULISH BLACK ROMAN"/>
                        </a:rPr>
                        <a:t>Barnes</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BLACK ROMAN"/>
                        </a:rPr>
                        <a:t>05/15/2025</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BLACK ROMAN"/>
                        </a:rPr>
                        <a:t>(9-0)</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BLACK ROMAN"/>
                        </a:rPr>
                        <a:t>Kagan</a:t>
                      </a:r>
                    </a:p>
                  </a:txBody>
                  <a:tcPr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357545266"/>
                  </a:ext>
                </a:extLst>
              </a:tr>
            </a:tbl>
          </a:graphicData>
        </a:graphic>
      </p:graphicFrame>
      <p:pic>
        <p:nvPicPr>
          <p:cNvPr id="8" name="Picture 7" descr="A picture containing person, person, indoor, suit&#10;&#10;Description automatically generated">
            <a:extLst>
              <a:ext uri="{FF2B5EF4-FFF2-40B4-BE49-F238E27FC236}">
                <a16:creationId xmlns:a16="http://schemas.microsoft.com/office/drawing/2014/main" id="{3729B541-7FD5-1E4B-B70B-5576A107D83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830976" y="645655"/>
            <a:ext cx="1025212" cy="822960"/>
          </a:xfrm>
          <a:prstGeom prst="rect">
            <a:avLst/>
          </a:prstGeom>
        </p:spPr>
      </p:pic>
      <p:pic>
        <p:nvPicPr>
          <p:cNvPr id="10" name="Picture 9" descr="A person smiling for the camera&#10;&#10;Description automatically generated with medium confidence">
            <a:extLst>
              <a:ext uri="{FF2B5EF4-FFF2-40B4-BE49-F238E27FC236}">
                <a16:creationId xmlns:a16="http://schemas.microsoft.com/office/drawing/2014/main" id="{198360DB-F6AA-AF4D-9F57-D690DC68B6A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33574" y="646722"/>
            <a:ext cx="909589" cy="822960"/>
          </a:xfrm>
          <a:prstGeom prst="rect">
            <a:avLst/>
          </a:prstGeom>
        </p:spPr>
      </p:pic>
      <p:pic>
        <p:nvPicPr>
          <p:cNvPr id="12" name="Picture 11" descr="A person smiling for the picture&#10;&#10;Description automatically generated with medium confidence">
            <a:extLst>
              <a:ext uri="{FF2B5EF4-FFF2-40B4-BE49-F238E27FC236}">
                <a16:creationId xmlns:a16="http://schemas.microsoft.com/office/drawing/2014/main" id="{16ACDF34-C1E1-844D-A9E2-76296CF08BB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318037" y="648630"/>
            <a:ext cx="851938" cy="822960"/>
          </a:xfrm>
          <a:prstGeom prst="rect">
            <a:avLst/>
          </a:prstGeom>
        </p:spPr>
      </p:pic>
      <p:pic>
        <p:nvPicPr>
          <p:cNvPr id="14" name="Picture 13" descr="A picture containing person, person, indoor, suit&#10;&#10;Description automatically generated">
            <a:extLst>
              <a:ext uri="{FF2B5EF4-FFF2-40B4-BE49-F238E27FC236}">
                <a16:creationId xmlns:a16="http://schemas.microsoft.com/office/drawing/2014/main" id="{B22BDDB2-19EB-1248-A066-EA6A419F67A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263691" y="646721"/>
            <a:ext cx="917918" cy="822960"/>
          </a:xfrm>
          <a:prstGeom prst="rect">
            <a:avLst/>
          </a:prstGeom>
        </p:spPr>
      </p:pic>
      <p:pic>
        <p:nvPicPr>
          <p:cNvPr id="18" name="Picture 17" descr="A person with long hair&#10;&#10;Description automatically generated with low confidence">
            <a:extLst>
              <a:ext uri="{FF2B5EF4-FFF2-40B4-BE49-F238E27FC236}">
                <a16:creationId xmlns:a16="http://schemas.microsoft.com/office/drawing/2014/main" id="{B3BB87FD-05D8-5943-B8C7-D13B35F2D60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799422" y="651849"/>
            <a:ext cx="903400" cy="822960"/>
          </a:xfrm>
          <a:prstGeom prst="rect">
            <a:avLst/>
          </a:prstGeom>
        </p:spPr>
      </p:pic>
      <p:pic>
        <p:nvPicPr>
          <p:cNvPr id="20" name="Picture 19" descr="A person with curly hair&#10;&#10;Description automatically generated with low confidence">
            <a:extLst>
              <a:ext uri="{FF2B5EF4-FFF2-40B4-BE49-F238E27FC236}">
                <a16:creationId xmlns:a16="http://schemas.microsoft.com/office/drawing/2014/main" id="{21498AC9-69A7-424D-B7E4-7B17E3BB7DF1}"/>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5084172" y="659106"/>
            <a:ext cx="988879" cy="822960"/>
          </a:xfrm>
          <a:prstGeom prst="rect">
            <a:avLst/>
          </a:prstGeom>
        </p:spPr>
      </p:pic>
      <p:pic>
        <p:nvPicPr>
          <p:cNvPr id="22" name="Picture 21" descr="A picture containing person, person, indoor, suit&#10;&#10;Description automatically generated">
            <a:extLst>
              <a:ext uri="{FF2B5EF4-FFF2-40B4-BE49-F238E27FC236}">
                <a16:creationId xmlns:a16="http://schemas.microsoft.com/office/drawing/2014/main" id="{E8320C50-E330-DB47-96AB-BED3E96F7BC9}"/>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8047839" y="646409"/>
            <a:ext cx="896658" cy="822960"/>
          </a:xfrm>
          <a:prstGeom prst="rect">
            <a:avLst/>
          </a:prstGeom>
        </p:spPr>
      </p:pic>
      <p:pic>
        <p:nvPicPr>
          <p:cNvPr id="24" name="Picture 23" descr="A person in a suit&#10;&#10;Description automatically generated with low confidence">
            <a:extLst>
              <a:ext uri="{FF2B5EF4-FFF2-40B4-BE49-F238E27FC236}">
                <a16:creationId xmlns:a16="http://schemas.microsoft.com/office/drawing/2014/main" id="{0402D156-9271-A242-9A94-3BAFC782CBF2}"/>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9538427" y="651299"/>
            <a:ext cx="882595" cy="822960"/>
          </a:xfrm>
          <a:prstGeom prst="rect">
            <a:avLst/>
          </a:prstGeom>
        </p:spPr>
      </p:pic>
      <p:pic>
        <p:nvPicPr>
          <p:cNvPr id="2" name="Picture 1">
            <a:extLst>
              <a:ext uri="{FF2B5EF4-FFF2-40B4-BE49-F238E27FC236}">
                <a16:creationId xmlns:a16="http://schemas.microsoft.com/office/drawing/2014/main" id="{D2084ED3-F5F4-E2F3-556F-6FC7185D0008}"/>
              </a:ext>
            </a:extLst>
          </p:cNvPr>
          <p:cNvPicPr>
            <a:picLocks noChangeAspect="1"/>
          </p:cNvPicPr>
          <p:nvPr/>
        </p:nvPicPr>
        <p:blipFill>
          <a:blip r:embed="rId11">
            <a:extLst>
              <a:ext uri="{28A0092B-C50C-407E-A947-70E740481C1C}">
                <a14:useLocalDpi xmlns:a14="http://schemas.microsoft.com/office/drawing/2010/main" val="0"/>
              </a:ext>
            </a:extLst>
          </a:blip>
          <a:srcRect l="24384" r="27105" b="26016"/>
          <a:stretch/>
        </p:blipFill>
        <p:spPr>
          <a:xfrm>
            <a:off x="6707731" y="721694"/>
            <a:ext cx="741760" cy="754179"/>
          </a:xfrm>
          <a:prstGeom prst="rect">
            <a:avLst/>
          </a:prstGeom>
        </p:spPr>
      </p:pic>
      <p:sp>
        <p:nvSpPr>
          <p:cNvPr id="3" name="TextBox 2">
            <a:extLst>
              <a:ext uri="{FF2B5EF4-FFF2-40B4-BE49-F238E27FC236}">
                <a16:creationId xmlns:a16="http://schemas.microsoft.com/office/drawing/2014/main" id="{CA136A9F-9096-EF5E-8ABC-A0B9BFFB3CC7}"/>
              </a:ext>
            </a:extLst>
          </p:cNvPr>
          <p:cNvSpPr txBox="1"/>
          <p:nvPr/>
        </p:nvSpPr>
        <p:spPr>
          <a:xfrm>
            <a:off x="339318" y="6356350"/>
            <a:ext cx="10081704" cy="261610"/>
          </a:xfrm>
          <a:prstGeom prst="rect">
            <a:avLst/>
          </a:prstGeom>
          <a:noFill/>
        </p:spPr>
        <p:txBody>
          <a:bodyPr wrap="square" rtlCol="0">
            <a:spAutoFit/>
          </a:bodyPr>
          <a:lstStyle/>
          <a:p>
            <a:r>
              <a:rPr lang="en-US" sz="1100" dirty="0">
                <a:latin typeface="MULISH BLACK ROMAN"/>
              </a:rPr>
              <a:t>* Justice Barrett joined the dissent in Trump v. J.G.G. but only with respect to Parts II and III-B.</a:t>
            </a:r>
          </a:p>
        </p:txBody>
      </p:sp>
      <p:sp>
        <p:nvSpPr>
          <p:cNvPr id="7" name="TextBox 6">
            <a:extLst>
              <a:ext uri="{FF2B5EF4-FFF2-40B4-BE49-F238E27FC236}">
                <a16:creationId xmlns:a16="http://schemas.microsoft.com/office/drawing/2014/main" id="{27674AEA-6EF8-23E5-25D3-F61D20927C1C}"/>
              </a:ext>
            </a:extLst>
          </p:cNvPr>
          <p:cNvSpPr txBox="1"/>
          <p:nvPr/>
        </p:nvSpPr>
        <p:spPr>
          <a:xfrm>
            <a:off x="4350327" y="157018"/>
            <a:ext cx="7666182" cy="430887"/>
          </a:xfrm>
          <a:prstGeom prst="rect">
            <a:avLst/>
          </a:prstGeom>
          <a:noFill/>
        </p:spPr>
        <p:txBody>
          <a:bodyPr wrap="square" rtlCol="0">
            <a:spAutoFit/>
          </a:bodyPr>
          <a:lstStyle/>
          <a:p>
            <a:r>
              <a:rPr lang="en-US" sz="1100" dirty="0">
                <a:latin typeface="MULISH BLACK ROMAN"/>
              </a:rPr>
              <a:t>                    </a:t>
            </a:r>
            <a:r>
              <a:rPr lang="en-US" sz="1100">
                <a:latin typeface="MULISH BLACK ROMAN"/>
              </a:rPr>
              <a:t>Joined Majority                    </a:t>
            </a:r>
            <a:r>
              <a:rPr lang="en-US" sz="1100" dirty="0">
                <a:latin typeface="MULISH BLACK ROMAN"/>
              </a:rPr>
              <a:t>Joined Dissent                    Authored Special  (In Part)                             Did Not Participate                                  </a:t>
            </a:r>
            <a:br>
              <a:rPr lang="en-US" sz="1100" dirty="0">
                <a:latin typeface="MULISH BLACK ROMAN"/>
              </a:rPr>
            </a:br>
            <a:r>
              <a:rPr lang="en-US" sz="1100" dirty="0">
                <a:latin typeface="MULISH BLACK ROMAN"/>
              </a:rPr>
              <a:t>			                           Concurrence (or In Judgement)</a:t>
            </a:r>
          </a:p>
        </p:txBody>
      </p:sp>
      <p:sp>
        <p:nvSpPr>
          <p:cNvPr id="9" name="Rectangle 8">
            <a:extLst>
              <a:ext uri="{FF2B5EF4-FFF2-40B4-BE49-F238E27FC236}">
                <a16:creationId xmlns:a16="http://schemas.microsoft.com/office/drawing/2014/main" id="{93448E0A-7D2B-DD64-5F57-EB737253F3E5}"/>
              </a:ext>
            </a:extLst>
          </p:cNvPr>
          <p:cNvSpPr/>
          <p:nvPr/>
        </p:nvSpPr>
        <p:spPr>
          <a:xfrm>
            <a:off x="4560342" y="174731"/>
            <a:ext cx="314037" cy="261610"/>
          </a:xfrm>
          <a:prstGeom prst="rect">
            <a:avLst/>
          </a:prstGeom>
          <a:solidFill>
            <a:srgbClr val="4F478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460245D2-C407-8C3A-0101-60EFACBBA6B8}"/>
              </a:ext>
            </a:extLst>
          </p:cNvPr>
          <p:cNvSpPr/>
          <p:nvPr/>
        </p:nvSpPr>
        <p:spPr>
          <a:xfrm>
            <a:off x="6131349" y="156994"/>
            <a:ext cx="314037" cy="261610"/>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CF980300-89D7-3F53-7651-7AC31D290A59}"/>
              </a:ext>
            </a:extLst>
          </p:cNvPr>
          <p:cNvSpPr/>
          <p:nvPr/>
        </p:nvSpPr>
        <p:spPr>
          <a:xfrm>
            <a:off x="7633442" y="156073"/>
            <a:ext cx="314037" cy="261610"/>
          </a:xfrm>
          <a:prstGeom prst="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FCABAFF5-918E-246C-8B00-CD44E65CC8F5}"/>
              </a:ext>
            </a:extLst>
          </p:cNvPr>
          <p:cNvSpPr/>
          <p:nvPr/>
        </p:nvSpPr>
        <p:spPr>
          <a:xfrm>
            <a:off x="10004000" y="156073"/>
            <a:ext cx="314037" cy="26161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Slide Number Placeholder 16">
            <a:extLst>
              <a:ext uri="{FF2B5EF4-FFF2-40B4-BE49-F238E27FC236}">
                <a16:creationId xmlns:a16="http://schemas.microsoft.com/office/drawing/2014/main" id="{B4B8DC4D-98B1-33CA-CB9D-B50DC5EBADD8}"/>
              </a:ext>
            </a:extLst>
          </p:cNvPr>
          <p:cNvSpPr>
            <a:spLocks noGrp="1"/>
          </p:cNvSpPr>
          <p:nvPr>
            <p:ph type="sldNum" sz="quarter" idx="12"/>
          </p:nvPr>
        </p:nvSpPr>
        <p:spPr/>
        <p:txBody>
          <a:bodyPr/>
          <a:lstStyle/>
          <a:p>
            <a:fld id="{5E212BD6-99D2-4430-8307-3DFF6CB1AF68}" type="slidenum">
              <a:rPr lang="en-US" smtClean="0"/>
              <a:t>26</a:t>
            </a:fld>
            <a:endParaRPr lang="en-US"/>
          </a:p>
        </p:txBody>
      </p:sp>
    </p:spTree>
    <p:extLst>
      <p:ext uri="{BB962C8B-B14F-4D97-AF65-F5344CB8AC3E}">
        <p14:creationId xmlns:p14="http://schemas.microsoft.com/office/powerpoint/2010/main" val="337424603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9">
            <a:extLst>
              <a:ext uri="{FF2B5EF4-FFF2-40B4-BE49-F238E27FC236}">
                <a16:creationId xmlns:a16="http://schemas.microsoft.com/office/drawing/2014/main" id="{4AEB5166-104F-F844-BFBC-60336AA803D3}"/>
              </a:ext>
            </a:extLst>
          </p:cNvPr>
          <p:cNvSpPr>
            <a:spLocks noGrp="1"/>
          </p:cNvSpPr>
          <p:nvPr>
            <p:ph type="title"/>
          </p:nvPr>
        </p:nvSpPr>
        <p:spPr>
          <a:xfrm>
            <a:off x="243939" y="74723"/>
            <a:ext cx="10515600" cy="788442"/>
          </a:xfrm>
        </p:spPr>
        <p:txBody>
          <a:bodyPr>
            <a:normAutofit/>
          </a:bodyPr>
          <a:lstStyle/>
          <a:p>
            <a:r>
              <a:rPr lang="en-US" sz="3600" dirty="0">
                <a:solidFill>
                  <a:srgbClr val="A90404"/>
                </a:solidFill>
                <a:latin typeface="MULISH BOLD ROMAN" pitchFamily="2" charset="77"/>
              </a:rPr>
              <a:t>VOTING ALIGNMENT</a:t>
            </a:r>
          </a:p>
        </p:txBody>
      </p:sp>
      <p:graphicFrame>
        <p:nvGraphicFramePr>
          <p:cNvPr id="6" name="Table 6">
            <a:extLst>
              <a:ext uri="{FF2B5EF4-FFF2-40B4-BE49-F238E27FC236}">
                <a16:creationId xmlns:a16="http://schemas.microsoft.com/office/drawing/2014/main" id="{5BF0DDD8-DCD3-F44C-A42D-CBB308CF5050}"/>
              </a:ext>
            </a:extLst>
          </p:cNvPr>
          <p:cNvGraphicFramePr>
            <a:graphicFrameLocks noGrp="1"/>
          </p:cNvGraphicFramePr>
          <p:nvPr>
            <p:extLst>
              <p:ext uri="{D42A27DB-BD31-4B8C-83A1-F6EECF244321}">
                <p14:modId xmlns:p14="http://schemas.microsoft.com/office/powerpoint/2010/main" val="395301138"/>
              </p:ext>
            </p:extLst>
          </p:nvPr>
        </p:nvGraphicFramePr>
        <p:xfrm>
          <a:off x="339318" y="1127293"/>
          <a:ext cx="11494360" cy="5148072"/>
        </p:xfrm>
        <a:graphic>
          <a:graphicData uri="http://schemas.openxmlformats.org/drawingml/2006/table">
            <a:tbl>
              <a:tblPr firstRow="1" bandRow="1">
                <a:tableStyleId>{C083E6E3-FA7D-4D7B-A595-EF9225AFEA82}</a:tableStyleId>
              </a:tblPr>
              <a:tblGrid>
                <a:gridCol w="1697902">
                  <a:extLst>
                    <a:ext uri="{9D8B030D-6E8A-4147-A177-3AD203B41FA5}">
                      <a16:colId xmlns:a16="http://schemas.microsoft.com/office/drawing/2014/main" val="1855254515"/>
                    </a:ext>
                  </a:extLst>
                </a:gridCol>
                <a:gridCol w="1277471">
                  <a:extLst>
                    <a:ext uri="{9D8B030D-6E8A-4147-A177-3AD203B41FA5}">
                      <a16:colId xmlns:a16="http://schemas.microsoft.com/office/drawing/2014/main" val="2522142181"/>
                    </a:ext>
                  </a:extLst>
                </a:gridCol>
                <a:gridCol w="726141">
                  <a:extLst>
                    <a:ext uri="{9D8B030D-6E8A-4147-A177-3AD203B41FA5}">
                      <a16:colId xmlns:a16="http://schemas.microsoft.com/office/drawing/2014/main" val="3188583542"/>
                    </a:ext>
                  </a:extLst>
                </a:gridCol>
                <a:gridCol w="1209166">
                  <a:extLst>
                    <a:ext uri="{9D8B030D-6E8A-4147-A177-3AD203B41FA5}">
                      <a16:colId xmlns:a16="http://schemas.microsoft.com/office/drawing/2014/main" val="4102962030"/>
                    </a:ext>
                  </a:extLst>
                </a:gridCol>
                <a:gridCol w="731520">
                  <a:extLst>
                    <a:ext uri="{9D8B030D-6E8A-4147-A177-3AD203B41FA5}">
                      <a16:colId xmlns:a16="http://schemas.microsoft.com/office/drawing/2014/main" val="2863512104"/>
                    </a:ext>
                  </a:extLst>
                </a:gridCol>
                <a:gridCol w="731520">
                  <a:extLst>
                    <a:ext uri="{9D8B030D-6E8A-4147-A177-3AD203B41FA5}">
                      <a16:colId xmlns:a16="http://schemas.microsoft.com/office/drawing/2014/main" val="3247459570"/>
                    </a:ext>
                  </a:extLst>
                </a:gridCol>
                <a:gridCol w="731520">
                  <a:extLst>
                    <a:ext uri="{9D8B030D-6E8A-4147-A177-3AD203B41FA5}">
                      <a16:colId xmlns:a16="http://schemas.microsoft.com/office/drawing/2014/main" val="338529481"/>
                    </a:ext>
                  </a:extLst>
                </a:gridCol>
                <a:gridCol w="731520">
                  <a:extLst>
                    <a:ext uri="{9D8B030D-6E8A-4147-A177-3AD203B41FA5}">
                      <a16:colId xmlns:a16="http://schemas.microsoft.com/office/drawing/2014/main" val="3188298085"/>
                    </a:ext>
                  </a:extLst>
                </a:gridCol>
                <a:gridCol w="731520">
                  <a:extLst>
                    <a:ext uri="{9D8B030D-6E8A-4147-A177-3AD203B41FA5}">
                      <a16:colId xmlns:a16="http://schemas.microsoft.com/office/drawing/2014/main" val="4228331188"/>
                    </a:ext>
                  </a:extLst>
                </a:gridCol>
                <a:gridCol w="731520">
                  <a:extLst>
                    <a:ext uri="{9D8B030D-6E8A-4147-A177-3AD203B41FA5}">
                      <a16:colId xmlns:a16="http://schemas.microsoft.com/office/drawing/2014/main" val="3044216961"/>
                    </a:ext>
                  </a:extLst>
                </a:gridCol>
                <a:gridCol w="731520">
                  <a:extLst>
                    <a:ext uri="{9D8B030D-6E8A-4147-A177-3AD203B41FA5}">
                      <a16:colId xmlns:a16="http://schemas.microsoft.com/office/drawing/2014/main" val="823801858"/>
                    </a:ext>
                  </a:extLst>
                </a:gridCol>
                <a:gridCol w="731520">
                  <a:extLst>
                    <a:ext uri="{9D8B030D-6E8A-4147-A177-3AD203B41FA5}">
                      <a16:colId xmlns:a16="http://schemas.microsoft.com/office/drawing/2014/main" val="1551614119"/>
                    </a:ext>
                  </a:extLst>
                </a:gridCol>
                <a:gridCol w="731520">
                  <a:extLst>
                    <a:ext uri="{9D8B030D-6E8A-4147-A177-3AD203B41FA5}">
                      <a16:colId xmlns:a16="http://schemas.microsoft.com/office/drawing/2014/main" val="3870732938"/>
                    </a:ext>
                  </a:extLst>
                </a:gridCol>
              </a:tblGrid>
              <a:tr h="347472">
                <a:tc>
                  <a:txBody>
                    <a:bodyPr/>
                    <a:lstStyle/>
                    <a:p>
                      <a:pPr algn="l"/>
                      <a:r>
                        <a:rPr lang="en-US" sz="1300" dirty="0">
                          <a:latin typeface="MULISH REGULAR ROMAN" pitchFamily="2" charset="77"/>
                        </a:rPr>
                        <a:t>Case Name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Decided</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Vote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Author</a:t>
                      </a:r>
                    </a:p>
                  </a:txBody>
                  <a:tcPr anchor="ctr">
                    <a:lnL>
                      <a:noFill/>
                    </a:lnL>
                    <a:lnR>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022172286"/>
                  </a:ext>
                </a:extLst>
              </a:tr>
              <a:tr h="320040">
                <a:tc>
                  <a:txBody>
                    <a:bodyPr/>
                    <a:lstStyle/>
                    <a:p>
                      <a:r>
                        <a:rPr lang="en-US" sz="1100" dirty="0">
                          <a:latin typeface="MULISH REGULAR ROMAN" pitchFamily="2" charset="77"/>
                        </a:rPr>
                        <a:t>A.A.R.P v. Trump</a:t>
                      </a:r>
                    </a:p>
                  </a:txBody>
                  <a:tcPr anchor="ctr">
                    <a:lnL>
                      <a:noFill/>
                    </a:lnL>
                    <a:lnR>
                      <a:noFill/>
                    </a:lnR>
                    <a:lnT w="12700" cmpd="sng">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05/16/2025</a:t>
                      </a:r>
                    </a:p>
                  </a:txBody>
                  <a:tcPr anchor="ctr">
                    <a:lnL>
                      <a:noFill/>
                    </a:lnL>
                    <a:lnR>
                      <a:noFill/>
                    </a:lnR>
                    <a:lnT w="12700" cmpd="sng">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(7-2)</a:t>
                      </a:r>
                    </a:p>
                  </a:txBody>
                  <a:tcPr anchor="ctr">
                    <a:lnL>
                      <a:noFill/>
                    </a:lnL>
                    <a:lnR>
                      <a:noFill/>
                    </a:lnR>
                    <a:lnT w="12700" cmpd="sng">
                      <a:noFill/>
                    </a:lnT>
                    <a:lnB>
                      <a:noFill/>
                    </a:lnB>
                    <a:lnTlToBr w="12700" cmpd="sng">
                      <a:noFill/>
                      <a:prstDash val="solid"/>
                    </a:lnTlToBr>
                    <a:lnBlToTr w="12700" cmpd="sng">
                      <a:noFill/>
                      <a:prstDash val="solid"/>
                    </a:lnBlToTr>
                  </a:tcPr>
                </a:tc>
                <a:tc>
                  <a:txBody>
                    <a:bodyPr/>
                    <a:lstStyle/>
                    <a:p>
                      <a:pPr algn="ctr"/>
                      <a:r>
                        <a:rPr lang="en-US" sz="1100">
                          <a:latin typeface="MULISH REGULAR ROMAN" pitchFamily="2" charset="77"/>
                        </a:rPr>
                        <a:t>Per Curiam</a:t>
                      </a:r>
                      <a:endParaRPr lang="en-US" sz="1100" dirty="0">
                        <a:latin typeface="MULISH REGULAR ROMAN" pitchFamily="2" charset="77"/>
                      </a:endParaRPr>
                    </a:p>
                  </a:txBody>
                  <a:tcPr anchor="ctr">
                    <a:lnL>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4229935506"/>
                  </a:ext>
                </a:extLst>
              </a:tr>
              <a:tr h="320040">
                <a:tc>
                  <a:txBody>
                    <a:bodyPr/>
                    <a:lstStyle/>
                    <a:p>
                      <a:r>
                        <a:rPr lang="en-US" sz="1100" dirty="0">
                          <a:latin typeface="MULISH REGULAR ROMAN" pitchFamily="2" charset="77"/>
                        </a:rPr>
                        <a:t>Kousisis</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05/22/2025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(9-0)</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Barrett</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96768621"/>
                  </a:ext>
                </a:extLst>
              </a:tr>
              <a:tr h="320040">
                <a:tc>
                  <a:txBody>
                    <a:bodyPr/>
                    <a:lstStyle/>
                    <a:p>
                      <a:r>
                        <a:rPr lang="en-US" sz="1100" dirty="0">
                          <a:latin typeface="MULISH REGULAR ROMAN" pitchFamily="2" charset="77"/>
                        </a:rPr>
                        <a:t>Drummond*</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05/22/2025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(4-4)</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a:latin typeface="MULISH REGULAR ROMAN" pitchFamily="2" charset="77"/>
                        </a:rPr>
                        <a:t>Per Curiam</a:t>
                      </a:r>
                      <a:endParaRPr lang="en-US" sz="1100" dirty="0">
                        <a:latin typeface="MULISH REGULAR ROMAN" pitchFamily="2" charset="77"/>
                      </a:endParaRP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471751296"/>
                  </a:ext>
                </a:extLst>
              </a:tr>
              <a:tr h="320040">
                <a:tc>
                  <a:txBody>
                    <a:bodyPr/>
                    <a:lstStyle/>
                    <a:p>
                      <a:r>
                        <a:rPr lang="en-US" sz="1100" dirty="0">
                          <a:latin typeface="MULISH REGULAR ROMAN" pitchFamily="2" charset="77"/>
                        </a:rPr>
                        <a:t>Seven Counties</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05/29/2025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(8-0)</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Kavanaugh</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987411499"/>
                  </a:ext>
                </a:extLst>
              </a:tr>
              <a:tr h="320040">
                <a:tc>
                  <a:txBody>
                    <a:bodyPr/>
                    <a:lstStyle/>
                    <a:p>
                      <a:r>
                        <a:rPr lang="en-US" sz="1100" dirty="0">
                          <a:latin typeface="MULISH REGULAR ROMAN" pitchFamily="2" charset="77"/>
                        </a:rPr>
                        <a:t>Laboratory Corp</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06/05/2025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DIG</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a:latin typeface="MULISH REGULAR ROMAN" pitchFamily="2" charset="77"/>
                        </a:rPr>
                        <a:t>Per Curiam</a:t>
                      </a:r>
                      <a:endParaRPr lang="en-US" sz="1100" dirty="0">
                        <a:latin typeface="MULISH REGULAR ROMAN" pitchFamily="2" charset="77"/>
                      </a:endParaRP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637205288"/>
                  </a:ext>
                </a:extLst>
              </a:tr>
              <a:tr h="320040">
                <a:tc>
                  <a:txBody>
                    <a:bodyPr/>
                    <a:lstStyle/>
                    <a:p>
                      <a:r>
                        <a:rPr lang="en-US" sz="1100" dirty="0">
                          <a:latin typeface="MULISH REGULAR ROMAN" pitchFamily="2" charset="77"/>
                        </a:rPr>
                        <a:t>Ames</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06/05/2025</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(9-0)</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Jackson</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815833910"/>
                  </a:ext>
                </a:extLst>
              </a:tr>
              <a:tr h="320040">
                <a:tc>
                  <a:txBody>
                    <a:bodyPr/>
                    <a:lstStyle/>
                    <a:p>
                      <a:r>
                        <a:rPr lang="en-US" sz="1100" dirty="0">
                          <a:latin typeface="MULISH REGULAR ROMAN" pitchFamily="2" charset="77"/>
                        </a:rPr>
                        <a:t>Smith &amp; Wesson</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06/05/2025</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(9-0)</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Kagan</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05721243"/>
                  </a:ext>
                </a:extLst>
              </a:tr>
              <a:tr h="320040">
                <a:tc>
                  <a:txBody>
                    <a:bodyPr/>
                    <a:lstStyle/>
                    <a:p>
                      <a:r>
                        <a:rPr lang="en-US" sz="1100" dirty="0">
                          <a:latin typeface="MULISH REGULAR ROMAN" pitchFamily="2" charset="77"/>
                        </a:rPr>
                        <a:t>Catholic Charities</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06/05/2025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(9-0)</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Sotomayor</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172497950"/>
                  </a:ext>
                </a:extLst>
              </a:tr>
              <a:tr h="320040">
                <a:tc>
                  <a:txBody>
                    <a:bodyPr/>
                    <a:lstStyle/>
                    <a:p>
                      <a:r>
                        <a:rPr lang="en-US" sz="1100" dirty="0">
                          <a:latin typeface="MULISH REGULAR ROMAN" pitchFamily="2" charset="77"/>
                        </a:rPr>
                        <a:t>CC/Devas</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06/05/2025</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(9-0)</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Alito</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248342504"/>
                  </a:ext>
                </a:extLst>
              </a:tr>
              <a:tr h="320040">
                <a:tc>
                  <a:txBody>
                    <a:bodyPr/>
                    <a:lstStyle/>
                    <a:p>
                      <a:r>
                        <a:rPr lang="en-US" sz="1100" dirty="0">
                          <a:latin typeface="MULISH REGULAR ROMAN" pitchFamily="2" charset="77"/>
                        </a:rPr>
                        <a:t>Blom Bank</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06/05/2025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(9-0)</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Thomas</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051524791"/>
                  </a:ext>
                </a:extLst>
              </a:tr>
              <a:tr h="320040">
                <a:tc>
                  <a:txBody>
                    <a:bodyPr/>
                    <a:lstStyle/>
                    <a:p>
                      <a:r>
                        <a:rPr lang="en-US" sz="1100" dirty="0">
                          <a:latin typeface="MULISH REGULAR ROMAN" pitchFamily="2" charset="77"/>
                        </a:rPr>
                        <a:t>A.J.T.</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06/12/2025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(9-0)</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Roberts</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219908336"/>
                  </a:ext>
                </a:extLst>
              </a:tr>
              <a:tr h="320040">
                <a:tc>
                  <a:txBody>
                    <a:bodyPr/>
                    <a:lstStyle/>
                    <a:p>
                      <a:r>
                        <a:rPr lang="en-US" sz="1100" dirty="0">
                          <a:latin typeface="MULISH REGULAR ROMAN" pitchFamily="2" charset="77"/>
                        </a:rPr>
                        <a:t>Soto</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06/12/2025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(9-0)</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Thomas</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58160031"/>
                  </a:ext>
                </a:extLst>
              </a:tr>
              <a:tr h="320040">
                <a:tc>
                  <a:txBody>
                    <a:bodyPr/>
                    <a:lstStyle/>
                    <a:p>
                      <a:r>
                        <a:rPr lang="en-US" sz="1100" dirty="0">
                          <a:latin typeface="MULISH REGULAR ROMAN" pitchFamily="2" charset="77"/>
                        </a:rPr>
                        <a:t>Parrish</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06/12/2025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(8-1)</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Sotomayor</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48289071"/>
                  </a:ext>
                </a:extLst>
              </a:tr>
              <a:tr h="320040">
                <a:tc>
                  <a:txBody>
                    <a:bodyPr/>
                    <a:lstStyle/>
                    <a:p>
                      <a:r>
                        <a:rPr lang="en-US" sz="1100" dirty="0">
                          <a:latin typeface="MULISH REGULAR ROMAN" pitchFamily="2" charset="77"/>
                        </a:rPr>
                        <a:t>Martin</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06/12/2025</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(9-0)</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Gorsuch</a:t>
                      </a:r>
                    </a:p>
                  </a:txBody>
                  <a:tcPr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91707358"/>
                  </a:ext>
                </a:extLst>
              </a:tr>
              <a:tr h="320040">
                <a:tc>
                  <a:txBody>
                    <a:bodyPr/>
                    <a:lstStyle/>
                    <a:p>
                      <a:r>
                        <a:rPr lang="en-US" sz="1100" dirty="0">
                          <a:latin typeface="MULISH REGULAR ROMAN" pitchFamily="2" charset="77"/>
                        </a:rPr>
                        <a:t>Zuch</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06/12/2025</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(8-1)</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Barrett</a:t>
                      </a:r>
                    </a:p>
                  </a:txBody>
                  <a:tcPr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357545266"/>
                  </a:ext>
                </a:extLst>
              </a:tr>
            </a:tbl>
          </a:graphicData>
        </a:graphic>
      </p:graphicFrame>
      <p:pic>
        <p:nvPicPr>
          <p:cNvPr id="8" name="Picture 7" descr="A picture containing person, person, indoor, suit&#10;&#10;Description automatically generated">
            <a:extLst>
              <a:ext uri="{FF2B5EF4-FFF2-40B4-BE49-F238E27FC236}">
                <a16:creationId xmlns:a16="http://schemas.microsoft.com/office/drawing/2014/main" id="{3729B541-7FD5-1E4B-B70B-5576A107D83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830976" y="645655"/>
            <a:ext cx="1025212" cy="822960"/>
          </a:xfrm>
          <a:prstGeom prst="rect">
            <a:avLst/>
          </a:prstGeom>
        </p:spPr>
      </p:pic>
      <p:pic>
        <p:nvPicPr>
          <p:cNvPr id="10" name="Picture 9" descr="A person smiling for the camera&#10;&#10;Description automatically generated with medium confidence">
            <a:extLst>
              <a:ext uri="{FF2B5EF4-FFF2-40B4-BE49-F238E27FC236}">
                <a16:creationId xmlns:a16="http://schemas.microsoft.com/office/drawing/2014/main" id="{198360DB-F6AA-AF4D-9F57-D690DC68B6A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33574" y="646722"/>
            <a:ext cx="909589" cy="822960"/>
          </a:xfrm>
          <a:prstGeom prst="rect">
            <a:avLst/>
          </a:prstGeom>
        </p:spPr>
      </p:pic>
      <p:pic>
        <p:nvPicPr>
          <p:cNvPr id="12" name="Picture 11" descr="A person smiling for the picture&#10;&#10;Description automatically generated with medium confidence">
            <a:extLst>
              <a:ext uri="{FF2B5EF4-FFF2-40B4-BE49-F238E27FC236}">
                <a16:creationId xmlns:a16="http://schemas.microsoft.com/office/drawing/2014/main" id="{16ACDF34-C1E1-844D-A9E2-76296CF08BB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318037" y="648630"/>
            <a:ext cx="851938" cy="822960"/>
          </a:xfrm>
          <a:prstGeom prst="rect">
            <a:avLst/>
          </a:prstGeom>
        </p:spPr>
      </p:pic>
      <p:pic>
        <p:nvPicPr>
          <p:cNvPr id="14" name="Picture 13" descr="A picture containing person, person, indoor, suit&#10;&#10;Description automatically generated">
            <a:extLst>
              <a:ext uri="{FF2B5EF4-FFF2-40B4-BE49-F238E27FC236}">
                <a16:creationId xmlns:a16="http://schemas.microsoft.com/office/drawing/2014/main" id="{B22BDDB2-19EB-1248-A066-EA6A419F67A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263691" y="646721"/>
            <a:ext cx="917918" cy="822960"/>
          </a:xfrm>
          <a:prstGeom prst="rect">
            <a:avLst/>
          </a:prstGeom>
        </p:spPr>
      </p:pic>
      <p:pic>
        <p:nvPicPr>
          <p:cNvPr id="18" name="Picture 17" descr="A person with long hair&#10;&#10;Description automatically generated with low confidence">
            <a:extLst>
              <a:ext uri="{FF2B5EF4-FFF2-40B4-BE49-F238E27FC236}">
                <a16:creationId xmlns:a16="http://schemas.microsoft.com/office/drawing/2014/main" id="{B3BB87FD-05D8-5943-B8C7-D13B35F2D60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799422" y="651849"/>
            <a:ext cx="903400" cy="822960"/>
          </a:xfrm>
          <a:prstGeom prst="rect">
            <a:avLst/>
          </a:prstGeom>
        </p:spPr>
      </p:pic>
      <p:pic>
        <p:nvPicPr>
          <p:cNvPr id="20" name="Picture 19" descr="A person with curly hair&#10;&#10;Description automatically generated with low confidence">
            <a:extLst>
              <a:ext uri="{FF2B5EF4-FFF2-40B4-BE49-F238E27FC236}">
                <a16:creationId xmlns:a16="http://schemas.microsoft.com/office/drawing/2014/main" id="{21498AC9-69A7-424D-B7E4-7B17E3BB7DF1}"/>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5084172" y="659106"/>
            <a:ext cx="988879" cy="822960"/>
          </a:xfrm>
          <a:prstGeom prst="rect">
            <a:avLst/>
          </a:prstGeom>
        </p:spPr>
      </p:pic>
      <p:pic>
        <p:nvPicPr>
          <p:cNvPr id="22" name="Picture 21" descr="A picture containing person, person, indoor, suit&#10;&#10;Description automatically generated">
            <a:extLst>
              <a:ext uri="{FF2B5EF4-FFF2-40B4-BE49-F238E27FC236}">
                <a16:creationId xmlns:a16="http://schemas.microsoft.com/office/drawing/2014/main" id="{E8320C50-E330-DB47-96AB-BED3E96F7BC9}"/>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8047839" y="646409"/>
            <a:ext cx="896658" cy="822960"/>
          </a:xfrm>
          <a:prstGeom prst="rect">
            <a:avLst/>
          </a:prstGeom>
        </p:spPr>
      </p:pic>
      <p:pic>
        <p:nvPicPr>
          <p:cNvPr id="24" name="Picture 23" descr="A person in a suit&#10;&#10;Description automatically generated with low confidence">
            <a:extLst>
              <a:ext uri="{FF2B5EF4-FFF2-40B4-BE49-F238E27FC236}">
                <a16:creationId xmlns:a16="http://schemas.microsoft.com/office/drawing/2014/main" id="{0402D156-9271-A242-9A94-3BAFC782CBF2}"/>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9538427" y="651299"/>
            <a:ext cx="882595" cy="822960"/>
          </a:xfrm>
          <a:prstGeom prst="rect">
            <a:avLst/>
          </a:prstGeom>
        </p:spPr>
      </p:pic>
      <p:pic>
        <p:nvPicPr>
          <p:cNvPr id="2" name="Picture 1">
            <a:extLst>
              <a:ext uri="{FF2B5EF4-FFF2-40B4-BE49-F238E27FC236}">
                <a16:creationId xmlns:a16="http://schemas.microsoft.com/office/drawing/2014/main" id="{32F14CF9-D737-73D6-8160-E4F904BE1ADE}"/>
              </a:ext>
            </a:extLst>
          </p:cNvPr>
          <p:cNvPicPr>
            <a:picLocks noChangeAspect="1"/>
          </p:cNvPicPr>
          <p:nvPr/>
        </p:nvPicPr>
        <p:blipFill>
          <a:blip r:embed="rId11">
            <a:extLst>
              <a:ext uri="{28A0092B-C50C-407E-A947-70E740481C1C}">
                <a14:useLocalDpi xmlns:a14="http://schemas.microsoft.com/office/drawing/2010/main" val="0"/>
              </a:ext>
            </a:extLst>
          </a:blip>
          <a:srcRect l="24384" r="27105" b="26016"/>
          <a:stretch/>
        </p:blipFill>
        <p:spPr>
          <a:xfrm>
            <a:off x="6707731" y="721694"/>
            <a:ext cx="741760" cy="754179"/>
          </a:xfrm>
          <a:prstGeom prst="rect">
            <a:avLst/>
          </a:prstGeom>
        </p:spPr>
      </p:pic>
      <p:sp>
        <p:nvSpPr>
          <p:cNvPr id="3" name="TextBox 2">
            <a:extLst>
              <a:ext uri="{FF2B5EF4-FFF2-40B4-BE49-F238E27FC236}">
                <a16:creationId xmlns:a16="http://schemas.microsoft.com/office/drawing/2014/main" id="{1BEEA914-153D-0D0D-D5A5-6314338829BA}"/>
              </a:ext>
            </a:extLst>
          </p:cNvPr>
          <p:cNvSpPr txBox="1"/>
          <p:nvPr/>
        </p:nvSpPr>
        <p:spPr>
          <a:xfrm>
            <a:off x="4350327" y="157018"/>
            <a:ext cx="7666182" cy="430887"/>
          </a:xfrm>
          <a:prstGeom prst="rect">
            <a:avLst/>
          </a:prstGeom>
          <a:noFill/>
        </p:spPr>
        <p:txBody>
          <a:bodyPr wrap="square" rtlCol="0">
            <a:spAutoFit/>
          </a:bodyPr>
          <a:lstStyle/>
          <a:p>
            <a:r>
              <a:rPr lang="en-US" sz="1100" dirty="0">
                <a:latin typeface="MULISH BLACK ROMAN"/>
              </a:rPr>
              <a:t>                    </a:t>
            </a:r>
            <a:r>
              <a:rPr lang="en-US" sz="1100">
                <a:latin typeface="MULISH BLACK ROMAN"/>
              </a:rPr>
              <a:t>Joined Majority                    </a:t>
            </a:r>
            <a:r>
              <a:rPr lang="en-US" sz="1100" dirty="0">
                <a:latin typeface="MULISH BLACK ROMAN"/>
              </a:rPr>
              <a:t>Joined Dissent                    Authored Special  (In Part)                             Did Not Participate                                  </a:t>
            </a:r>
            <a:br>
              <a:rPr lang="en-US" sz="1100" dirty="0">
                <a:latin typeface="MULISH BLACK ROMAN"/>
              </a:rPr>
            </a:br>
            <a:r>
              <a:rPr lang="en-US" sz="1100" dirty="0">
                <a:latin typeface="MULISH BLACK ROMAN"/>
              </a:rPr>
              <a:t>			                           Concurrence (or In Judgement)</a:t>
            </a:r>
          </a:p>
        </p:txBody>
      </p:sp>
      <p:sp>
        <p:nvSpPr>
          <p:cNvPr id="7" name="Rectangle 6">
            <a:extLst>
              <a:ext uri="{FF2B5EF4-FFF2-40B4-BE49-F238E27FC236}">
                <a16:creationId xmlns:a16="http://schemas.microsoft.com/office/drawing/2014/main" id="{9CBED448-C108-5FEB-0D4D-DA7DE3432178}"/>
              </a:ext>
            </a:extLst>
          </p:cNvPr>
          <p:cNvSpPr/>
          <p:nvPr/>
        </p:nvSpPr>
        <p:spPr>
          <a:xfrm>
            <a:off x="4560342" y="174731"/>
            <a:ext cx="314037" cy="261610"/>
          </a:xfrm>
          <a:prstGeom prst="rect">
            <a:avLst/>
          </a:prstGeom>
          <a:solidFill>
            <a:srgbClr val="4F478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ED3FFD6F-7C7B-E172-F155-4BD68295E755}"/>
              </a:ext>
            </a:extLst>
          </p:cNvPr>
          <p:cNvSpPr/>
          <p:nvPr/>
        </p:nvSpPr>
        <p:spPr>
          <a:xfrm>
            <a:off x="6131349" y="156994"/>
            <a:ext cx="314037" cy="261610"/>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AD604588-5B6F-DBD0-B474-FBC12A273ACC}"/>
              </a:ext>
            </a:extLst>
          </p:cNvPr>
          <p:cNvSpPr/>
          <p:nvPr/>
        </p:nvSpPr>
        <p:spPr>
          <a:xfrm>
            <a:off x="7633442" y="156073"/>
            <a:ext cx="314037" cy="261610"/>
          </a:xfrm>
          <a:prstGeom prst="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A13E750A-E284-DD1D-553C-42278B91F101}"/>
              </a:ext>
            </a:extLst>
          </p:cNvPr>
          <p:cNvSpPr txBox="1"/>
          <p:nvPr/>
        </p:nvSpPr>
        <p:spPr>
          <a:xfrm>
            <a:off x="339318" y="6400412"/>
            <a:ext cx="10347155" cy="430887"/>
          </a:xfrm>
          <a:prstGeom prst="rect">
            <a:avLst/>
          </a:prstGeom>
          <a:noFill/>
          <a:ln>
            <a:solidFill>
              <a:schemeClr val="tx1"/>
            </a:solidFill>
          </a:ln>
        </p:spPr>
        <p:txBody>
          <a:bodyPr wrap="square" rtlCol="0">
            <a:spAutoFit/>
          </a:bodyPr>
          <a:lstStyle/>
          <a:p>
            <a:r>
              <a:rPr lang="en-US" sz="1100" i="1" dirty="0"/>
              <a:t>* Oklahoma Charter Schools v. Drummond </a:t>
            </a:r>
            <a:r>
              <a:rPr lang="en-US" sz="1100" dirty="0"/>
              <a:t>was </a:t>
            </a:r>
            <a:r>
              <a:rPr lang="en-US" sz="1100"/>
              <a:t>decided </a:t>
            </a:r>
            <a:r>
              <a:rPr lang="en-US" sz="1100" i="1"/>
              <a:t>Per Curiam</a:t>
            </a:r>
            <a:r>
              <a:rPr lang="en-US" sz="1100"/>
              <a:t> </a:t>
            </a:r>
            <a:r>
              <a:rPr lang="en-US" sz="1100" dirty="0"/>
              <a:t>by an equally divided Court (Justice Barrett did not participate). However, the opinion did not indicate who voted to Affirm (Reverse).  </a:t>
            </a:r>
            <a:endParaRPr lang="en-US" sz="1100" i="1" dirty="0">
              <a:latin typeface="MULISH REGULAR ROMAN"/>
            </a:endParaRPr>
          </a:p>
        </p:txBody>
      </p:sp>
      <p:sp>
        <p:nvSpPr>
          <p:cNvPr id="17" name="Rectangle 16">
            <a:extLst>
              <a:ext uri="{FF2B5EF4-FFF2-40B4-BE49-F238E27FC236}">
                <a16:creationId xmlns:a16="http://schemas.microsoft.com/office/drawing/2014/main" id="{73CDCD33-6187-19DE-FEC9-F59513C58D6C}"/>
              </a:ext>
            </a:extLst>
          </p:cNvPr>
          <p:cNvSpPr/>
          <p:nvPr/>
        </p:nvSpPr>
        <p:spPr>
          <a:xfrm>
            <a:off x="10004000" y="156073"/>
            <a:ext cx="314037" cy="26161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Slide Number Placeholder 15">
            <a:extLst>
              <a:ext uri="{FF2B5EF4-FFF2-40B4-BE49-F238E27FC236}">
                <a16:creationId xmlns:a16="http://schemas.microsoft.com/office/drawing/2014/main" id="{B83E0D5E-4684-26EF-F81D-C87C42C5B57E}"/>
              </a:ext>
            </a:extLst>
          </p:cNvPr>
          <p:cNvSpPr>
            <a:spLocks noGrp="1"/>
          </p:cNvSpPr>
          <p:nvPr>
            <p:ph type="sldNum" sz="quarter" idx="12"/>
          </p:nvPr>
        </p:nvSpPr>
        <p:spPr/>
        <p:txBody>
          <a:bodyPr/>
          <a:lstStyle/>
          <a:p>
            <a:fld id="{5E212BD6-99D2-4430-8307-3DFF6CB1AF68}" type="slidenum">
              <a:rPr lang="en-US" smtClean="0"/>
              <a:t>27</a:t>
            </a:fld>
            <a:endParaRPr lang="en-US"/>
          </a:p>
        </p:txBody>
      </p:sp>
    </p:spTree>
    <p:extLst>
      <p:ext uri="{BB962C8B-B14F-4D97-AF65-F5344CB8AC3E}">
        <p14:creationId xmlns:p14="http://schemas.microsoft.com/office/powerpoint/2010/main" val="161019807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9">
            <a:extLst>
              <a:ext uri="{FF2B5EF4-FFF2-40B4-BE49-F238E27FC236}">
                <a16:creationId xmlns:a16="http://schemas.microsoft.com/office/drawing/2014/main" id="{4AEB5166-104F-F844-BFBC-60336AA803D3}"/>
              </a:ext>
            </a:extLst>
          </p:cNvPr>
          <p:cNvSpPr>
            <a:spLocks noGrp="1"/>
          </p:cNvSpPr>
          <p:nvPr>
            <p:ph type="title"/>
          </p:nvPr>
        </p:nvSpPr>
        <p:spPr>
          <a:xfrm>
            <a:off x="243939" y="74723"/>
            <a:ext cx="10515600" cy="788442"/>
          </a:xfrm>
        </p:spPr>
        <p:txBody>
          <a:bodyPr>
            <a:normAutofit/>
          </a:bodyPr>
          <a:lstStyle/>
          <a:p>
            <a:r>
              <a:rPr lang="en-US" sz="3600" dirty="0">
                <a:solidFill>
                  <a:srgbClr val="A90404"/>
                </a:solidFill>
                <a:latin typeface="MULISH BOLD ROMAN" pitchFamily="2" charset="77"/>
              </a:rPr>
              <a:t>VOTING ALIGNMENT</a:t>
            </a:r>
          </a:p>
        </p:txBody>
      </p:sp>
      <p:graphicFrame>
        <p:nvGraphicFramePr>
          <p:cNvPr id="6" name="Table 6">
            <a:extLst>
              <a:ext uri="{FF2B5EF4-FFF2-40B4-BE49-F238E27FC236}">
                <a16:creationId xmlns:a16="http://schemas.microsoft.com/office/drawing/2014/main" id="{5BF0DDD8-DCD3-F44C-A42D-CBB308CF5050}"/>
              </a:ext>
            </a:extLst>
          </p:cNvPr>
          <p:cNvGraphicFramePr>
            <a:graphicFrameLocks noGrp="1"/>
          </p:cNvGraphicFramePr>
          <p:nvPr>
            <p:extLst>
              <p:ext uri="{D42A27DB-BD31-4B8C-83A1-F6EECF244321}">
                <p14:modId xmlns:p14="http://schemas.microsoft.com/office/powerpoint/2010/main" val="2446680352"/>
              </p:ext>
            </p:extLst>
          </p:nvPr>
        </p:nvGraphicFramePr>
        <p:xfrm>
          <a:off x="339318" y="1127293"/>
          <a:ext cx="11494360" cy="5148072"/>
        </p:xfrm>
        <a:graphic>
          <a:graphicData uri="http://schemas.openxmlformats.org/drawingml/2006/table">
            <a:tbl>
              <a:tblPr firstRow="1" bandRow="1">
                <a:tableStyleId>{C083E6E3-FA7D-4D7B-A595-EF9225AFEA82}</a:tableStyleId>
              </a:tblPr>
              <a:tblGrid>
                <a:gridCol w="1697902">
                  <a:extLst>
                    <a:ext uri="{9D8B030D-6E8A-4147-A177-3AD203B41FA5}">
                      <a16:colId xmlns:a16="http://schemas.microsoft.com/office/drawing/2014/main" val="1855254515"/>
                    </a:ext>
                  </a:extLst>
                </a:gridCol>
                <a:gridCol w="1277471">
                  <a:extLst>
                    <a:ext uri="{9D8B030D-6E8A-4147-A177-3AD203B41FA5}">
                      <a16:colId xmlns:a16="http://schemas.microsoft.com/office/drawing/2014/main" val="2522142181"/>
                    </a:ext>
                  </a:extLst>
                </a:gridCol>
                <a:gridCol w="726141">
                  <a:extLst>
                    <a:ext uri="{9D8B030D-6E8A-4147-A177-3AD203B41FA5}">
                      <a16:colId xmlns:a16="http://schemas.microsoft.com/office/drawing/2014/main" val="3188583542"/>
                    </a:ext>
                  </a:extLst>
                </a:gridCol>
                <a:gridCol w="1209166">
                  <a:extLst>
                    <a:ext uri="{9D8B030D-6E8A-4147-A177-3AD203B41FA5}">
                      <a16:colId xmlns:a16="http://schemas.microsoft.com/office/drawing/2014/main" val="4102962030"/>
                    </a:ext>
                  </a:extLst>
                </a:gridCol>
                <a:gridCol w="731520">
                  <a:extLst>
                    <a:ext uri="{9D8B030D-6E8A-4147-A177-3AD203B41FA5}">
                      <a16:colId xmlns:a16="http://schemas.microsoft.com/office/drawing/2014/main" val="2863512104"/>
                    </a:ext>
                  </a:extLst>
                </a:gridCol>
                <a:gridCol w="731520">
                  <a:extLst>
                    <a:ext uri="{9D8B030D-6E8A-4147-A177-3AD203B41FA5}">
                      <a16:colId xmlns:a16="http://schemas.microsoft.com/office/drawing/2014/main" val="3247459570"/>
                    </a:ext>
                  </a:extLst>
                </a:gridCol>
                <a:gridCol w="731520">
                  <a:extLst>
                    <a:ext uri="{9D8B030D-6E8A-4147-A177-3AD203B41FA5}">
                      <a16:colId xmlns:a16="http://schemas.microsoft.com/office/drawing/2014/main" val="338529481"/>
                    </a:ext>
                  </a:extLst>
                </a:gridCol>
                <a:gridCol w="731520">
                  <a:extLst>
                    <a:ext uri="{9D8B030D-6E8A-4147-A177-3AD203B41FA5}">
                      <a16:colId xmlns:a16="http://schemas.microsoft.com/office/drawing/2014/main" val="3188298085"/>
                    </a:ext>
                  </a:extLst>
                </a:gridCol>
                <a:gridCol w="731520">
                  <a:extLst>
                    <a:ext uri="{9D8B030D-6E8A-4147-A177-3AD203B41FA5}">
                      <a16:colId xmlns:a16="http://schemas.microsoft.com/office/drawing/2014/main" val="4228331188"/>
                    </a:ext>
                  </a:extLst>
                </a:gridCol>
                <a:gridCol w="731520">
                  <a:extLst>
                    <a:ext uri="{9D8B030D-6E8A-4147-A177-3AD203B41FA5}">
                      <a16:colId xmlns:a16="http://schemas.microsoft.com/office/drawing/2014/main" val="3044216961"/>
                    </a:ext>
                  </a:extLst>
                </a:gridCol>
                <a:gridCol w="731520">
                  <a:extLst>
                    <a:ext uri="{9D8B030D-6E8A-4147-A177-3AD203B41FA5}">
                      <a16:colId xmlns:a16="http://schemas.microsoft.com/office/drawing/2014/main" val="823801858"/>
                    </a:ext>
                  </a:extLst>
                </a:gridCol>
                <a:gridCol w="731520">
                  <a:extLst>
                    <a:ext uri="{9D8B030D-6E8A-4147-A177-3AD203B41FA5}">
                      <a16:colId xmlns:a16="http://schemas.microsoft.com/office/drawing/2014/main" val="1551614119"/>
                    </a:ext>
                  </a:extLst>
                </a:gridCol>
                <a:gridCol w="731520">
                  <a:extLst>
                    <a:ext uri="{9D8B030D-6E8A-4147-A177-3AD203B41FA5}">
                      <a16:colId xmlns:a16="http://schemas.microsoft.com/office/drawing/2014/main" val="3870732938"/>
                    </a:ext>
                  </a:extLst>
                </a:gridCol>
              </a:tblGrid>
              <a:tr h="347472">
                <a:tc>
                  <a:txBody>
                    <a:bodyPr/>
                    <a:lstStyle/>
                    <a:p>
                      <a:pPr algn="l"/>
                      <a:r>
                        <a:rPr lang="en-US" sz="1300" dirty="0">
                          <a:latin typeface="MULISH REGULAR ROMAN" pitchFamily="2" charset="77"/>
                        </a:rPr>
                        <a:t>Case Name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Decided</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Vote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Author</a:t>
                      </a:r>
                    </a:p>
                  </a:txBody>
                  <a:tcPr anchor="ctr">
                    <a:lnL>
                      <a:noFill/>
                    </a:lnL>
                    <a:lnR>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022172286"/>
                  </a:ext>
                </a:extLst>
              </a:tr>
              <a:tr h="320040">
                <a:tc>
                  <a:txBody>
                    <a:bodyPr/>
                    <a:lstStyle/>
                    <a:p>
                      <a:r>
                        <a:rPr lang="en-US" sz="1100" dirty="0">
                          <a:latin typeface="MULISH REGULAR ROMAN" pitchFamily="2" charset="77"/>
                        </a:rPr>
                        <a:t>Rivers</a:t>
                      </a:r>
                    </a:p>
                  </a:txBody>
                  <a:tcPr anchor="ctr">
                    <a:lnL>
                      <a:noFill/>
                    </a:lnL>
                    <a:lnR>
                      <a:noFill/>
                    </a:lnR>
                    <a:lnT w="12700" cmpd="sng">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100" dirty="0">
                          <a:latin typeface="MULISH REGULAR ROMAN" pitchFamily="2" charset="77"/>
                        </a:rPr>
                        <a:t>06/12/2025</a:t>
                      </a:r>
                    </a:p>
                  </a:txBody>
                  <a:tcPr anchor="ctr">
                    <a:lnL>
                      <a:noFill/>
                    </a:lnL>
                    <a:lnR>
                      <a:noFill/>
                    </a:lnR>
                    <a:lnT w="12700" cmpd="sng">
                      <a:noFill/>
                    </a:lnT>
                    <a:lnB>
                      <a:noFill/>
                    </a:lnB>
                    <a:lnTlToBr w="12700" cmpd="sng">
                      <a:noFill/>
                      <a:prstDash val="solid"/>
                    </a:lnTlToBr>
                    <a:lnBlToTr w="12700" cmpd="sng">
                      <a:noFill/>
                      <a:prstDash val="solid"/>
                    </a:lnBlToTr>
                  </a:tcPr>
                </a:tc>
                <a:tc>
                  <a:txBody>
                    <a:bodyPr/>
                    <a:lstStyle/>
                    <a:p>
                      <a:pPr algn="ctr"/>
                      <a:r>
                        <a:rPr lang="en-US" sz="1100" dirty="0">
                          <a:latin typeface="MULISH BLACK ROMAN"/>
                        </a:rPr>
                        <a:t>(8-0)</a:t>
                      </a:r>
                    </a:p>
                  </a:txBody>
                  <a:tcPr anchor="ctr">
                    <a:lnL>
                      <a:noFill/>
                    </a:lnL>
                    <a:lnR>
                      <a:noFill/>
                    </a:lnR>
                    <a:lnT w="12700" cmpd="sng">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Jackson</a:t>
                      </a:r>
                    </a:p>
                  </a:txBody>
                  <a:tcPr anchor="ctr">
                    <a:lnL>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4229935506"/>
                  </a:ext>
                </a:extLst>
              </a:tr>
              <a:tr h="320040">
                <a:tc>
                  <a:txBody>
                    <a:bodyPr/>
                    <a:lstStyle/>
                    <a:p>
                      <a:r>
                        <a:rPr lang="en-US" sz="1100" dirty="0">
                          <a:latin typeface="MULISH REGULAR ROMAN" pitchFamily="2" charset="77"/>
                        </a:rPr>
                        <a:t>Perttu</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06/18/2025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(5-4)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Roberts</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3396768621"/>
                  </a:ext>
                </a:extLst>
              </a:tr>
              <a:tr h="320040">
                <a:tc>
                  <a:txBody>
                    <a:bodyPr/>
                    <a:lstStyle/>
                    <a:p>
                      <a:r>
                        <a:rPr lang="en-US" sz="1100" dirty="0" err="1">
                          <a:latin typeface="MULISH REGULAR ROMAN" pitchFamily="2" charset="77"/>
                        </a:rPr>
                        <a:t>Skrmetti</a:t>
                      </a:r>
                      <a:endParaRPr lang="en-US" sz="1100" dirty="0">
                        <a:latin typeface="MULISH REGULAR ROMAN" pitchFamily="2" charset="77"/>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06/18/2025</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(6-3)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Roberts</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471751296"/>
                  </a:ext>
                </a:extLst>
              </a:tr>
              <a:tr h="320040">
                <a:tc>
                  <a:txBody>
                    <a:bodyPr/>
                    <a:lstStyle/>
                    <a:p>
                      <a:r>
                        <a:rPr lang="en-US" sz="1100" dirty="0">
                          <a:latin typeface="MULISH REGULAR ROMAN" pitchFamily="2" charset="77"/>
                        </a:rPr>
                        <a:t>Oklahoma</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06/18/2025</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(8-0)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Thomas</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987411499"/>
                  </a:ext>
                </a:extLst>
              </a:tr>
              <a:tr h="320040">
                <a:tc>
                  <a:txBody>
                    <a:bodyPr/>
                    <a:lstStyle/>
                    <a:p>
                      <a:r>
                        <a:rPr lang="en-US" sz="1100" dirty="0">
                          <a:latin typeface="MULISH REGULAR ROMAN" pitchFamily="2" charset="77"/>
                        </a:rPr>
                        <a:t>Calumet</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06/18/2025</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Thomas</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637205288"/>
                  </a:ext>
                </a:extLst>
              </a:tr>
              <a:tr h="320040">
                <a:tc>
                  <a:txBody>
                    <a:bodyPr/>
                    <a:lstStyle/>
                    <a:p>
                      <a:r>
                        <a:rPr lang="en-US" sz="1100" dirty="0">
                          <a:latin typeface="MULISH REGULAR ROMAN" pitchFamily="2" charset="77"/>
                        </a:rPr>
                        <a:t>NRC</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06/18/2025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(6-3)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Kavanaugh</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3815833910"/>
                  </a:ext>
                </a:extLst>
              </a:tr>
              <a:tr h="320040">
                <a:tc>
                  <a:txBody>
                    <a:bodyPr/>
                    <a:lstStyle/>
                    <a:p>
                      <a:r>
                        <a:rPr lang="en-US" sz="1100" dirty="0">
                          <a:latin typeface="MULISH REGULAR ROMAN" pitchFamily="2" charset="77"/>
                        </a:rPr>
                        <a:t>Fuld</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06/20/2025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Roberts</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extLst>
                  <a:ext uri="{0D108BD9-81ED-4DB2-BD59-A6C34878D82A}">
                    <a16:rowId xmlns:a16="http://schemas.microsoft.com/office/drawing/2014/main" val="1705721243"/>
                  </a:ext>
                </a:extLst>
              </a:tr>
              <a:tr h="320040">
                <a:tc>
                  <a:txBody>
                    <a:bodyPr/>
                    <a:lstStyle/>
                    <a:p>
                      <a:r>
                        <a:rPr lang="en-US" sz="1100" dirty="0">
                          <a:latin typeface="MULISH REGULAR ROMAN" pitchFamily="2" charset="77"/>
                        </a:rPr>
                        <a:t>Stanley</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06/20/2025</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(8-1)*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Gorsuch</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extLst>
                  <a:ext uri="{0D108BD9-81ED-4DB2-BD59-A6C34878D82A}">
                    <a16:rowId xmlns:a16="http://schemas.microsoft.com/office/drawing/2014/main" val="3172497950"/>
                  </a:ext>
                </a:extLst>
              </a:tr>
              <a:tr h="320040">
                <a:tc>
                  <a:txBody>
                    <a:bodyPr/>
                    <a:lstStyle/>
                    <a:p>
                      <a:r>
                        <a:rPr lang="en-US" sz="1100" dirty="0">
                          <a:latin typeface="MULISH REGULAR ROMAN" pitchFamily="2" charset="77"/>
                        </a:rPr>
                        <a:t>Diamond</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06/20/2025</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Kavanaugh</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248342504"/>
                  </a:ext>
                </a:extLst>
              </a:tr>
              <a:tr h="320040">
                <a:tc>
                  <a:txBody>
                    <a:bodyPr/>
                    <a:lstStyle/>
                    <a:p>
                      <a:r>
                        <a:rPr lang="en-US" sz="1100" dirty="0">
                          <a:latin typeface="MULISH REGULAR ROMAN" pitchFamily="2" charset="77"/>
                        </a:rPr>
                        <a:t>McLaughlin</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06/20/2025</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(6-3)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Kavanaugh</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051524791"/>
                  </a:ext>
                </a:extLst>
              </a:tr>
              <a:tr h="320040">
                <a:tc>
                  <a:txBody>
                    <a:bodyPr/>
                    <a:lstStyle/>
                    <a:p>
                      <a:r>
                        <a:rPr lang="en-US" sz="1100" dirty="0">
                          <a:latin typeface="MULISH REGULAR ROMAN" pitchFamily="2" charset="77"/>
                        </a:rPr>
                        <a:t>Esteras</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06/20/2025</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Barrett</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219908336"/>
                  </a:ext>
                </a:extLst>
              </a:tr>
              <a:tr h="320040">
                <a:tc>
                  <a:txBody>
                    <a:bodyPr/>
                    <a:lstStyle/>
                    <a:p>
                      <a:r>
                        <a:rPr lang="en-US" sz="1100" dirty="0">
                          <a:latin typeface="MULISH REGULAR ROMAN" pitchFamily="2" charset="77"/>
                        </a:rPr>
                        <a:t>R.J. Reynolds</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06/20/2025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Barrett</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rgbClr val="FF0000"/>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58160031"/>
                  </a:ext>
                </a:extLst>
              </a:tr>
              <a:tr h="320040">
                <a:tc>
                  <a:txBody>
                    <a:bodyPr/>
                    <a:lstStyle/>
                    <a:p>
                      <a:endParaRPr lang="en-US" sz="1100">
                        <a:latin typeface="MULISH REGULAR ROMAN" pitchFamily="2" charset="77"/>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48289071"/>
                  </a:ext>
                </a:extLst>
              </a:tr>
              <a:tr h="320040">
                <a:tc>
                  <a:txBody>
                    <a:bodyPr/>
                    <a:lstStyle/>
                    <a:p>
                      <a:endParaRPr lang="en-US" sz="1100" dirty="0">
                        <a:latin typeface="MULISH REGULAR ROMAN" pitchFamily="2" charset="77"/>
                      </a:endParaRP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91707358"/>
                  </a:ext>
                </a:extLst>
              </a:tr>
              <a:tr h="320040">
                <a:tc>
                  <a:txBody>
                    <a:bodyPr/>
                    <a:lstStyle/>
                    <a:p>
                      <a:endParaRPr lang="en-US" sz="1100">
                        <a:latin typeface="MULISH REGULAR ROMAN" pitchFamily="2" charset="77"/>
                      </a:endParaRP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357545266"/>
                  </a:ext>
                </a:extLst>
              </a:tr>
            </a:tbl>
          </a:graphicData>
        </a:graphic>
      </p:graphicFrame>
      <p:pic>
        <p:nvPicPr>
          <p:cNvPr id="8" name="Picture 7" descr="A picture containing person, person, indoor, suit&#10;&#10;Description automatically generated">
            <a:extLst>
              <a:ext uri="{FF2B5EF4-FFF2-40B4-BE49-F238E27FC236}">
                <a16:creationId xmlns:a16="http://schemas.microsoft.com/office/drawing/2014/main" id="{3729B541-7FD5-1E4B-B70B-5576A107D83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830976" y="645655"/>
            <a:ext cx="1025212" cy="822960"/>
          </a:xfrm>
          <a:prstGeom prst="rect">
            <a:avLst/>
          </a:prstGeom>
        </p:spPr>
      </p:pic>
      <p:pic>
        <p:nvPicPr>
          <p:cNvPr id="10" name="Picture 9" descr="A person smiling for the camera&#10;&#10;Description automatically generated with medium confidence">
            <a:extLst>
              <a:ext uri="{FF2B5EF4-FFF2-40B4-BE49-F238E27FC236}">
                <a16:creationId xmlns:a16="http://schemas.microsoft.com/office/drawing/2014/main" id="{198360DB-F6AA-AF4D-9F57-D690DC68B6A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33574" y="646722"/>
            <a:ext cx="909589" cy="822960"/>
          </a:xfrm>
          <a:prstGeom prst="rect">
            <a:avLst/>
          </a:prstGeom>
        </p:spPr>
      </p:pic>
      <p:pic>
        <p:nvPicPr>
          <p:cNvPr id="12" name="Picture 11" descr="A person smiling for the picture&#10;&#10;Description automatically generated with medium confidence">
            <a:extLst>
              <a:ext uri="{FF2B5EF4-FFF2-40B4-BE49-F238E27FC236}">
                <a16:creationId xmlns:a16="http://schemas.microsoft.com/office/drawing/2014/main" id="{16ACDF34-C1E1-844D-A9E2-76296CF08BB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318037" y="648630"/>
            <a:ext cx="851938" cy="822960"/>
          </a:xfrm>
          <a:prstGeom prst="rect">
            <a:avLst/>
          </a:prstGeom>
        </p:spPr>
      </p:pic>
      <p:pic>
        <p:nvPicPr>
          <p:cNvPr id="14" name="Picture 13" descr="A picture containing person, person, indoor, suit&#10;&#10;Description automatically generated">
            <a:extLst>
              <a:ext uri="{FF2B5EF4-FFF2-40B4-BE49-F238E27FC236}">
                <a16:creationId xmlns:a16="http://schemas.microsoft.com/office/drawing/2014/main" id="{B22BDDB2-19EB-1248-A066-EA6A419F67A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263691" y="646721"/>
            <a:ext cx="917918" cy="822960"/>
          </a:xfrm>
          <a:prstGeom prst="rect">
            <a:avLst/>
          </a:prstGeom>
        </p:spPr>
      </p:pic>
      <p:pic>
        <p:nvPicPr>
          <p:cNvPr id="18" name="Picture 17" descr="A person with long hair&#10;&#10;Description automatically generated with low confidence">
            <a:extLst>
              <a:ext uri="{FF2B5EF4-FFF2-40B4-BE49-F238E27FC236}">
                <a16:creationId xmlns:a16="http://schemas.microsoft.com/office/drawing/2014/main" id="{B3BB87FD-05D8-5943-B8C7-D13B35F2D60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799422" y="651849"/>
            <a:ext cx="903400" cy="822960"/>
          </a:xfrm>
          <a:prstGeom prst="rect">
            <a:avLst/>
          </a:prstGeom>
        </p:spPr>
      </p:pic>
      <p:pic>
        <p:nvPicPr>
          <p:cNvPr id="20" name="Picture 19" descr="A person with curly hair&#10;&#10;Description automatically generated with low confidence">
            <a:extLst>
              <a:ext uri="{FF2B5EF4-FFF2-40B4-BE49-F238E27FC236}">
                <a16:creationId xmlns:a16="http://schemas.microsoft.com/office/drawing/2014/main" id="{21498AC9-69A7-424D-B7E4-7B17E3BB7DF1}"/>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5084172" y="659106"/>
            <a:ext cx="988879" cy="822960"/>
          </a:xfrm>
          <a:prstGeom prst="rect">
            <a:avLst/>
          </a:prstGeom>
        </p:spPr>
      </p:pic>
      <p:pic>
        <p:nvPicPr>
          <p:cNvPr id="22" name="Picture 21" descr="A picture containing person, person, indoor, suit&#10;&#10;Description automatically generated">
            <a:extLst>
              <a:ext uri="{FF2B5EF4-FFF2-40B4-BE49-F238E27FC236}">
                <a16:creationId xmlns:a16="http://schemas.microsoft.com/office/drawing/2014/main" id="{E8320C50-E330-DB47-96AB-BED3E96F7BC9}"/>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8047839" y="646409"/>
            <a:ext cx="896658" cy="822960"/>
          </a:xfrm>
          <a:prstGeom prst="rect">
            <a:avLst/>
          </a:prstGeom>
        </p:spPr>
      </p:pic>
      <p:pic>
        <p:nvPicPr>
          <p:cNvPr id="24" name="Picture 23" descr="A person in a suit&#10;&#10;Description automatically generated with low confidence">
            <a:extLst>
              <a:ext uri="{FF2B5EF4-FFF2-40B4-BE49-F238E27FC236}">
                <a16:creationId xmlns:a16="http://schemas.microsoft.com/office/drawing/2014/main" id="{0402D156-9271-A242-9A94-3BAFC782CBF2}"/>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9538427" y="651299"/>
            <a:ext cx="882595" cy="822960"/>
          </a:xfrm>
          <a:prstGeom prst="rect">
            <a:avLst/>
          </a:prstGeom>
        </p:spPr>
      </p:pic>
      <p:pic>
        <p:nvPicPr>
          <p:cNvPr id="2" name="Picture 1">
            <a:extLst>
              <a:ext uri="{FF2B5EF4-FFF2-40B4-BE49-F238E27FC236}">
                <a16:creationId xmlns:a16="http://schemas.microsoft.com/office/drawing/2014/main" id="{88F339FC-7DFC-5541-CE2F-9744482F65B7}"/>
              </a:ext>
            </a:extLst>
          </p:cNvPr>
          <p:cNvPicPr>
            <a:picLocks noChangeAspect="1"/>
          </p:cNvPicPr>
          <p:nvPr/>
        </p:nvPicPr>
        <p:blipFill>
          <a:blip r:embed="rId11">
            <a:extLst>
              <a:ext uri="{28A0092B-C50C-407E-A947-70E740481C1C}">
                <a14:useLocalDpi xmlns:a14="http://schemas.microsoft.com/office/drawing/2010/main" val="0"/>
              </a:ext>
            </a:extLst>
          </a:blip>
          <a:srcRect l="24384" r="27105" b="26016"/>
          <a:stretch/>
        </p:blipFill>
        <p:spPr>
          <a:xfrm>
            <a:off x="6707731" y="721694"/>
            <a:ext cx="741760" cy="754179"/>
          </a:xfrm>
          <a:prstGeom prst="rect">
            <a:avLst/>
          </a:prstGeom>
        </p:spPr>
      </p:pic>
      <p:sp>
        <p:nvSpPr>
          <p:cNvPr id="3" name="TextBox 2">
            <a:extLst>
              <a:ext uri="{FF2B5EF4-FFF2-40B4-BE49-F238E27FC236}">
                <a16:creationId xmlns:a16="http://schemas.microsoft.com/office/drawing/2014/main" id="{378A09F8-3C47-BE5D-4FA5-2E05284CD09E}"/>
              </a:ext>
            </a:extLst>
          </p:cNvPr>
          <p:cNvSpPr txBox="1"/>
          <p:nvPr/>
        </p:nvSpPr>
        <p:spPr>
          <a:xfrm>
            <a:off x="4350327" y="157018"/>
            <a:ext cx="7666182" cy="430887"/>
          </a:xfrm>
          <a:prstGeom prst="rect">
            <a:avLst/>
          </a:prstGeom>
          <a:noFill/>
        </p:spPr>
        <p:txBody>
          <a:bodyPr wrap="square" rtlCol="0">
            <a:spAutoFit/>
          </a:bodyPr>
          <a:lstStyle/>
          <a:p>
            <a:r>
              <a:rPr lang="en-US" sz="1100" dirty="0">
                <a:latin typeface="MULISH BLACK ROMAN"/>
              </a:rPr>
              <a:t>                    </a:t>
            </a:r>
            <a:r>
              <a:rPr lang="en-US" sz="1100">
                <a:latin typeface="MULISH BLACK ROMAN"/>
              </a:rPr>
              <a:t>Joined Majority                    </a:t>
            </a:r>
            <a:r>
              <a:rPr lang="en-US" sz="1100" dirty="0">
                <a:latin typeface="MULISH BLACK ROMAN"/>
              </a:rPr>
              <a:t>Joined Dissent                    Authored Special  (In Part)                             Did Not Participate                                  </a:t>
            </a:r>
            <a:br>
              <a:rPr lang="en-US" sz="1100" dirty="0">
                <a:latin typeface="MULISH BLACK ROMAN"/>
              </a:rPr>
            </a:br>
            <a:r>
              <a:rPr lang="en-US" sz="1100" dirty="0">
                <a:latin typeface="MULISH BLACK ROMAN"/>
              </a:rPr>
              <a:t>			                           Concurrence (or In Judgement)</a:t>
            </a:r>
          </a:p>
        </p:txBody>
      </p:sp>
      <p:sp>
        <p:nvSpPr>
          <p:cNvPr id="7" name="Rectangle 6">
            <a:extLst>
              <a:ext uri="{FF2B5EF4-FFF2-40B4-BE49-F238E27FC236}">
                <a16:creationId xmlns:a16="http://schemas.microsoft.com/office/drawing/2014/main" id="{106106B1-E65E-664E-339A-3A63665B89EE}"/>
              </a:ext>
            </a:extLst>
          </p:cNvPr>
          <p:cNvSpPr/>
          <p:nvPr/>
        </p:nvSpPr>
        <p:spPr>
          <a:xfrm>
            <a:off x="4560342" y="174731"/>
            <a:ext cx="314037" cy="261610"/>
          </a:xfrm>
          <a:prstGeom prst="rect">
            <a:avLst/>
          </a:prstGeom>
          <a:solidFill>
            <a:srgbClr val="4F478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9D16E49B-1B4A-5968-7F08-7D47FD0CFFE0}"/>
              </a:ext>
            </a:extLst>
          </p:cNvPr>
          <p:cNvSpPr/>
          <p:nvPr/>
        </p:nvSpPr>
        <p:spPr>
          <a:xfrm>
            <a:off x="6131349" y="156994"/>
            <a:ext cx="314037" cy="261610"/>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F948F93A-758D-3BC1-4A43-DD6834D498B0}"/>
              </a:ext>
            </a:extLst>
          </p:cNvPr>
          <p:cNvSpPr/>
          <p:nvPr/>
        </p:nvSpPr>
        <p:spPr>
          <a:xfrm>
            <a:off x="7633442" y="156073"/>
            <a:ext cx="314037" cy="261610"/>
          </a:xfrm>
          <a:prstGeom prst="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CC9060A2-FF71-052D-92B5-AED2DFB82CAE}"/>
              </a:ext>
            </a:extLst>
          </p:cNvPr>
          <p:cNvSpPr/>
          <p:nvPr/>
        </p:nvSpPr>
        <p:spPr>
          <a:xfrm>
            <a:off x="10004000" y="156073"/>
            <a:ext cx="314037" cy="26161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Slide Number Placeholder 15">
            <a:extLst>
              <a:ext uri="{FF2B5EF4-FFF2-40B4-BE49-F238E27FC236}">
                <a16:creationId xmlns:a16="http://schemas.microsoft.com/office/drawing/2014/main" id="{9F8D870B-93E7-7BBE-5BA6-33F08FC0D592}"/>
              </a:ext>
            </a:extLst>
          </p:cNvPr>
          <p:cNvSpPr>
            <a:spLocks noGrp="1"/>
          </p:cNvSpPr>
          <p:nvPr>
            <p:ph type="sldNum" sz="quarter" idx="12"/>
          </p:nvPr>
        </p:nvSpPr>
        <p:spPr/>
        <p:txBody>
          <a:bodyPr/>
          <a:lstStyle/>
          <a:p>
            <a:fld id="{5E212BD6-99D2-4430-8307-3DFF6CB1AF68}" type="slidenum">
              <a:rPr lang="en-US" smtClean="0"/>
              <a:t>28</a:t>
            </a:fld>
            <a:endParaRPr lang="en-US"/>
          </a:p>
        </p:txBody>
      </p:sp>
      <p:sp>
        <p:nvSpPr>
          <p:cNvPr id="4" name="TextBox 3">
            <a:extLst>
              <a:ext uri="{FF2B5EF4-FFF2-40B4-BE49-F238E27FC236}">
                <a16:creationId xmlns:a16="http://schemas.microsoft.com/office/drawing/2014/main" id="{758F79B8-432C-AF5F-D8AE-21653710D384}"/>
              </a:ext>
            </a:extLst>
          </p:cNvPr>
          <p:cNvSpPr txBox="1"/>
          <p:nvPr/>
        </p:nvSpPr>
        <p:spPr>
          <a:xfrm>
            <a:off x="339318" y="6275739"/>
            <a:ext cx="10669341" cy="600164"/>
          </a:xfrm>
          <a:prstGeom prst="rect">
            <a:avLst/>
          </a:prstGeom>
          <a:noFill/>
        </p:spPr>
        <p:txBody>
          <a:bodyPr wrap="square" rtlCol="0">
            <a:spAutoFit/>
          </a:bodyPr>
          <a:lstStyle/>
          <a:p>
            <a:r>
              <a:rPr lang="en-US" sz="1100" dirty="0">
                <a:latin typeface="MULISH BLACK ROMAN"/>
              </a:rPr>
              <a:t>*</a:t>
            </a:r>
            <a:r>
              <a:rPr lang="en-US" sz="1100" i="1" dirty="0">
                <a:latin typeface="MULISH BLACK ROMAN"/>
              </a:rPr>
              <a:t> Stanley</a:t>
            </a:r>
            <a:r>
              <a:rPr lang="en-US" sz="1100" dirty="0">
                <a:latin typeface="MULISH BLACK ROMAN"/>
              </a:rPr>
              <a:t> represents a particularly fractured opinion with varying authors and coalitions forming across distinct parts. Given that Justice Jackson is the only to dissent in full, the decision is coded as (8-1). Furthermore, while Justice Sotomayor joined Justice Jackson’s dissent specially with respect to elements of Parts III and IV, they also authored their own opinion Concurring (In Part) and Dissenting (In Part). </a:t>
            </a:r>
          </a:p>
        </p:txBody>
      </p:sp>
    </p:spTree>
    <p:extLst>
      <p:ext uri="{BB962C8B-B14F-4D97-AF65-F5344CB8AC3E}">
        <p14:creationId xmlns:p14="http://schemas.microsoft.com/office/powerpoint/2010/main" val="185565695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076AD0-779B-E5BE-32C8-AD20D52D4BC7}"/>
            </a:ext>
          </a:extLst>
        </p:cNvPr>
        <p:cNvGrpSpPr/>
        <p:nvPr/>
      </p:nvGrpSpPr>
      <p:grpSpPr>
        <a:xfrm>
          <a:off x="0" y="0"/>
          <a:ext cx="0" cy="0"/>
          <a:chOff x="0" y="0"/>
          <a:chExt cx="0" cy="0"/>
        </a:xfrm>
      </p:grpSpPr>
      <p:graphicFrame>
        <p:nvGraphicFramePr>
          <p:cNvPr id="7" name="Content Placeholder 6">
            <a:extLst>
              <a:ext uri="{FF2B5EF4-FFF2-40B4-BE49-F238E27FC236}">
                <a16:creationId xmlns:a16="http://schemas.microsoft.com/office/drawing/2014/main" id="{7DDC0EA6-ED3B-6001-0C9D-50404AC2E5B7}"/>
              </a:ext>
            </a:extLst>
          </p:cNvPr>
          <p:cNvGraphicFramePr>
            <a:graphicFrameLocks noGrp="1"/>
          </p:cNvGraphicFramePr>
          <p:nvPr>
            <p:ph idx="1"/>
            <p:extLst>
              <p:ext uri="{D42A27DB-BD31-4B8C-83A1-F6EECF244321}">
                <p14:modId xmlns:p14="http://schemas.microsoft.com/office/powerpoint/2010/main" val="3852653598"/>
              </p:ext>
            </p:extLst>
          </p:nvPr>
        </p:nvGraphicFramePr>
        <p:xfrm>
          <a:off x="304798" y="765227"/>
          <a:ext cx="11492146" cy="6120169"/>
        </p:xfrm>
        <a:graphic>
          <a:graphicData uri="http://schemas.openxmlformats.org/drawingml/2006/table">
            <a:tbl>
              <a:tblPr firstRow="1" bandRow="1">
                <a:tableStyleId>{C083E6E3-FA7D-4D7B-A595-EF9225AFEA82}</a:tableStyleId>
              </a:tblPr>
              <a:tblGrid>
                <a:gridCol w="992417">
                  <a:extLst>
                    <a:ext uri="{9D8B030D-6E8A-4147-A177-3AD203B41FA5}">
                      <a16:colId xmlns:a16="http://schemas.microsoft.com/office/drawing/2014/main" val="20000"/>
                    </a:ext>
                  </a:extLst>
                </a:gridCol>
                <a:gridCol w="650219">
                  <a:extLst>
                    <a:ext uri="{9D8B030D-6E8A-4147-A177-3AD203B41FA5}">
                      <a16:colId xmlns:a16="http://schemas.microsoft.com/office/drawing/2014/main" val="2854710428"/>
                    </a:ext>
                  </a:extLst>
                </a:gridCol>
                <a:gridCol w="349495">
                  <a:extLst>
                    <a:ext uri="{9D8B030D-6E8A-4147-A177-3AD203B41FA5}">
                      <a16:colId xmlns:a16="http://schemas.microsoft.com/office/drawing/2014/main" val="20002"/>
                    </a:ext>
                  </a:extLst>
                </a:gridCol>
                <a:gridCol w="562268">
                  <a:extLst>
                    <a:ext uri="{9D8B030D-6E8A-4147-A177-3AD203B41FA5}">
                      <a16:colId xmlns:a16="http://schemas.microsoft.com/office/drawing/2014/main" val="20003"/>
                    </a:ext>
                  </a:extLst>
                </a:gridCol>
                <a:gridCol w="241573">
                  <a:extLst>
                    <a:ext uri="{9D8B030D-6E8A-4147-A177-3AD203B41FA5}">
                      <a16:colId xmlns:a16="http://schemas.microsoft.com/office/drawing/2014/main" val="20004"/>
                    </a:ext>
                  </a:extLst>
                </a:gridCol>
                <a:gridCol w="611619">
                  <a:extLst>
                    <a:ext uri="{9D8B030D-6E8A-4147-A177-3AD203B41FA5}">
                      <a16:colId xmlns:a16="http://schemas.microsoft.com/office/drawing/2014/main" val="20005"/>
                    </a:ext>
                  </a:extLst>
                </a:gridCol>
                <a:gridCol w="1262069">
                  <a:extLst>
                    <a:ext uri="{9D8B030D-6E8A-4147-A177-3AD203B41FA5}">
                      <a16:colId xmlns:a16="http://schemas.microsoft.com/office/drawing/2014/main" val="20009"/>
                    </a:ext>
                  </a:extLst>
                </a:gridCol>
                <a:gridCol w="625213">
                  <a:extLst>
                    <a:ext uri="{9D8B030D-6E8A-4147-A177-3AD203B41FA5}">
                      <a16:colId xmlns:a16="http://schemas.microsoft.com/office/drawing/2014/main" val="2523461480"/>
                    </a:ext>
                  </a:extLst>
                </a:gridCol>
                <a:gridCol w="319914">
                  <a:extLst>
                    <a:ext uri="{9D8B030D-6E8A-4147-A177-3AD203B41FA5}">
                      <a16:colId xmlns:a16="http://schemas.microsoft.com/office/drawing/2014/main" val="20011"/>
                    </a:ext>
                  </a:extLst>
                </a:gridCol>
                <a:gridCol w="541721">
                  <a:extLst>
                    <a:ext uri="{9D8B030D-6E8A-4147-A177-3AD203B41FA5}">
                      <a16:colId xmlns:a16="http://schemas.microsoft.com/office/drawing/2014/main" val="20012"/>
                    </a:ext>
                  </a:extLst>
                </a:gridCol>
                <a:gridCol w="401918">
                  <a:extLst>
                    <a:ext uri="{9D8B030D-6E8A-4147-A177-3AD203B41FA5}">
                      <a16:colId xmlns:a16="http://schemas.microsoft.com/office/drawing/2014/main" val="20013"/>
                    </a:ext>
                  </a:extLst>
                </a:gridCol>
                <a:gridCol w="646567">
                  <a:extLst>
                    <a:ext uri="{9D8B030D-6E8A-4147-A177-3AD203B41FA5}">
                      <a16:colId xmlns:a16="http://schemas.microsoft.com/office/drawing/2014/main" val="20014"/>
                    </a:ext>
                  </a:extLst>
                </a:gridCol>
                <a:gridCol w="1411887">
                  <a:extLst>
                    <a:ext uri="{9D8B030D-6E8A-4147-A177-3AD203B41FA5}">
                      <a16:colId xmlns:a16="http://schemas.microsoft.com/office/drawing/2014/main" val="20018"/>
                    </a:ext>
                  </a:extLst>
                </a:gridCol>
                <a:gridCol w="772470">
                  <a:extLst>
                    <a:ext uri="{9D8B030D-6E8A-4147-A177-3AD203B41FA5}">
                      <a16:colId xmlns:a16="http://schemas.microsoft.com/office/drawing/2014/main" val="1361156796"/>
                    </a:ext>
                  </a:extLst>
                </a:gridCol>
                <a:gridCol w="276019">
                  <a:extLst>
                    <a:ext uri="{9D8B030D-6E8A-4147-A177-3AD203B41FA5}">
                      <a16:colId xmlns:a16="http://schemas.microsoft.com/office/drawing/2014/main" val="20021"/>
                    </a:ext>
                  </a:extLst>
                </a:gridCol>
                <a:gridCol w="368655">
                  <a:extLst>
                    <a:ext uri="{9D8B030D-6E8A-4147-A177-3AD203B41FA5}">
                      <a16:colId xmlns:a16="http://schemas.microsoft.com/office/drawing/2014/main" val="1036429855"/>
                    </a:ext>
                  </a:extLst>
                </a:gridCol>
                <a:gridCol w="567931">
                  <a:extLst>
                    <a:ext uri="{9D8B030D-6E8A-4147-A177-3AD203B41FA5}">
                      <a16:colId xmlns:a16="http://schemas.microsoft.com/office/drawing/2014/main" val="20022"/>
                    </a:ext>
                  </a:extLst>
                </a:gridCol>
                <a:gridCol w="375211">
                  <a:extLst>
                    <a:ext uri="{9D8B030D-6E8A-4147-A177-3AD203B41FA5}">
                      <a16:colId xmlns:a16="http://schemas.microsoft.com/office/drawing/2014/main" val="20023"/>
                    </a:ext>
                  </a:extLst>
                </a:gridCol>
                <a:gridCol w="514980">
                  <a:extLst>
                    <a:ext uri="{9D8B030D-6E8A-4147-A177-3AD203B41FA5}">
                      <a16:colId xmlns:a16="http://schemas.microsoft.com/office/drawing/2014/main" val="20024"/>
                    </a:ext>
                  </a:extLst>
                </a:gridCol>
              </a:tblGrid>
              <a:tr h="244314">
                <a:tc gridSpan="6">
                  <a:txBody>
                    <a:bodyPr/>
                    <a:lstStyle/>
                    <a:p>
                      <a:pPr marL="0" algn="l" rtl="0" eaLnBrk="1" fontAlgn="base" latinLnBrk="0" hangingPunct="1">
                        <a:spcBef>
                          <a:spcPts val="0"/>
                        </a:spcBef>
                        <a:spcAft>
                          <a:spcPts val="0"/>
                        </a:spcAft>
                      </a:pPr>
                      <a:r>
                        <a:rPr lang="en-US" sz="1200" b="1" kern="1200" dirty="0">
                          <a:effectLst/>
                          <a:latin typeface="MULISH REGULAR ROMAN" pitchFamily="2" charset="77"/>
                        </a:rPr>
                        <a:t>October​ Sitting</a:t>
                      </a:r>
                      <a:endParaRPr lang="en-US" sz="1200" b="1" dirty="0">
                        <a:solidFill>
                          <a:schemeClr val="tx1"/>
                        </a:solidFill>
                        <a:effectLst/>
                        <a:latin typeface="MULISH REGULAR ROMAN" pitchFamily="2" charset="77"/>
                      </a:endParaRPr>
                    </a:p>
                  </a:txBody>
                  <a:tcPr marL="45720" marR="0" marT="0" marB="0" anchor="ctr">
                    <a:lnL>
                      <a:noFill/>
                    </a:lnL>
                    <a:lnR>
                      <a:noFill/>
                    </a:lnR>
                    <a:lnT w="12700" cmpd="sng">
                      <a:noFill/>
                    </a:lnT>
                    <a:lnB w="12700" cmpd="sng">
                      <a:noFill/>
                    </a:lnB>
                    <a:lnTlToBr w="12700" cmpd="sng">
                      <a:noFill/>
                      <a:prstDash val="solid"/>
                    </a:lnTlToBr>
                    <a:lnBlToTr w="12700" cmpd="sng">
                      <a:noFill/>
                      <a:prstDash val="solid"/>
                    </a:lnBlToTr>
                  </a:tcPr>
                </a:tc>
                <a:tc hMerge="1">
                  <a:txBody>
                    <a:bodyPr/>
                    <a:lstStyle/>
                    <a:p>
                      <a:endParaRPr lang="en-US"/>
                    </a:p>
                  </a:txBody>
                  <a:tcPr/>
                </a:tc>
                <a:tc hMerge="1">
                  <a:txBody>
                    <a:bodyPr/>
                    <a:lstStyle/>
                    <a:p>
                      <a:endParaRPr lang="en-US"/>
                    </a:p>
                  </a:txBody>
                  <a:tcPr>
                    <a:lnL>
                      <a:noFill/>
                    </a:lnL>
                  </a:tcPr>
                </a:tc>
                <a:tc hMerge="1">
                  <a:txBody>
                    <a:bodyPr/>
                    <a:lstStyle/>
                    <a:p>
                      <a:endParaRPr lang="en-US"/>
                    </a:p>
                  </a:txBody>
                  <a:tcPr>
                    <a:lnL>
                      <a:noFill/>
                    </a:lnL>
                  </a:tcPr>
                </a:tc>
                <a:tc hMerge="1">
                  <a:txBody>
                    <a:bodyPr/>
                    <a:lstStyle/>
                    <a:p>
                      <a:endParaRPr lang="en-US"/>
                    </a:p>
                  </a:txBody>
                  <a:tcPr/>
                </a:tc>
                <a:tc hMerge="1">
                  <a:txBody>
                    <a:bodyPr/>
                    <a:lstStyle/>
                    <a:p>
                      <a:endParaRPr lang="en-US"/>
                    </a:p>
                  </a:txBody>
                  <a:tcPr/>
                </a:tc>
                <a:tc gridSpan="6">
                  <a:txBody>
                    <a:bodyPr/>
                    <a:lstStyle/>
                    <a:p>
                      <a:pPr marL="0" algn="l" rtl="0" eaLnBrk="1" fontAlgn="base" latinLnBrk="0" hangingPunct="1">
                        <a:spcBef>
                          <a:spcPts val="0"/>
                        </a:spcBef>
                        <a:spcAft>
                          <a:spcPts val="0"/>
                        </a:spcAft>
                      </a:pPr>
                      <a:r>
                        <a:rPr lang="en-US" sz="1200" kern="1200" dirty="0">
                          <a:effectLst/>
                          <a:latin typeface="MULISH REGULAR ROMAN" pitchFamily="2" charset="77"/>
                        </a:rPr>
                        <a:t>November​ Sitting</a:t>
                      </a:r>
                      <a:endParaRPr lang="en-US" sz="1200" dirty="0">
                        <a:solidFill>
                          <a:schemeClr val="tx1"/>
                        </a:solidFill>
                        <a:effectLst/>
                        <a:latin typeface="MULISH REGULAR ROMAN" pitchFamily="2" charset="77"/>
                      </a:endParaRPr>
                    </a:p>
                  </a:txBody>
                  <a:tcPr marL="45720" marR="0" marT="0" marB="0" anchor="ctr">
                    <a:lnL>
                      <a:noFill/>
                    </a:lnL>
                    <a:lnR>
                      <a:noFill/>
                    </a:lnR>
                    <a:lnT w="12700" cmpd="sng">
                      <a:noFill/>
                    </a:lnT>
                    <a:lnB w="12700" cmpd="sng">
                      <a:noFill/>
                    </a:lnB>
                    <a:lnTlToBr w="12700" cmpd="sng">
                      <a:noFill/>
                      <a:prstDash val="solid"/>
                    </a:lnTlToBr>
                    <a:lnBlToTr w="12700" cmpd="sng">
                      <a:noFill/>
                      <a:prstDash val="solid"/>
                    </a:lnBlToTr>
                  </a:tcPr>
                </a:tc>
                <a:tc hMerge="1">
                  <a:txBody>
                    <a:bodyPr/>
                    <a:lstStyle/>
                    <a:p>
                      <a:endParaRPr lang="en-US"/>
                    </a:p>
                  </a:txBody>
                  <a:tcPr/>
                </a:tc>
                <a:tc hMerge="1">
                  <a:txBody>
                    <a:bodyPr/>
                    <a:lstStyle/>
                    <a:p>
                      <a:endParaRPr lang="en-US"/>
                    </a:p>
                  </a:txBody>
                  <a:tcPr>
                    <a:lnL>
                      <a:noFill/>
                    </a:lnL>
                  </a:tcPr>
                </a:tc>
                <a:tc hMerge="1">
                  <a:txBody>
                    <a:bodyPr/>
                    <a:lstStyle/>
                    <a:p>
                      <a:endParaRPr lang="en-US"/>
                    </a:p>
                  </a:txBody>
                  <a:tcPr>
                    <a:lnL>
                      <a:noFill/>
                    </a:lnL>
                  </a:tcPr>
                </a:tc>
                <a:tc hMerge="1">
                  <a:txBody>
                    <a:bodyPr/>
                    <a:lstStyle/>
                    <a:p>
                      <a:endParaRPr lang="en-US"/>
                    </a:p>
                  </a:txBody>
                  <a:tcPr/>
                </a:tc>
                <a:tc hMerge="1">
                  <a:txBody>
                    <a:bodyPr/>
                    <a:lstStyle/>
                    <a:p>
                      <a:endParaRPr lang="en-US"/>
                    </a:p>
                  </a:txBody>
                  <a:tcPr/>
                </a:tc>
                <a:tc gridSpan="7">
                  <a:txBody>
                    <a:bodyPr/>
                    <a:lstStyle/>
                    <a:p>
                      <a:pPr marL="0" algn="l" rtl="0" eaLnBrk="1" fontAlgn="base" latinLnBrk="0" hangingPunct="1">
                        <a:spcBef>
                          <a:spcPts val="0"/>
                        </a:spcBef>
                        <a:spcAft>
                          <a:spcPts val="0"/>
                        </a:spcAft>
                      </a:pPr>
                      <a:r>
                        <a:rPr lang="en-US" sz="1200" kern="1200" dirty="0">
                          <a:effectLst/>
                          <a:latin typeface="MULISH REGULAR ROMAN" pitchFamily="2" charset="77"/>
                        </a:rPr>
                        <a:t>December Sitting​</a:t>
                      </a:r>
                      <a:endParaRPr lang="en-US" sz="1200" dirty="0">
                        <a:solidFill>
                          <a:schemeClr val="tx1"/>
                        </a:solidFill>
                        <a:effectLst/>
                        <a:latin typeface="MULISH REGULAR ROMAN" pitchFamily="2" charset="77"/>
                      </a:endParaRPr>
                    </a:p>
                  </a:txBody>
                  <a:tcPr marL="45720" marR="0" marT="0" marB="0" anchor="ctr">
                    <a:lnL>
                      <a:noFill/>
                    </a:lnL>
                    <a:lnR>
                      <a:noFill/>
                    </a:lnR>
                    <a:lnT w="12700" cmpd="sng">
                      <a:noFill/>
                    </a:lnT>
                    <a:lnB w="12700" cmpd="sng">
                      <a:noFill/>
                    </a:lnB>
                    <a:lnTlToBr w="12700" cmpd="sng">
                      <a:noFill/>
                      <a:prstDash val="solid"/>
                    </a:lnTlToBr>
                    <a:lnBlToTr w="12700" cmpd="sng">
                      <a:noFill/>
                      <a:prstDash val="solid"/>
                    </a:lnBlToTr>
                  </a:tcPr>
                </a:tc>
                <a:tc hMerge="1">
                  <a:txBody>
                    <a:bodyPr/>
                    <a:lstStyle/>
                    <a:p>
                      <a:endParaRPr lang="en-US"/>
                    </a:p>
                  </a:txBody>
                  <a:tcPr/>
                </a:tc>
                <a:tc hMerge="1">
                  <a:txBody>
                    <a:bodyPr/>
                    <a:lstStyle/>
                    <a:p>
                      <a:endParaRPr lang="en-US"/>
                    </a:p>
                  </a:txBody>
                  <a:tcPr>
                    <a:lnL>
                      <a:noFill/>
                    </a:lnL>
                  </a:tcPr>
                </a:tc>
                <a:tc hMerge="1">
                  <a:txBody>
                    <a:bodyPr/>
                    <a:lstStyle/>
                    <a:p>
                      <a:endParaRPr lang="en-US"/>
                    </a:p>
                  </a:txBody>
                  <a:tcPr/>
                </a:tc>
                <a:tc hMerge="1">
                  <a:txBody>
                    <a:bodyPr/>
                    <a:lstStyle/>
                    <a:p>
                      <a:endParaRPr lang="en-US"/>
                    </a:p>
                  </a:txBody>
                  <a:tcPr/>
                </a:tc>
                <a:tc hMerge="1">
                  <a:txBody>
                    <a:bodyPr/>
                    <a:lstStyle/>
                    <a:p>
                      <a:endParaRPr lang="en-US"/>
                    </a:p>
                  </a:txBody>
                  <a:tcPr>
                    <a:lnL>
                      <a:noFill/>
                    </a:lnL>
                  </a:tcPr>
                </a:tc>
                <a:tc hMerge="1">
                  <a:txBody>
                    <a:bodyPr/>
                    <a:lstStyle/>
                    <a:p>
                      <a:endParaRPr lang="en-US"/>
                    </a:p>
                  </a:txBody>
                  <a:tcPr/>
                </a:tc>
                <a:extLst>
                  <a:ext uri="{0D108BD9-81ED-4DB2-BD59-A6C34878D82A}">
                    <a16:rowId xmlns:a16="http://schemas.microsoft.com/office/drawing/2014/main" val="10000"/>
                  </a:ext>
                </a:extLst>
              </a:tr>
              <a:tr h="162876">
                <a:tc>
                  <a:txBody>
                    <a:bodyPr/>
                    <a:lstStyle/>
                    <a:p>
                      <a:pPr algn="l" fontAlgn="b"/>
                      <a:r>
                        <a:rPr lang="en-US" sz="900" b="0" i="1" u="none" strike="noStrike" dirty="0">
                          <a:solidFill>
                            <a:srgbClr val="000000"/>
                          </a:solidFill>
                          <a:effectLst/>
                          <a:latin typeface="MULISH REGULAR ROMAN"/>
                        </a:rPr>
                        <a:t> Willaims</a:t>
                      </a:r>
                    </a:p>
                  </a:txBody>
                  <a:tcPr marL="9525" marR="9525" marT="9525" marB="0" anchor="b">
                    <a:lnL>
                      <a:noFill/>
                    </a:lnL>
                    <a:lnR>
                      <a:noFill/>
                    </a:lnR>
                    <a:lnT w="12700" cmpd="sng">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Kavanaugh</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5-4</a:t>
                      </a:r>
                    </a:p>
                  </a:txBody>
                  <a:tcPr marL="45720" marR="0" marT="0" marB="0" anchor="ctr">
                    <a:lnL>
                      <a:noFill/>
                    </a:lnL>
                    <a:lnR>
                      <a:noFill/>
                    </a:lnR>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138d</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R</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SCAL</a:t>
                      </a:r>
                    </a:p>
                  </a:txBody>
                  <a:tcPr marL="9525" marR="9525" marT="9525" marB="0" anchor="b">
                    <a:lnL>
                      <a:noFill/>
                    </a:lnL>
                    <a:lnR>
                      <a:noFill/>
                    </a:lnR>
                    <a:lnT w="12700" cmpd="sng">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i="1" dirty="0">
                          <a:effectLst/>
                          <a:latin typeface="MULISH REGULAR ROMAN"/>
                        </a:rPr>
                        <a:t>Wisconsin Bell</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i="0" dirty="0">
                          <a:effectLst/>
                          <a:latin typeface="MULISH REGULAR ROMAN"/>
                        </a:rPr>
                        <a:t>Kagan</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9-0</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110d</a:t>
                      </a:r>
                    </a:p>
                  </a:txBody>
                  <a:tcPr marL="45720" marR="0" marT="0" marB="0" anchor="ctr">
                    <a:lnL>
                      <a:noFill/>
                    </a:lnL>
                    <a:lnR>
                      <a:noFill/>
                    </a:lnR>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A</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CA7</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Wages &amp; White Lion</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a:effectLst/>
                          <a:latin typeface="MULISH BLACK ROMAN"/>
                        </a:rPr>
                        <a:t>Alito</a:t>
                      </a:r>
                      <a:endParaRPr lang="en-US" sz="900" i="0" dirty="0">
                        <a:effectLst/>
                        <a:latin typeface="MULISH REGULAR ROMAN"/>
                      </a:endParaRP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9-0</a:t>
                      </a:r>
                    </a:p>
                  </a:txBody>
                  <a:tcPr marL="45720" marR="0" marT="0" marB="0" anchor="ctr">
                    <a:lnL>
                      <a:noFill/>
                    </a:lnL>
                    <a:lnR>
                      <a:noFill/>
                    </a:lnR>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lnT w="12700" cmpd="sng">
                      <a:noFill/>
                    </a:lnT>
                  </a:tcPr>
                </a:tc>
                <a:tc>
                  <a:txBody>
                    <a:bodyPr/>
                    <a:lstStyle/>
                    <a:p>
                      <a:pPr marL="0" lvl="0" algn="l" rtl="0">
                        <a:spcBef>
                          <a:spcPts val="0"/>
                        </a:spcBef>
                        <a:spcAft>
                          <a:spcPts val="0"/>
                        </a:spcAft>
                        <a:buNone/>
                      </a:pPr>
                      <a:r>
                        <a:rPr lang="en-US" sz="900" dirty="0">
                          <a:effectLst/>
                          <a:latin typeface="MULISH BLACK ROMAN"/>
                        </a:rPr>
                        <a:t>122d</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V</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CA5 </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162876">
                <a:tc>
                  <a:txBody>
                    <a:bodyPr/>
                    <a:lstStyle/>
                    <a:p>
                      <a:pPr algn="l" fontAlgn="b"/>
                      <a:r>
                        <a:rPr lang="en-US" sz="900" b="0" i="1" u="none" strike="noStrike" dirty="0">
                          <a:solidFill>
                            <a:srgbClr val="000000"/>
                          </a:solidFill>
                          <a:effectLst/>
                          <a:latin typeface="MULISH REGULAR ROMAN"/>
                        </a:rPr>
                        <a:t> Royal Canin</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Kagan</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101d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CA8</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Advocate Christ Medical</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Barrett</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7-2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176d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CADC</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Miller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BLACK ROMAN"/>
                        </a:rPr>
                        <a:t>Jackson</a:t>
                      </a:r>
                      <a:endParaRPr lang="en-US" sz="900" i="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8-1</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dirty="0">
                          <a:effectLst/>
                          <a:latin typeface="MULISH BLACK ROMAN"/>
                        </a:rPr>
                        <a:t>115d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CA10</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162876">
                <a:tc>
                  <a:txBody>
                    <a:bodyPr/>
                    <a:lstStyle/>
                    <a:p>
                      <a:pPr algn="l" fontAlgn="b"/>
                      <a:r>
                        <a:rPr lang="en-US" sz="900" b="0" i="1" u="none" strike="noStrike" dirty="0">
                          <a:solidFill>
                            <a:srgbClr val="000000"/>
                          </a:solidFill>
                          <a:effectLst/>
                          <a:latin typeface="MULISH REGULAR ROMAN"/>
                        </a:rPr>
                        <a:t> Vanderstok</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Gorsuch</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7-2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170d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CA5</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E.M.D. Sales</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Kavanaugh</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72d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CA4</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Hungary</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BLACK ROMAN"/>
                        </a:rPr>
                        <a:t>Sotomayor</a:t>
                      </a:r>
                      <a:endParaRPr lang="en-US" sz="900" i="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dirty="0">
                          <a:effectLst/>
                          <a:latin typeface="MULISH BLACK ROMAN"/>
                        </a:rPr>
                        <a:t>81d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V</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CADC</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162876">
                <a:tc>
                  <a:txBody>
                    <a:bodyPr/>
                    <a:lstStyle/>
                    <a:p>
                      <a:pPr algn="l" fontAlgn="b"/>
                      <a:r>
                        <a:rPr lang="en-US" sz="900" b="0" i="1" u="none" strike="noStrike" dirty="0">
                          <a:solidFill>
                            <a:srgbClr val="000000"/>
                          </a:solidFill>
                          <a:effectLst/>
                          <a:latin typeface="MULISH REGULAR ROMAN"/>
                        </a:rPr>
                        <a:t> Lackey</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Roberts</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7-2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141d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CA4</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Facebook</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PC</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PC</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17d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DIG</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CA9</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err="1">
                          <a:effectLst/>
                          <a:latin typeface="MULISH REGULAR ROMAN"/>
                        </a:rPr>
                        <a:t>Skrmetti</a:t>
                      </a:r>
                      <a:endParaRPr lang="en-US" sz="900" i="1"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Roberts</a:t>
                      </a: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6-3</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dirty="0">
                          <a:effectLst/>
                          <a:latin typeface="MULISH BLACK ROMAN"/>
                        </a:rPr>
                        <a:t>197d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CA6</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162876">
                <a:tc>
                  <a:txBody>
                    <a:bodyPr/>
                    <a:lstStyle/>
                    <a:p>
                      <a:pPr algn="l" fontAlgn="b"/>
                      <a:r>
                        <a:rPr lang="en-US" sz="900" b="0" i="1" u="none" strike="noStrike" dirty="0">
                          <a:solidFill>
                            <a:srgbClr val="000000"/>
                          </a:solidFill>
                          <a:effectLst/>
                          <a:latin typeface="MULISH REGULAR ROMAN"/>
                        </a:rPr>
                        <a:t> Glossip</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Sotomayor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6-2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140d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CCAOK</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Valazquez</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Gorsuch</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6-3</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162d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err="1">
                          <a:effectLst/>
                        </a:rPr>
                        <a:t>Kouisisis</a:t>
                      </a:r>
                      <a:endParaRPr lang="en-US" sz="900" i="1"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Barrett</a:t>
                      </a: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dirty="0">
                          <a:effectLst/>
                          <a:latin typeface="MULISH BLACK ROMAN"/>
                        </a:rPr>
                        <a:t>164d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CA3</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162876">
                <a:tc>
                  <a:txBody>
                    <a:bodyPr/>
                    <a:lstStyle/>
                    <a:p>
                      <a:pPr algn="l" fontAlgn="b"/>
                      <a:r>
                        <a:rPr lang="en-US" sz="900" b="0" i="1" u="none" strike="noStrike" dirty="0">
                          <a:solidFill>
                            <a:srgbClr val="000000"/>
                          </a:solidFill>
                          <a:effectLst/>
                          <a:latin typeface="MULISH REGULAR ROMAN"/>
                        </a:rPr>
                        <a:t> Medical Marijuana</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Barrett</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5-4</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170d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CA2</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Delligatti</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Thomas</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7-2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130d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Feliciano</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Gorsuch</a:t>
                      </a: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5-4</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dirty="0">
                          <a:effectLst/>
                          <a:latin typeface="MULISH BLACK ROMAN"/>
                        </a:rPr>
                        <a:t>143d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CAFC</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162876">
                <a:tc>
                  <a:txBody>
                    <a:bodyPr/>
                    <a:lstStyle/>
                    <a:p>
                      <a:pPr algn="l" fontAlgn="b"/>
                      <a:r>
                        <a:rPr lang="en-US" sz="900" b="0" i="1" u="none" strike="noStrike" dirty="0">
                          <a:solidFill>
                            <a:srgbClr val="000000"/>
                          </a:solidFill>
                          <a:effectLst/>
                          <a:latin typeface="MULISH REGULAR ROMAN"/>
                        </a:rPr>
                        <a:t> </a:t>
                      </a:r>
                      <a:r>
                        <a:rPr lang="en-US" sz="900" b="0" i="1" u="none" strike="noStrike" dirty="0" err="1">
                          <a:solidFill>
                            <a:srgbClr val="000000"/>
                          </a:solidFill>
                          <a:effectLst/>
                          <a:latin typeface="MULISH REGULAR ROMAN"/>
                        </a:rPr>
                        <a:t>Bouarafa</a:t>
                      </a:r>
                      <a:endParaRPr lang="en-US" sz="900" b="0" i="1" u="none" strike="noStrike" dirty="0">
                        <a:solidFill>
                          <a:srgbClr val="000000"/>
                        </a:solidFill>
                        <a:effectLst/>
                        <a:latin typeface="MULISH REGULAR ROMAN"/>
                      </a:endParaRP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Jackson</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57d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CA11</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NVIDIA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PC</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PC</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29d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DIG</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CA9</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Seven County</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Kavanaugh</a:t>
                      </a: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8-0</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dirty="0">
                          <a:effectLst/>
                          <a:latin typeface="MULISH BLACK ROMAN"/>
                        </a:rPr>
                        <a:t>171d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CADC</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162876">
                <a:tc>
                  <a:txBody>
                    <a:bodyPr/>
                    <a:lstStyle/>
                    <a:p>
                      <a:pPr algn="l" fontAlgn="b"/>
                      <a:r>
                        <a:rPr lang="en-US" sz="900" b="0" i="1" u="none" strike="noStrike" dirty="0">
                          <a:solidFill>
                            <a:srgbClr val="000000"/>
                          </a:solidFill>
                          <a:effectLst/>
                          <a:latin typeface="MULISH REGULAR ROMAN"/>
                        </a:rPr>
                        <a:t> Bufkin</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Thomas</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7-2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141d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CAFC</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Dewberry</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Kagan</a:t>
                      </a: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dirty="0">
                          <a:effectLst/>
                          <a:latin typeface="MULISH BLACK ROMAN"/>
                        </a:rPr>
                        <a:t>78d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V</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CA4</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162876">
                <a:tc>
                  <a:txBody>
                    <a:bodyPr/>
                    <a:lstStyle/>
                    <a:p>
                      <a:pPr algn="l" fontAlgn="b"/>
                      <a:r>
                        <a:rPr lang="en-US" sz="900" b="0" i="1" u="none" strike="noStrike" dirty="0">
                          <a:solidFill>
                            <a:srgbClr val="000000"/>
                          </a:solidFill>
                          <a:effectLst/>
                          <a:latin typeface="MULISH REGULAR ROMAN"/>
                        </a:rPr>
                        <a:t> SF v. EPA</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Alito</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strike="noStrike" dirty="0">
                          <a:effectLst/>
                          <a:latin typeface="MULISH REGULAR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strike="noStrike" dirty="0">
                          <a:effectLst/>
                          <a:latin typeface="MULISH REGULAR ROMAN"/>
                        </a:rPr>
                        <a:t>140d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strike="noStrike" dirty="0">
                          <a:effectLst/>
                          <a:latin typeface="MULISH REGULAR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CA9</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strike="noStrike"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strike="noStrike"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9"/>
                  </a:ext>
                </a:extLst>
              </a:tr>
              <a:tr h="162876">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R>
                      <a:noFill/>
                    </a:lnR>
                    <a:lnT>
                      <a:noFill/>
                    </a:lnT>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L>
                      <a:noFill/>
                    </a:lnL>
                    <a:lnT>
                      <a:noFill/>
                    </a:lnT>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T>
                      <a:noFill/>
                    </a:lnT>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T>
                      <a:noFill/>
                    </a:lnT>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T>
                      <a:noFill/>
                    </a:lnT>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T>
                      <a:noFill/>
                    </a:lnT>
                  </a:tcPr>
                </a:tc>
                <a:tc>
                  <a:txBody>
                    <a:bodyPr/>
                    <a:lstStyle/>
                    <a:p>
                      <a:pPr marL="0" algn="l" rtl="0" eaLnBrk="1" fontAlgn="base" latinLnBrk="0" hangingPunct="1">
                        <a:spcBef>
                          <a:spcPts val="0"/>
                        </a:spcBef>
                        <a:spcAft>
                          <a:spcPts val="0"/>
                        </a:spcAft>
                      </a:pPr>
                      <a:endParaRPr lang="en-US" sz="900" dirty="0">
                        <a:effectLst/>
                        <a:latin typeface="MULISH REGULAR ROMAN"/>
                      </a:endParaRPr>
                    </a:p>
                  </a:txBody>
                  <a:tcPr marL="45720" marR="0" marT="0" marB="0" anchor="ctr">
                    <a:lnT>
                      <a:noFill/>
                    </a:lnT>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T>
                      <a:noFill/>
                    </a:lnT>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T>
                      <a:noFill/>
                    </a:lnT>
                  </a:tcPr>
                </a:tc>
                <a:tc gridSpan="2">
                  <a:txBody>
                    <a:bodyPr/>
                    <a:lstStyle/>
                    <a:p>
                      <a:pPr marL="0" lvl="0" algn="l" rtl="0">
                        <a:spcBef>
                          <a:spcPts val="0"/>
                        </a:spcBef>
                        <a:spcAft>
                          <a:spcPts val="0"/>
                        </a:spcAft>
                        <a:buNone/>
                      </a:pPr>
                      <a:endParaRPr lang="en-US" sz="900" dirty="0">
                        <a:effectLst/>
                        <a:latin typeface="MULISH BLACK ROMAN"/>
                      </a:endParaRPr>
                    </a:p>
                  </a:txBody>
                  <a:tcPr marL="45720" marR="0" marT="0" marB="0" anchor="ctr">
                    <a:lnT>
                      <a:noFill/>
                    </a:lnT>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T>
                      <a:noFill/>
                    </a:lnT>
                  </a:tcP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T>
                      <a:noFill/>
                    </a:lnT>
                  </a:tcP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T>
                      <a:noFill/>
                    </a:lnT>
                  </a:tcPr>
                </a:tc>
                <a:extLst>
                  <a:ext uri="{0D108BD9-81ED-4DB2-BD59-A6C34878D82A}">
                    <a16:rowId xmlns:a16="http://schemas.microsoft.com/office/drawing/2014/main" val="10010"/>
                  </a:ext>
                </a:extLst>
              </a:tr>
              <a:tr h="244314">
                <a:tc gridSpan="6">
                  <a:txBody>
                    <a:bodyPr/>
                    <a:lstStyle/>
                    <a:p>
                      <a:pPr marL="0" algn="l" rtl="0" eaLnBrk="1" fontAlgn="base" latinLnBrk="0" hangingPunct="1">
                        <a:spcBef>
                          <a:spcPts val="0"/>
                        </a:spcBef>
                        <a:spcAft>
                          <a:spcPts val="0"/>
                        </a:spcAft>
                      </a:pPr>
                      <a:r>
                        <a:rPr lang="en-US" sz="1200" b="1" kern="1200" dirty="0">
                          <a:solidFill>
                            <a:schemeClr val="tx1"/>
                          </a:solidFill>
                          <a:effectLst/>
                          <a:latin typeface="MULISH REGULAR ROMAN" pitchFamily="2" charset="77"/>
                        </a:rPr>
                        <a:t>January​ Sitting</a:t>
                      </a:r>
                      <a:endParaRPr lang="en-US" sz="1200" b="1" kern="1200" dirty="0">
                        <a:solidFill>
                          <a:schemeClr val="tx1"/>
                        </a:solidFill>
                        <a:effectLst/>
                        <a:latin typeface="MULISH REGULAR ROMAN" pitchFamily="2" charset="77"/>
                        <a:ea typeface="+mn-ea"/>
                        <a:cs typeface="+mn-cs"/>
                      </a:endParaRPr>
                    </a:p>
                  </a:txBody>
                  <a:tcPr marL="45720" marR="0" marT="0" marB="0" anchor="ctr"/>
                </a:tc>
                <a:tc hMerge="1">
                  <a:txBody>
                    <a:bodyPr/>
                    <a:lstStyle/>
                    <a:p>
                      <a:endParaRPr lang="en-US"/>
                    </a:p>
                  </a:txBody>
                  <a:tcPr/>
                </a:tc>
                <a:tc hMerge="1">
                  <a:txBody>
                    <a:bodyPr/>
                    <a:lstStyle/>
                    <a:p>
                      <a:endParaRPr lang="en-US"/>
                    </a:p>
                  </a:txBody>
                  <a:tcPr>
                    <a:lnT>
                      <a:noFill/>
                    </a:lnT>
                  </a:tcPr>
                </a:tc>
                <a:tc hMerge="1">
                  <a:txBody>
                    <a:bodyPr/>
                    <a:lstStyle/>
                    <a:p>
                      <a:endParaRPr lang="en-US"/>
                    </a:p>
                  </a:txBody>
                  <a:tcPr/>
                </a:tc>
                <a:tc hMerge="1">
                  <a:txBody>
                    <a:bodyPr/>
                    <a:lstStyle/>
                    <a:p>
                      <a:endParaRPr lang="en-US"/>
                    </a:p>
                  </a:txBody>
                  <a:tcPr/>
                </a:tc>
                <a:tc hMerge="1">
                  <a:txBody>
                    <a:bodyPr/>
                    <a:lstStyle/>
                    <a:p>
                      <a:endParaRPr lang="en-US"/>
                    </a:p>
                  </a:txBody>
                  <a:tcPr/>
                </a:tc>
                <a:tc gridSpan="6">
                  <a:txBody>
                    <a:bodyPr/>
                    <a:lstStyle/>
                    <a:p>
                      <a:pPr marL="0" algn="l" rtl="0" eaLnBrk="1" fontAlgn="base" latinLnBrk="0" hangingPunct="1">
                        <a:spcBef>
                          <a:spcPts val="0"/>
                        </a:spcBef>
                        <a:spcAft>
                          <a:spcPts val="0"/>
                        </a:spcAft>
                      </a:pPr>
                      <a:r>
                        <a:rPr lang="en-US" sz="1200" b="1" kern="1200" dirty="0">
                          <a:solidFill>
                            <a:schemeClr val="tx1"/>
                          </a:solidFill>
                          <a:effectLst/>
                          <a:latin typeface="MULISH REGULAR ROMAN" pitchFamily="2" charset="77"/>
                        </a:rPr>
                        <a:t>February Sitting</a:t>
                      </a:r>
                      <a:endParaRPr lang="en-US" sz="1200" b="1" kern="1200" dirty="0">
                        <a:solidFill>
                          <a:schemeClr val="tx1"/>
                        </a:solidFill>
                        <a:effectLst/>
                        <a:latin typeface="MULISH REGULAR ROMAN" pitchFamily="2" charset="77"/>
                        <a:ea typeface="+mn-ea"/>
                        <a:cs typeface="+mn-cs"/>
                      </a:endParaRPr>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gridSpan="7">
                  <a:txBody>
                    <a:bodyPr/>
                    <a:lstStyle/>
                    <a:p>
                      <a:pPr marL="0" algn="l" rtl="0" eaLnBrk="1" fontAlgn="base" latinLnBrk="0" hangingPunct="1">
                        <a:spcBef>
                          <a:spcPts val="0"/>
                        </a:spcBef>
                        <a:spcAft>
                          <a:spcPts val="0"/>
                        </a:spcAft>
                      </a:pPr>
                      <a:r>
                        <a:rPr lang="en-US" sz="1200" b="1" kern="1200" dirty="0">
                          <a:solidFill>
                            <a:schemeClr val="tx1"/>
                          </a:solidFill>
                          <a:effectLst/>
                          <a:latin typeface="MULISH REGULAR ROMAN" pitchFamily="2" charset="77"/>
                        </a:rPr>
                        <a:t>March Sitting</a:t>
                      </a:r>
                      <a:endParaRPr lang="en-US" sz="1200" b="1" kern="1200" dirty="0">
                        <a:solidFill>
                          <a:schemeClr val="tx1"/>
                        </a:solidFill>
                        <a:effectLst/>
                        <a:latin typeface="MULISH REGULAR ROMAN" pitchFamily="2" charset="77"/>
                        <a:ea typeface="+mn-ea"/>
                        <a:cs typeface="+mn-cs"/>
                      </a:endParaRPr>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14"/>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Hewitt</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CA5</a:t>
                      </a:r>
                    </a:p>
                  </a:txBody>
                  <a:tcPr marL="45720" marR="0" marT="0" marB="0" anchor="ctr"/>
                </a:tc>
                <a:tc>
                  <a:txBody>
                    <a:bodyPr/>
                    <a:lstStyle/>
                    <a:p>
                      <a:pPr lvl="0" algn="l">
                        <a:lnSpc>
                          <a:spcPct val="100000"/>
                        </a:lnSpc>
                        <a:spcBef>
                          <a:spcPts val="0"/>
                        </a:spcBef>
                        <a:spcAft>
                          <a:spcPts val="0"/>
                        </a:spcAft>
                        <a:buNone/>
                      </a:pPr>
                      <a:r>
                        <a:rPr lang="en-US" sz="900" b="0" i="1" u="none" strike="noStrike" noProof="0" dirty="0">
                          <a:effectLst/>
                          <a:latin typeface="MULISH REGULAR ROMAN" pitchFamily="2" charset="77"/>
                        </a:rPr>
                        <a:t>Guitierrez</a:t>
                      </a:r>
                    </a:p>
                  </a:txBody>
                  <a:tcPr marL="45720" marR="0" marT="0" marB="0" anchor="ctr"/>
                </a:tc>
                <a:tc>
                  <a:txBody>
                    <a:bodyPr/>
                    <a:lstStyle/>
                    <a:p>
                      <a:pPr lvl="0" algn="l">
                        <a:lnSpc>
                          <a:spcPct val="100000"/>
                        </a:lnSpc>
                        <a:spcBef>
                          <a:spcPts val="0"/>
                        </a:spcBef>
                        <a:spcAft>
                          <a:spcPts val="0"/>
                        </a:spcAft>
                        <a:buNone/>
                      </a:pPr>
                      <a:endParaRPr lang="en-US" sz="900" b="0" i="0" u="none" strike="noStrike" noProof="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CA5</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Louisiana</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WDLA</a:t>
                      </a:r>
                    </a:p>
                  </a:txBody>
                  <a:tcPr marL="45720" marR="0" marT="0" marB="0" anchor="ctr"/>
                </a:tc>
                <a:extLst>
                  <a:ext uri="{0D108BD9-81ED-4DB2-BD59-A6C34878D82A}">
                    <a16:rowId xmlns:a16="http://schemas.microsoft.com/office/drawing/2014/main" val="10015"/>
                  </a:ext>
                </a:extLst>
              </a:tr>
              <a:tr h="226627">
                <a:tc>
                  <a:txBody>
                    <a:bodyPr/>
                    <a:lstStyle/>
                    <a:p>
                      <a:pPr marL="0" algn="l" rtl="0" eaLnBrk="1" fontAlgn="base" latinLnBrk="0" hangingPunct="1">
                        <a:spcBef>
                          <a:spcPts val="0"/>
                        </a:spcBef>
                        <a:spcAft>
                          <a:spcPts val="0"/>
                        </a:spcAft>
                      </a:pPr>
                      <a:r>
                        <a:rPr lang="en-US" sz="900" i="1" dirty="0">
                          <a:effectLst/>
                          <a:latin typeface="MULISH REGULAR ROMAN" pitchFamily="2" charset="77"/>
                        </a:rPr>
                        <a:t>Stanley</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Gorsuch</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8-1</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159d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A</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CA11</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Esteras</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Barrett</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7-2</a:t>
                      </a:r>
                    </a:p>
                  </a:txBody>
                  <a:tcPr marL="45720" marR="0" marT="0" marB="0" anchor="ctr"/>
                </a:tc>
                <a:tc>
                  <a:txBody>
                    <a:bodyPr/>
                    <a:lstStyle/>
                    <a:p>
                      <a:pPr marL="0" algn="ctr" rtl="0" eaLnBrk="1" fontAlgn="auto" latinLnBrk="0" hangingPunct="1">
                        <a:spcBef>
                          <a:spcPts val="0"/>
                        </a:spcBef>
                        <a:spcAft>
                          <a:spcPts val="0"/>
                        </a:spcAft>
                      </a:pPr>
                      <a:r>
                        <a:rPr lang="en-US" sz="900" i="0" dirty="0">
                          <a:effectLst/>
                          <a:latin typeface="MULISH REGULAR ROMAN" pitchFamily="2" charset="77"/>
                        </a:rPr>
                        <a:t>116d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V</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CA6</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Riley</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CA4</a:t>
                      </a:r>
                    </a:p>
                  </a:txBody>
                  <a:tcPr marL="45720" marR="0" marT="0" marB="0" anchor="ctr"/>
                </a:tc>
                <a:extLst>
                  <a:ext uri="{0D108BD9-81ED-4DB2-BD59-A6C34878D82A}">
                    <a16:rowId xmlns:a16="http://schemas.microsoft.com/office/drawing/2014/main" val="10016"/>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Thompson</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Roberts</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9-0</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67d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V</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CA7</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Perttu</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Roberts</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5-4</a:t>
                      </a:r>
                    </a:p>
                  </a:txBody>
                  <a:tcPr marL="45720" marR="0" marT="0" marB="0" anchor="ctr"/>
                </a:tc>
                <a:tc>
                  <a:txBody>
                    <a:bodyPr/>
                    <a:lstStyle/>
                    <a:p>
                      <a:pPr marL="0" algn="ctr" rtl="0" eaLnBrk="1" fontAlgn="auto" latinLnBrk="0" hangingPunct="1">
                        <a:spcBef>
                          <a:spcPts val="0"/>
                        </a:spcBef>
                        <a:spcAft>
                          <a:spcPts val="0"/>
                        </a:spcAft>
                      </a:pPr>
                      <a:r>
                        <a:rPr lang="en-US" sz="900" i="0" dirty="0">
                          <a:effectLst/>
                          <a:latin typeface="MULISH REGULAR ROMAN" pitchFamily="2" charset="77"/>
                        </a:rPr>
                        <a:t>114d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A</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CA6</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Calumet</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Thomas</a:t>
                      </a:r>
                    </a:p>
                  </a:txBody>
                  <a:tcPr marL="45720" marR="0" marT="0" marB="0" anchor="ctr"/>
                </a:tc>
                <a:tc gridSpan="2">
                  <a:txBody>
                    <a:bodyPr/>
                    <a:lstStyle/>
                    <a:p>
                      <a:pPr marL="0" lvl="0" algn="l" rtl="0">
                        <a:spcBef>
                          <a:spcPts val="0"/>
                        </a:spcBef>
                        <a:spcAft>
                          <a:spcPts val="0"/>
                        </a:spcAft>
                        <a:buNone/>
                      </a:pPr>
                      <a:r>
                        <a:rPr lang="en-US" sz="900" i="0" dirty="0">
                          <a:effectLst/>
                          <a:latin typeface="MULISH REGULAR ROMAN" pitchFamily="2" charset="77"/>
                        </a:rPr>
                        <a:t>7-2</a:t>
                      </a:r>
                    </a:p>
                  </a:txBody>
                  <a:tcPr marL="45720" marR="0" marT="0" marB="0" anchor="ct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86d</a:t>
                      </a: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V</a:t>
                      </a: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CA5</a:t>
                      </a:r>
                    </a:p>
                  </a:txBody>
                  <a:tcPr marL="45720" marR="0" marT="0" marB="0" anchor="ctr"/>
                </a:tc>
                <a:extLst>
                  <a:ext uri="{0D108BD9-81ED-4DB2-BD59-A6C34878D82A}">
                    <a16:rowId xmlns:a16="http://schemas.microsoft.com/office/drawing/2014/main" val="10017"/>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Waetzig</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Alito</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9-0</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44d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R</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CA10</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Ames</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Jackson</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9-0</a:t>
                      </a:r>
                    </a:p>
                  </a:txBody>
                  <a:tcPr marL="45720" marR="0" marT="0" marB="0" anchor="ctr"/>
                </a:tc>
                <a:tc>
                  <a:txBody>
                    <a:bodyPr/>
                    <a:lstStyle/>
                    <a:p>
                      <a:pPr algn="ctr" fontAlgn="b"/>
                      <a:r>
                        <a:rPr lang="en-US" sz="900" b="0" i="0" u="none" strike="noStrike" dirty="0">
                          <a:solidFill>
                            <a:srgbClr val="000000"/>
                          </a:solidFill>
                          <a:effectLst/>
                          <a:latin typeface="MULISH BLACK ROMAN"/>
                        </a:rPr>
                        <a:t>100d</a:t>
                      </a:r>
                    </a:p>
                  </a:txBody>
                  <a:tcPr marL="9525" marR="9525" marT="9525" marB="0" anchor="b"/>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V</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CA6</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Oklahoma</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Thomas</a:t>
                      </a:r>
                    </a:p>
                  </a:txBody>
                  <a:tcPr marL="45720" marR="0" marT="0" marB="0" anchor="ctr"/>
                </a:tc>
                <a:tc gridSpan="2">
                  <a:txBody>
                    <a:bodyPr/>
                    <a:lstStyle/>
                    <a:p>
                      <a:pPr marL="0" lvl="0" algn="l" rtl="0">
                        <a:spcBef>
                          <a:spcPts val="0"/>
                        </a:spcBef>
                        <a:spcAft>
                          <a:spcPts val="0"/>
                        </a:spcAft>
                        <a:buNone/>
                      </a:pPr>
                      <a:r>
                        <a:rPr lang="en-US" sz="900" i="0" dirty="0">
                          <a:effectLst/>
                          <a:latin typeface="MULISH REGULAR ROMAN" pitchFamily="2" charset="77"/>
                        </a:rPr>
                        <a:t>8-0</a:t>
                      </a:r>
                    </a:p>
                  </a:txBody>
                  <a:tcPr marL="45720" marR="0" marT="0" marB="0" anchor="ct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86d</a:t>
                      </a: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R</a:t>
                      </a: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CA10</a:t>
                      </a:r>
                    </a:p>
                  </a:txBody>
                  <a:tcPr marL="45720" marR="0" marT="0" marB="0" anchor="ctr"/>
                </a:tc>
                <a:extLst>
                  <a:ext uri="{0D108BD9-81ED-4DB2-BD59-A6C34878D82A}">
                    <a16:rowId xmlns:a16="http://schemas.microsoft.com/office/drawing/2014/main" val="10018"/>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Free Speech</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CA5</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CC/Devas</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Sotomayor</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9-0</a:t>
                      </a:r>
                    </a:p>
                  </a:txBody>
                  <a:tcPr marL="45720" marR="0" marT="0" marB="0" anchor="ctr"/>
                </a:tc>
                <a:tc>
                  <a:txBody>
                    <a:bodyPr/>
                    <a:lstStyle/>
                    <a:p>
                      <a:pPr algn="ctr" fontAlgn="b"/>
                      <a:r>
                        <a:rPr lang="en-US" sz="900" b="0" i="0" u="none" strike="noStrike" dirty="0">
                          <a:solidFill>
                            <a:srgbClr val="000000"/>
                          </a:solidFill>
                          <a:effectLst/>
                          <a:latin typeface="MULISH BLACK ROMAN"/>
                        </a:rPr>
                        <a:t>95d</a:t>
                      </a:r>
                    </a:p>
                  </a:txBody>
                  <a:tcPr marL="9525" marR="9525" marT="9525" marB="0" anchor="b"/>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R</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CA9</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Consumers’ Research</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CA5</a:t>
                      </a:r>
                    </a:p>
                  </a:txBody>
                  <a:tcPr marL="45720" marR="0" marT="0" marB="0" anchor="ctr"/>
                </a:tc>
                <a:extLst>
                  <a:ext uri="{0D108BD9-81ED-4DB2-BD59-A6C34878D82A}">
                    <a16:rowId xmlns:a16="http://schemas.microsoft.com/office/drawing/2014/main" val="10019"/>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R.J. Reynolds</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Barrett</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7-2</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151d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A</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CA5</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BLOM Bank</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Thomas</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9-0</a:t>
                      </a:r>
                    </a:p>
                  </a:txBody>
                  <a:tcPr marL="45720" marR="0" marT="0" marB="0" anchor="ctr"/>
                </a:tc>
                <a:tc>
                  <a:txBody>
                    <a:bodyPr/>
                    <a:lstStyle/>
                    <a:p>
                      <a:pPr algn="ctr" fontAlgn="b"/>
                      <a:r>
                        <a:rPr lang="en-US" sz="900" b="0" i="0" u="none" strike="noStrike" dirty="0">
                          <a:solidFill>
                            <a:srgbClr val="000000"/>
                          </a:solidFill>
                          <a:effectLst/>
                          <a:latin typeface="MULISH BLACK ROMAN"/>
                        </a:rPr>
                        <a:t>95d</a:t>
                      </a:r>
                    </a:p>
                  </a:txBody>
                  <a:tcPr marL="9525" marR="9525" marT="9525" marB="0" anchor="b"/>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R</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CA2</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Catholic Charities</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Sotomayor</a:t>
                      </a:r>
                    </a:p>
                  </a:txBody>
                  <a:tcPr marL="45720" marR="0" marT="0" marB="0" anchor="ctr"/>
                </a:tc>
                <a:tc gridSpan="2">
                  <a:txBody>
                    <a:bodyPr/>
                    <a:lstStyle/>
                    <a:p>
                      <a:pPr marL="0" lvl="0" algn="l" rtl="0">
                        <a:spcBef>
                          <a:spcPts val="0"/>
                        </a:spcBef>
                        <a:spcAft>
                          <a:spcPts val="0"/>
                        </a:spcAft>
                        <a:buNone/>
                      </a:pPr>
                      <a:r>
                        <a:rPr lang="en-US" sz="900" i="0" dirty="0">
                          <a:effectLst/>
                          <a:latin typeface="MULISH REGULAR ROMAN" pitchFamily="2" charset="77"/>
                        </a:rPr>
                        <a:t>9-0</a:t>
                      </a:r>
                    </a:p>
                  </a:txBody>
                  <a:tcPr marL="45720" marR="0" marT="0" marB="0" anchor="ct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67d</a:t>
                      </a: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R</a:t>
                      </a: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SCWI</a:t>
                      </a:r>
                    </a:p>
                  </a:txBody>
                  <a:tcPr marL="45720" marR="0" marT="0" marB="0" anchor="ctr"/>
                </a:tc>
                <a:extLst>
                  <a:ext uri="{0D108BD9-81ED-4DB2-BD59-A6C34878D82A}">
                    <a16:rowId xmlns:a16="http://schemas.microsoft.com/office/drawing/2014/main" val="10020"/>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McLaughlin</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Kavanaugh</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6-3</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151d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R</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CA9</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Smith &amp; Wesson</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Kagan</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9-0</a:t>
                      </a:r>
                    </a:p>
                  </a:txBody>
                  <a:tcPr marL="45720" marR="0" marT="0" marB="0" anchor="ctr"/>
                </a:tc>
                <a:tc>
                  <a:txBody>
                    <a:bodyPr/>
                    <a:lstStyle/>
                    <a:p>
                      <a:pPr algn="ctr" fontAlgn="b"/>
                      <a:r>
                        <a:rPr lang="en-US" sz="900" b="0" i="0" u="none" strike="noStrike" dirty="0">
                          <a:solidFill>
                            <a:srgbClr val="000000"/>
                          </a:solidFill>
                          <a:effectLst/>
                          <a:latin typeface="MULISH BLACK ROMAN"/>
                        </a:rPr>
                        <a:t>94d</a:t>
                      </a:r>
                    </a:p>
                  </a:txBody>
                  <a:tcPr marL="9525" marR="9525" marT="9525" marB="0" anchor="b"/>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R</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CA1</a:t>
                      </a:r>
                    </a:p>
                  </a:txBody>
                  <a:tcPr marL="45720" marR="0" marT="0" marB="0" anchor="ctr"/>
                </a:tc>
                <a:tc>
                  <a:txBody>
                    <a:bodyPr/>
                    <a:lstStyle/>
                    <a:p>
                      <a:pPr marL="0" algn="l" rtl="0" eaLnBrk="1" fontAlgn="auto" latinLnBrk="0" hangingPunct="1">
                        <a:spcBef>
                          <a:spcPts val="0"/>
                        </a:spcBef>
                        <a:spcAft>
                          <a:spcPts val="0"/>
                        </a:spcAft>
                      </a:pPr>
                      <a:r>
                        <a:rPr lang="en-US" sz="900" i="1" strike="noStrike" dirty="0">
                          <a:effectLst/>
                          <a:latin typeface="MULISH REGULAR ROMAN" pitchFamily="2" charset="77"/>
                        </a:rPr>
                        <a:t>Rivers</a:t>
                      </a:r>
                    </a:p>
                  </a:txBody>
                  <a:tcPr marL="45720" marR="0" marT="0" marB="0" anchor="ctr"/>
                </a:tc>
                <a:tc>
                  <a:txBody>
                    <a:bodyPr/>
                    <a:lstStyle/>
                    <a:p>
                      <a:pPr marL="0" algn="l" rtl="0" eaLnBrk="1" fontAlgn="auto" latinLnBrk="0" hangingPunct="1">
                        <a:spcBef>
                          <a:spcPts val="0"/>
                        </a:spcBef>
                        <a:spcAft>
                          <a:spcPts val="0"/>
                        </a:spcAft>
                      </a:pPr>
                      <a:r>
                        <a:rPr lang="en-US" sz="900" i="0" strike="noStrike" dirty="0">
                          <a:effectLst/>
                          <a:latin typeface="MULISH REGULAR ROMAN" pitchFamily="2" charset="77"/>
                        </a:rPr>
                        <a:t>Jackson</a:t>
                      </a:r>
                    </a:p>
                  </a:txBody>
                  <a:tcPr marL="45720" marR="0" marT="0" marB="0" anchor="ctr"/>
                </a:tc>
                <a:tc gridSpan="2">
                  <a:txBody>
                    <a:bodyPr/>
                    <a:lstStyle/>
                    <a:p>
                      <a:pPr marL="0" lvl="0" algn="l" rtl="0">
                        <a:spcBef>
                          <a:spcPts val="0"/>
                        </a:spcBef>
                        <a:spcAft>
                          <a:spcPts val="0"/>
                        </a:spcAft>
                        <a:buNone/>
                      </a:pPr>
                      <a:r>
                        <a:rPr lang="en-US" sz="900" i="0" strike="noStrike" dirty="0">
                          <a:effectLst/>
                          <a:latin typeface="MULISH REGULAR ROMAN" pitchFamily="2" charset="77"/>
                        </a:rPr>
                        <a:t>9-0</a:t>
                      </a:r>
                    </a:p>
                  </a:txBody>
                  <a:tcPr marL="45720" marR="0" marT="0" marB="0" anchor="ctr"/>
                </a:tc>
                <a:tc hMerge="1">
                  <a:txBody>
                    <a:bodyPr/>
                    <a:lstStyle/>
                    <a:p>
                      <a:pPr marL="0" lvl="0" algn="l" rtl="0">
                        <a:spcBef>
                          <a:spcPts val="0"/>
                        </a:spcBef>
                        <a:spcAft>
                          <a:spcPts val="0"/>
                        </a:spcAft>
                        <a:buNone/>
                      </a:pPr>
                      <a:endParaRPr lang="en-US" sz="900" strike="sng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strike="noStrike" dirty="0">
                          <a:effectLst/>
                          <a:latin typeface="MULISH REGULAR ROMAN" pitchFamily="2" charset="77"/>
                        </a:rPr>
                        <a:t>74d</a:t>
                      </a:r>
                    </a:p>
                  </a:txBody>
                  <a:tcPr marL="45720" marR="0" marT="0" marB="0" anchor="ctr"/>
                </a:tc>
                <a:tc>
                  <a:txBody>
                    <a:bodyPr/>
                    <a:lstStyle/>
                    <a:p>
                      <a:pPr marL="0" lvl="0" algn="l" rtl="0">
                        <a:spcBef>
                          <a:spcPts val="0"/>
                        </a:spcBef>
                        <a:spcAft>
                          <a:spcPts val="0"/>
                        </a:spcAft>
                        <a:buNone/>
                      </a:pPr>
                      <a:r>
                        <a:rPr lang="en-US" sz="900" i="0" strike="noStrike" dirty="0">
                          <a:effectLst/>
                          <a:latin typeface="MULISH REGULAR ROMAN" pitchFamily="2" charset="77"/>
                        </a:rPr>
                        <a:t>A</a:t>
                      </a:r>
                    </a:p>
                  </a:txBody>
                  <a:tcPr marL="45720" marR="0" marT="0" marB="0" anchor="ctr"/>
                </a:tc>
                <a:tc>
                  <a:txBody>
                    <a:bodyPr/>
                    <a:lstStyle/>
                    <a:p>
                      <a:pPr marL="0" lvl="0" algn="l" rtl="0">
                        <a:spcBef>
                          <a:spcPts val="0"/>
                        </a:spcBef>
                        <a:spcAft>
                          <a:spcPts val="0"/>
                        </a:spcAft>
                        <a:buNone/>
                      </a:pPr>
                      <a:r>
                        <a:rPr lang="en-US" sz="900" i="0" strike="noStrike" dirty="0">
                          <a:effectLst/>
                          <a:latin typeface="MULISH REGULAR ROMAN" pitchFamily="2" charset="77"/>
                        </a:rPr>
                        <a:t>CA5</a:t>
                      </a:r>
                    </a:p>
                  </a:txBody>
                  <a:tcPr marL="45720" marR="0" marT="0" marB="0" anchor="ctr"/>
                </a:tc>
                <a:extLst>
                  <a:ext uri="{0D108BD9-81ED-4DB2-BD59-A6C34878D82A}">
                    <a16:rowId xmlns:a16="http://schemas.microsoft.com/office/drawing/2014/main" val="3298440266"/>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Barnes</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Kagan</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9-0</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114d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V</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CA5</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NRC</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Kavanaugh</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6-3</a:t>
                      </a:r>
                    </a:p>
                  </a:txBody>
                  <a:tcPr marL="45720" marR="0" marT="0" marB="0" anchor="ctr"/>
                </a:tc>
                <a:tc>
                  <a:txBody>
                    <a:bodyPr/>
                    <a:lstStyle/>
                    <a:p>
                      <a:pPr marL="0" algn="ctr" rtl="0" eaLnBrk="1" fontAlgn="auto" latinLnBrk="0" hangingPunct="1">
                        <a:spcBef>
                          <a:spcPts val="0"/>
                        </a:spcBef>
                        <a:spcAft>
                          <a:spcPts val="0"/>
                        </a:spcAft>
                      </a:pPr>
                      <a:r>
                        <a:rPr lang="en-US" sz="900" i="0" dirty="0">
                          <a:effectLst/>
                          <a:latin typeface="MULISH REGULAR ROMAN" pitchFamily="2" charset="77"/>
                        </a:rPr>
                        <a:t>94d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R</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CA5</a:t>
                      </a:r>
                    </a:p>
                  </a:txBody>
                  <a:tcPr marL="45720" marR="0" marT="0" marB="0" anchor="ctr"/>
                </a:tc>
                <a:tc>
                  <a:txBody>
                    <a:bodyPr/>
                    <a:lstStyle/>
                    <a:p>
                      <a:pPr marL="0" algn="l" rtl="0" eaLnBrk="1" fontAlgn="auto" latinLnBrk="0" hangingPunct="1">
                        <a:spcBef>
                          <a:spcPts val="0"/>
                        </a:spcBef>
                        <a:spcAft>
                          <a:spcPts val="0"/>
                        </a:spcAft>
                      </a:pPr>
                      <a:r>
                        <a:rPr lang="en-US" sz="900" i="1" strike="noStrike" dirty="0">
                          <a:effectLst/>
                          <a:latin typeface="MULISH REGULAR ROMAN" pitchFamily="2" charset="77"/>
                        </a:rPr>
                        <a:t>Fuld</a:t>
                      </a:r>
                    </a:p>
                  </a:txBody>
                  <a:tcPr marL="45720" marR="0" marT="0" marB="0" anchor="ctr"/>
                </a:tc>
                <a:tc>
                  <a:txBody>
                    <a:bodyPr/>
                    <a:lstStyle/>
                    <a:p>
                      <a:pPr marL="0" algn="l" rtl="0" eaLnBrk="1" fontAlgn="auto" latinLnBrk="0" hangingPunct="1">
                        <a:spcBef>
                          <a:spcPts val="0"/>
                        </a:spcBef>
                        <a:spcAft>
                          <a:spcPts val="0"/>
                        </a:spcAft>
                      </a:pPr>
                      <a:r>
                        <a:rPr lang="en-US" sz="900" i="0" strike="noStrike" dirty="0">
                          <a:effectLst/>
                          <a:latin typeface="MULISH REGULAR ROMAN" pitchFamily="2" charset="77"/>
                        </a:rPr>
                        <a:t>Roberts</a:t>
                      </a:r>
                    </a:p>
                  </a:txBody>
                  <a:tcPr marL="45720" marR="0" marT="0" marB="0" anchor="ctr"/>
                </a:tc>
                <a:tc gridSpan="2">
                  <a:txBody>
                    <a:bodyPr/>
                    <a:lstStyle/>
                    <a:p>
                      <a:pPr marL="0" lvl="0" algn="l" rtl="0">
                        <a:spcBef>
                          <a:spcPts val="0"/>
                        </a:spcBef>
                        <a:spcAft>
                          <a:spcPts val="0"/>
                        </a:spcAft>
                        <a:buNone/>
                      </a:pPr>
                      <a:r>
                        <a:rPr lang="en-US" sz="900" i="0" strike="noStrike" dirty="0">
                          <a:effectLst/>
                          <a:latin typeface="MULISH REGULAR ROMAN" pitchFamily="2" charset="77"/>
                        </a:rPr>
                        <a:t>9-0</a:t>
                      </a:r>
                    </a:p>
                  </a:txBody>
                  <a:tcPr marL="45720" marR="0" marT="0" marB="0" anchor="ctr"/>
                </a:tc>
                <a:tc hMerge="1">
                  <a:txBody>
                    <a:bodyPr/>
                    <a:lstStyle/>
                    <a:p>
                      <a:endParaRPr lang="en-US"/>
                    </a:p>
                  </a:txBody>
                  <a:tcPr/>
                </a:tc>
                <a:tc>
                  <a:txBody>
                    <a:bodyPr/>
                    <a:lstStyle/>
                    <a:p>
                      <a:pPr marL="0" lvl="0" algn="l" rtl="0">
                        <a:spcBef>
                          <a:spcPts val="0"/>
                        </a:spcBef>
                        <a:spcAft>
                          <a:spcPts val="0"/>
                        </a:spcAft>
                        <a:buNone/>
                      </a:pPr>
                      <a:r>
                        <a:rPr lang="en-US" sz="900" i="0" strike="noStrike" dirty="0">
                          <a:effectLst/>
                          <a:latin typeface="MULISH REGULAR ROMAN" pitchFamily="2" charset="77"/>
                        </a:rPr>
                        <a:t>81d</a:t>
                      </a:r>
                    </a:p>
                  </a:txBody>
                  <a:tcPr marL="45720" marR="0" marT="0" marB="0" anchor="ctr"/>
                </a:tc>
                <a:tc>
                  <a:txBody>
                    <a:bodyPr/>
                    <a:lstStyle/>
                    <a:p>
                      <a:pPr marL="0" lvl="0" algn="l" rtl="0">
                        <a:spcBef>
                          <a:spcPts val="0"/>
                        </a:spcBef>
                        <a:spcAft>
                          <a:spcPts val="0"/>
                        </a:spcAft>
                        <a:buNone/>
                      </a:pPr>
                      <a:r>
                        <a:rPr lang="en-US" sz="900" i="0" strike="noStrike" dirty="0">
                          <a:effectLst/>
                          <a:latin typeface="MULISH REGULAR ROMAN" pitchFamily="2" charset="77"/>
                        </a:rPr>
                        <a:t>R</a:t>
                      </a:r>
                    </a:p>
                  </a:txBody>
                  <a:tcPr marL="45720" marR="0" marT="0" marB="0" anchor="ctr"/>
                </a:tc>
                <a:tc>
                  <a:txBody>
                    <a:bodyPr/>
                    <a:lstStyle/>
                    <a:p>
                      <a:pPr marL="0" lvl="0" algn="l" rtl="0">
                        <a:spcBef>
                          <a:spcPts val="0"/>
                        </a:spcBef>
                        <a:spcAft>
                          <a:spcPts val="0"/>
                        </a:spcAft>
                        <a:buNone/>
                      </a:pPr>
                      <a:r>
                        <a:rPr lang="en-US" sz="900" i="0" strike="noStrike" dirty="0">
                          <a:effectLst/>
                          <a:latin typeface="MULISH REGULAR ROMAN" pitchFamily="2" charset="77"/>
                        </a:rPr>
                        <a:t>CA2</a:t>
                      </a:r>
                    </a:p>
                  </a:txBody>
                  <a:tcPr marL="45720" marR="0" marT="0" marB="0" anchor="ctr"/>
                </a:tc>
                <a:extLst>
                  <a:ext uri="{0D108BD9-81ED-4DB2-BD59-A6C34878D82A}">
                    <a16:rowId xmlns:a16="http://schemas.microsoft.com/office/drawing/2014/main" val="1759733757"/>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Cunningham</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Sotomayor</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9-0</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86d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R</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CA2</a:t>
                      </a: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r>
                        <a:rPr lang="en-US" sz="900" i="1" strike="noStrike" dirty="0">
                          <a:effectLst/>
                          <a:latin typeface="MULISH REGULAR ROMAN" pitchFamily="2" charset="77"/>
                        </a:rPr>
                        <a:t>Medina</a:t>
                      </a:r>
                    </a:p>
                  </a:txBody>
                  <a:tcPr marL="45720" marR="0" marT="0" marB="0" anchor="ctr"/>
                </a:tc>
                <a:tc>
                  <a:txBody>
                    <a:bodyPr/>
                    <a:lstStyle/>
                    <a:p>
                      <a:pPr marL="0" algn="l" rtl="0" eaLnBrk="1" fontAlgn="auto" latinLnBrk="0" hangingPunct="1">
                        <a:spcBef>
                          <a:spcPts val="0"/>
                        </a:spcBef>
                        <a:spcAft>
                          <a:spcPts val="0"/>
                        </a:spcAft>
                      </a:pPr>
                      <a:endParaRPr lang="en-US" sz="900" i="0" strike="noStrike"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hMerge="1">
                  <a:txBody>
                    <a:bodyPr/>
                    <a:lstStyle/>
                    <a:p>
                      <a:endParaRPr lang="en-US"/>
                    </a:p>
                  </a:txBody>
                  <a:tcP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strike="noStrike" dirty="0">
                          <a:effectLst/>
                          <a:latin typeface="MULISH REGULAR ROMAN" pitchFamily="2" charset="77"/>
                        </a:rPr>
                        <a:t>CA4</a:t>
                      </a:r>
                    </a:p>
                  </a:txBody>
                  <a:tcPr marL="45720" marR="0" marT="0" marB="0" anchor="ctr"/>
                </a:tc>
                <a:extLst>
                  <a:ext uri="{0D108BD9-81ED-4DB2-BD59-A6C34878D82A}">
                    <a16:rowId xmlns:a16="http://schemas.microsoft.com/office/drawing/2014/main" val="780180043"/>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TikTok</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PC</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PC</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8d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A</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CADC</a:t>
                      </a: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1" strike="noStrike"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strike="noStrike"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hMerge="1">
                  <a:txBody>
                    <a:bodyPr/>
                    <a:lstStyle/>
                    <a:p>
                      <a:endParaRPr lang="en-US"/>
                    </a:p>
                  </a:txBody>
                  <a:tcP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extLst>
                  <a:ext uri="{0D108BD9-81ED-4DB2-BD59-A6C34878D82A}">
                    <a16:rowId xmlns:a16="http://schemas.microsoft.com/office/drawing/2014/main" val="901939924"/>
                  </a:ext>
                </a:extLst>
              </a:tr>
              <a:tr h="162876">
                <a:tc>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1" strike="sngStrike"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strike="sngStrike"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strike="sngStrike" dirty="0">
                        <a:effectLst/>
                        <a:latin typeface="MULISH REGULAR ROMAN" pitchFamily="2" charset="77"/>
                      </a:endParaRPr>
                    </a:p>
                  </a:txBody>
                  <a:tcPr marL="45720" marR="0" marT="0" marB="0" anchor="ctr"/>
                </a:tc>
                <a:tc hMerge="1">
                  <a:txBody>
                    <a:bodyPr/>
                    <a:lstStyle/>
                    <a:p>
                      <a:endParaRPr lang="en-US"/>
                    </a:p>
                  </a:txBody>
                  <a:tcPr/>
                </a:tc>
                <a:tc>
                  <a:txBody>
                    <a:bodyPr/>
                    <a:lstStyle/>
                    <a:p>
                      <a:pPr marL="0" lvl="0" algn="l" rtl="0">
                        <a:spcBef>
                          <a:spcPts val="0"/>
                        </a:spcBef>
                        <a:spcAft>
                          <a:spcPts val="0"/>
                        </a:spcAft>
                        <a:buNone/>
                      </a:pPr>
                      <a:endParaRPr lang="en-US" sz="900" i="0" strike="sng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sng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sngStrike" dirty="0">
                        <a:effectLst/>
                        <a:latin typeface="MULISH REGULAR ROMAN" pitchFamily="2" charset="77"/>
                      </a:endParaRPr>
                    </a:p>
                  </a:txBody>
                  <a:tcPr marL="45720" marR="0" marT="0" marB="0" anchor="ctr"/>
                </a:tc>
                <a:extLst>
                  <a:ext uri="{0D108BD9-81ED-4DB2-BD59-A6C34878D82A}">
                    <a16:rowId xmlns:a16="http://schemas.microsoft.com/office/drawing/2014/main" val="4265705402"/>
                  </a:ext>
                </a:extLst>
              </a:tr>
              <a:tr h="244314">
                <a:tc gridSpan="6">
                  <a:txBody>
                    <a:bodyPr/>
                    <a:lstStyle/>
                    <a:p>
                      <a:pPr marL="0" algn="l" rtl="0" eaLnBrk="1" fontAlgn="base" latinLnBrk="0" hangingPunct="1">
                        <a:spcBef>
                          <a:spcPts val="0"/>
                        </a:spcBef>
                        <a:spcAft>
                          <a:spcPts val="0"/>
                        </a:spcAft>
                      </a:pPr>
                      <a:r>
                        <a:rPr lang="en-US" sz="1200" b="1" kern="1200" dirty="0">
                          <a:solidFill>
                            <a:schemeClr val="tx1"/>
                          </a:solidFill>
                          <a:effectLst/>
                          <a:latin typeface="MULISH REGULAR ROMAN" pitchFamily="2" charset="77"/>
                          <a:ea typeface="+mn-ea"/>
                          <a:cs typeface="+mn-cs"/>
                        </a:rPr>
                        <a:t>April-May Sittings</a:t>
                      </a:r>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gridSpan="6">
                  <a:txBody>
                    <a:bodyPr/>
                    <a:lstStyle/>
                    <a:p>
                      <a:pPr marL="0" algn="l" defTabSz="914400" rtl="0" eaLnBrk="1" fontAlgn="base" latinLnBrk="0" hangingPunct="1">
                        <a:spcBef>
                          <a:spcPts val="0"/>
                        </a:spcBef>
                        <a:spcAft>
                          <a:spcPts val="0"/>
                        </a:spcAft>
                      </a:pPr>
                      <a:r>
                        <a:rPr lang="en-US" sz="1200" b="1" kern="1200" dirty="0">
                          <a:solidFill>
                            <a:schemeClr val="tx1"/>
                          </a:solidFill>
                          <a:effectLst/>
                          <a:latin typeface="MULISH REGULAR ROMAN" pitchFamily="2" charset="77"/>
                          <a:ea typeface="+mn-ea"/>
                          <a:cs typeface="+mn-cs"/>
                        </a:rPr>
                        <a:t>No Argument</a:t>
                      </a:r>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gridSpan="7">
                  <a:txBody>
                    <a:bodyPr/>
                    <a:lstStyle/>
                    <a:p>
                      <a:pPr marL="0" algn="l" defTabSz="914400" rtl="0" eaLnBrk="1" fontAlgn="base" latinLnBrk="0" hangingPunct="1">
                        <a:spcBef>
                          <a:spcPts val="0"/>
                        </a:spcBef>
                        <a:spcAft>
                          <a:spcPts val="0"/>
                        </a:spcAft>
                      </a:pPr>
                      <a:r>
                        <a:rPr lang="en-US" sz="1200" b="1" kern="1200" dirty="0">
                          <a:solidFill>
                            <a:schemeClr val="tx1"/>
                          </a:solidFill>
                          <a:effectLst/>
                          <a:latin typeface="MULISH REGULAR ROMAN" pitchFamily="2" charset="77"/>
                          <a:ea typeface="+mn-ea"/>
                          <a:cs typeface="+mn-cs"/>
                        </a:rPr>
                        <a:t>Totals</a:t>
                      </a:r>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27"/>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Kennedy</a:t>
                      </a:r>
                    </a:p>
                  </a:txBody>
                  <a:tcPr marL="45720" marR="0" marT="0" marB="0" anchor="ctr"/>
                </a:tc>
                <a:tc>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CA5</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Hamm</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PC</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PC</a:t>
                      </a:r>
                    </a:p>
                  </a:txBody>
                  <a:tcPr marL="45720" marR="0" marT="0" marB="0" anchor="ctr"/>
                </a:tc>
                <a:tc>
                  <a:txBody>
                    <a:bodyPr/>
                    <a:lstStyle/>
                    <a:p>
                      <a:pPr marL="0" algn="l" rtl="0" eaLnBrk="1" fontAlgn="base"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V</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CA11</a:t>
                      </a:r>
                    </a:p>
                  </a:txBody>
                  <a:tcPr marL="45720" marR="0" marT="0" marB="0" anchor="ctr"/>
                </a:tc>
                <a:tc gridSpan="3">
                  <a:txBody>
                    <a:bodyPr/>
                    <a:lstStyle/>
                    <a:p>
                      <a:pPr marL="0" lvl="0" algn="l" rtl="0">
                        <a:spcBef>
                          <a:spcPts val="0"/>
                        </a:spcBef>
                        <a:spcAft>
                          <a:spcPts val="0"/>
                        </a:spcAft>
                        <a:buNone/>
                      </a:pPr>
                      <a:r>
                        <a:rPr lang="en-US" sz="900" dirty="0">
                          <a:effectLst/>
                          <a:latin typeface="MULISH REGULAR ROMAN" pitchFamily="2" charset="77"/>
                        </a:rPr>
                        <a:t>Opinions on the Merits Docket – Signed</a:t>
                      </a:r>
                    </a:p>
                  </a:txBody>
                  <a:tcPr marL="45720" marR="0" marT="0" marB="0" anchor="ctr"/>
                </a:tc>
                <a:tc hMerge="1">
                  <a:txBody>
                    <a:bodyPr/>
                    <a:lstStyle/>
                    <a:p>
                      <a:endParaRPr lang="en-US"/>
                    </a:p>
                  </a:txBody>
                  <a:tcPr/>
                </a:tc>
                <a:tc hMerge="1">
                  <a:txBody>
                    <a:bodyPr/>
                    <a:lstStyle/>
                    <a:p>
                      <a:pPr marL="0" algn="l" rtl="0" eaLnBrk="1" fontAlgn="base" latinLnBrk="0" hangingPunct="1">
                        <a:spcBef>
                          <a:spcPts val="0"/>
                        </a:spcBef>
                        <a:spcAft>
                          <a:spcPts val="0"/>
                        </a:spcAft>
                      </a:pPr>
                      <a:r>
                        <a:rPr lang="en-US" sz="900" b="0" dirty="0">
                          <a:effectLst/>
                          <a:latin typeface="MULISH REGULAR ROMAN" pitchFamily="2" charset="77"/>
                        </a:rPr>
                        <a:t>+34</a:t>
                      </a:r>
                    </a:p>
                  </a:txBody>
                  <a:tcPr marL="45720" marR="0" marT="0" marB="0" anchor="ctr"/>
                </a:tc>
                <a:tc gridSpan="4">
                  <a:txBody>
                    <a:bodyPr/>
                    <a:lstStyle/>
                    <a:p>
                      <a:pPr algn="l"/>
                      <a:r>
                        <a:rPr lang="en-US" sz="900" b="0" dirty="0">
                          <a:effectLst/>
                          <a:latin typeface="MULISH REGULAR ROMAN" pitchFamily="2" charset="77"/>
                        </a:rPr>
                        <a:t>#</a:t>
                      </a:r>
                      <a:endParaRPr lang="en-US" dirty="0"/>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marL="45720" marR="0" marT="0" marB="0" anchor="ctr"/>
                </a:tc>
                <a:extLst>
                  <a:ext uri="{0D108BD9-81ED-4DB2-BD59-A6C34878D82A}">
                    <a16:rowId xmlns:a16="http://schemas.microsoft.com/office/drawing/2014/main" val="10028"/>
                  </a:ext>
                </a:extLst>
              </a:tr>
              <a:tr h="162876">
                <a:tc>
                  <a:txBody>
                    <a:bodyPr/>
                    <a:lstStyle/>
                    <a:p>
                      <a:pPr marL="0" algn="l" rtl="0" eaLnBrk="1" fontAlgn="base" latinLnBrk="0" hangingPunct="1">
                        <a:spcBef>
                          <a:spcPts val="0"/>
                        </a:spcBef>
                        <a:spcAft>
                          <a:spcPts val="0"/>
                        </a:spcAft>
                      </a:pPr>
                      <a:r>
                        <a:rPr lang="en-US" sz="900" i="1" strike="noStrike" baseline="0" dirty="0">
                          <a:effectLst/>
                          <a:latin typeface="MULISH REGULAR ROMAN" pitchFamily="2" charset="77"/>
                        </a:rPr>
                        <a:t>Parrish</a:t>
                      </a:r>
                    </a:p>
                  </a:txBody>
                  <a:tcPr marL="45720" marR="0" marT="0" marB="0" anchor="ctr"/>
                </a:tc>
                <a:tc>
                  <a:txBody>
                    <a:bodyPr/>
                    <a:lstStyle/>
                    <a:p>
                      <a:pPr marL="0" algn="l" rtl="0" eaLnBrk="1" fontAlgn="base" latinLnBrk="0" hangingPunct="1">
                        <a:spcBef>
                          <a:spcPts val="0"/>
                        </a:spcBef>
                        <a:spcAft>
                          <a:spcPts val="0"/>
                        </a:spcAft>
                      </a:pPr>
                      <a:r>
                        <a:rPr lang="en-US" sz="900" i="1" strike="noStrike" baseline="0" dirty="0">
                          <a:effectLst/>
                          <a:latin typeface="MULISH REGULAR ROMAN" pitchFamily="2" charset="77"/>
                        </a:rPr>
                        <a:t>Sotomayor</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8-1</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53d</a:t>
                      </a:r>
                    </a:p>
                  </a:txBody>
                  <a:tcPr marL="45720" marR="0" marT="0" marB="0" anchor="ctr"/>
                </a:tc>
                <a:tc>
                  <a:txBody>
                    <a:bodyPr/>
                    <a:lstStyle/>
                    <a:p>
                      <a:pPr marL="0" algn="l" rtl="0" eaLnBrk="1" fontAlgn="base" latinLnBrk="0" hangingPunct="1">
                        <a:spcBef>
                          <a:spcPts val="0"/>
                        </a:spcBef>
                        <a:spcAft>
                          <a:spcPts val="0"/>
                        </a:spcAft>
                      </a:pPr>
                      <a:r>
                        <a:rPr lang="en-US" sz="900" i="1" strike="noStrike" baseline="0" dirty="0">
                          <a:effectLst/>
                          <a:latin typeface="MULISH REGULAR ROMAN" pitchFamily="2" charset="77"/>
                        </a:rPr>
                        <a:t>R</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CA4</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Andrew</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PC</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PC</a:t>
                      </a:r>
                    </a:p>
                  </a:txBody>
                  <a:tcPr marL="45720" marR="0" marT="0" marB="0" anchor="ctr"/>
                </a:tc>
                <a:tc>
                  <a:txBody>
                    <a:bodyPr/>
                    <a:lstStyle/>
                    <a:p>
                      <a:pPr marL="0" algn="l" rtl="0" eaLnBrk="1" fontAlgn="base"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V</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CA10</a:t>
                      </a:r>
                    </a:p>
                  </a:txBody>
                  <a:tcPr marL="45720" marR="0" marT="0" marB="0" anchor="ctr"/>
                </a:tc>
                <a:tc gridSpan="3">
                  <a:txBody>
                    <a:bodyPr/>
                    <a:lstStyle/>
                    <a:p>
                      <a:pPr marL="0" lvl="0" algn="l" rtl="0">
                        <a:spcBef>
                          <a:spcPts val="0"/>
                        </a:spcBef>
                        <a:spcAft>
                          <a:spcPts val="0"/>
                        </a:spcAft>
                        <a:buNone/>
                      </a:pPr>
                      <a:r>
                        <a:rPr lang="en-US" sz="900" dirty="0">
                          <a:effectLst/>
                          <a:latin typeface="MULISH REGULAR ROMAN" pitchFamily="2" charset="77"/>
                        </a:rPr>
                        <a:t>Opinions on the Merits Docket </a:t>
                      </a:r>
                      <a:r>
                        <a:rPr lang="en-US" sz="900">
                          <a:effectLst/>
                          <a:latin typeface="MULISH REGULAR ROMAN" pitchFamily="2" charset="77"/>
                        </a:rPr>
                        <a:t>– Per Curiam</a:t>
                      </a:r>
                      <a:endParaRPr lang="en-US" sz="900" dirty="0">
                        <a:effectLst/>
                        <a:latin typeface="MULISH REGULAR ROMAN" pitchFamily="2" charset="77"/>
                      </a:endParaRPr>
                    </a:p>
                  </a:txBody>
                  <a:tcPr marL="45720" marR="0" marT="0" marB="0" anchor="ctr"/>
                </a:tc>
                <a:tc hMerge="1">
                  <a:txBody>
                    <a:bodyPr/>
                    <a:lstStyle/>
                    <a:p>
                      <a:endParaRPr lang="en-US"/>
                    </a:p>
                  </a:txBody>
                  <a:tcPr/>
                </a:tc>
                <a:tc hMerge="1">
                  <a:txBody>
                    <a:bodyPr/>
                    <a:lstStyle/>
                    <a:p>
                      <a:pPr marL="0" lvl="0" algn="l" rtl="0" eaLnBrk="1" fontAlgn="base" latinLnBrk="0" hangingPunct="1">
                        <a:spcBef>
                          <a:spcPts val="0"/>
                        </a:spcBef>
                        <a:spcAft>
                          <a:spcPts val="0"/>
                        </a:spcAft>
                        <a:buNone/>
                      </a:pPr>
                      <a:r>
                        <a:rPr lang="en-US" sz="900" i="0" dirty="0">
                          <a:effectLst/>
                          <a:latin typeface="MULISH REGULAR ROMAN" pitchFamily="2" charset="77"/>
                        </a:rPr>
                        <a:t>+2</a:t>
                      </a:r>
                    </a:p>
                  </a:txBody>
                  <a:tcPr marL="45720" marR="0" marT="0" marB="0" anchor="ctr"/>
                </a:tc>
                <a:tc gridSpan="4">
                  <a:txBody>
                    <a:bodyPr/>
                    <a:lstStyle/>
                    <a:p>
                      <a:pPr algn="l"/>
                      <a:r>
                        <a:rPr lang="en-US" sz="900" i="0" dirty="0">
                          <a:effectLst/>
                          <a:latin typeface="MULISH REGULAR ROMAN" pitchFamily="2" charset="77"/>
                        </a:rPr>
                        <a:t>10</a:t>
                      </a:r>
                      <a:endParaRPr lang="en-US" dirty="0"/>
                    </a:p>
                  </a:txBody>
                  <a:tcPr marL="45720" marR="0" marT="0" marB="0" anchor="ctr">
                    <a:lnB w="12700" cap="flat" cmpd="sng" algn="ctr">
                      <a:solidFill>
                        <a:schemeClr val="tx1"/>
                      </a:solidFill>
                      <a:prstDash val="solid"/>
                      <a:round/>
                      <a:headEnd type="none" w="med" len="med"/>
                      <a:tailEnd type="none" w="med" len="med"/>
                    </a:lnB>
                  </a:tcPr>
                </a:tc>
                <a:tc hMerge="1">
                  <a:txBody>
                    <a:bodyPr/>
                    <a:lstStyle/>
                    <a:p>
                      <a:endParaRPr lang="en-US"/>
                    </a:p>
                  </a:txBody>
                  <a:tcPr/>
                </a:tc>
                <a:tc hMerge="1">
                  <a:txBody>
                    <a:bodyPr/>
                    <a:lstStyle/>
                    <a:p>
                      <a:endParaRPr lang="en-US"/>
                    </a:p>
                  </a:txBody>
                  <a:tcPr marL="45720" marR="0" marT="0" marB="0" anchor="ctr"/>
                </a:tc>
                <a:tc hMerge="1">
                  <a:txBody>
                    <a:bodyPr/>
                    <a:lstStyle/>
                    <a:p>
                      <a:endParaRPr lang="en-US"/>
                    </a:p>
                  </a:txBody>
                  <a:tcPr marL="45720" marR="0" marT="0" marB="0" anchor="ctr"/>
                </a:tc>
                <a:extLst>
                  <a:ext uri="{0D108BD9-81ED-4DB2-BD59-A6C34878D82A}">
                    <a16:rowId xmlns:a16="http://schemas.microsoft.com/office/drawing/2014/main" val="10029"/>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Mahmoud</a:t>
                      </a:r>
                    </a:p>
                  </a:txBody>
                  <a:tcPr marL="45720" marR="0" marT="0" marB="0" anchor="ctr"/>
                </a:tc>
                <a:tc>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CA4</a:t>
                      </a:r>
                    </a:p>
                  </a:txBody>
                  <a:tcPr marL="45720" marR="0" marT="0" marB="0" anchor="ctr"/>
                </a:tc>
                <a:tc>
                  <a:txBody>
                    <a:bodyPr/>
                    <a:lstStyle/>
                    <a:p>
                      <a:pPr marL="0" algn="l" rtl="0" eaLnBrk="1" fontAlgn="auto" latinLnBrk="0" hangingPunct="1">
                        <a:spcBef>
                          <a:spcPts val="0"/>
                        </a:spcBef>
                        <a:spcAft>
                          <a:spcPts val="0"/>
                        </a:spcAft>
                      </a:pPr>
                      <a:r>
                        <a:rPr lang="en-US" sz="900" i="1" dirty="0">
                          <a:effectLst/>
                          <a:latin typeface="MULISH REGULAR ROMAN" pitchFamily="2" charset="77"/>
                        </a:rPr>
                        <a:t>DOE v. CA</a:t>
                      </a:r>
                    </a:p>
                  </a:txBody>
                  <a:tcPr marL="45720" marR="0" marT="0" marB="0" anchor="ctr"/>
                </a:tc>
                <a:tc>
                  <a:txBody>
                    <a:bodyPr/>
                    <a:lstStyle/>
                    <a:p>
                      <a:pPr marL="0" algn="l" rtl="0" eaLnBrk="1" fontAlgn="auto" latinLnBrk="0" hangingPunct="1">
                        <a:spcBef>
                          <a:spcPts val="0"/>
                        </a:spcBef>
                        <a:spcAft>
                          <a:spcPts val="0"/>
                        </a:spcAft>
                      </a:pPr>
                      <a:r>
                        <a:rPr lang="en-US" sz="900" i="1" dirty="0">
                          <a:effectLst/>
                          <a:latin typeface="MULISH REGULAR ROMAN" pitchFamily="2" charset="77"/>
                        </a:rPr>
                        <a:t>PC</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5-4</a:t>
                      </a: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G</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DCMA</a:t>
                      </a:r>
                    </a:p>
                  </a:txBody>
                  <a:tcPr marL="45720" marR="0" marT="0" marB="0" anchor="ctr"/>
                </a:tc>
                <a:tc gridSpan="3">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lnR w="12700" cap="flat" cmpd="sng" algn="ctr">
                      <a:solidFill>
                        <a:schemeClr val="tx1"/>
                      </a:solidFill>
                      <a:prstDash val="solid"/>
                      <a:round/>
                      <a:headEnd type="none" w="med" len="med"/>
                      <a:tailEnd type="none" w="med" len="med"/>
                    </a:lnR>
                  </a:tcPr>
                </a:tc>
                <a:tc hMerge="1">
                  <a:txBody>
                    <a:bodyPr/>
                    <a:lstStyle/>
                    <a:p>
                      <a:endParaRPr lang="en-US"/>
                    </a:p>
                  </a:txBody>
                  <a:tcPr/>
                </a:tc>
                <a:tc hMerge="1">
                  <a:txBody>
                    <a:bodyPr/>
                    <a:lstStyle/>
                    <a:p>
                      <a:pPr marL="0" algn="l" rtl="0" eaLnBrk="1" fontAlgn="base" latinLnBrk="0" hangingPunct="1">
                        <a:spcBef>
                          <a:spcPts val="0"/>
                        </a:spcBef>
                        <a:spcAft>
                          <a:spcPts val="0"/>
                        </a:spcAft>
                      </a:pPr>
                      <a:r>
                        <a:rPr lang="en-US" sz="900" kern="1200" dirty="0">
                          <a:effectLst/>
                          <a:latin typeface="MULISH REGULAR ROMAN" pitchFamily="2" charset="77"/>
                        </a:rPr>
                        <a:t>+7</a:t>
                      </a:r>
                    </a:p>
                  </a:txBody>
                  <a:tcPr marL="45720" marR="0" marT="0" marB="0" anchor="ctr">
                    <a:lnR>
                      <a:noFill/>
                    </a:lnR>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900" b="1" i="0" kern="1200" dirty="0">
                          <a:effectLst/>
                          <a:latin typeface="MULISH BOLD ROMAN" pitchFamily="2" charset="77"/>
                        </a:rPr>
                        <a:t>#</a:t>
                      </a:r>
                    </a:p>
                  </a:txBody>
                  <a:tcPr marL="45720" marR="0" marT="0" marB="0" anchor="ctr">
                    <a:lnL w="12700" cap="flat" cmpd="sng" algn="ctr">
                      <a:solidFill>
                        <a:schemeClr val="tx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gridSpan="3">
                  <a:txBody>
                    <a:bodyPr/>
                    <a:lstStyle/>
                    <a:p>
                      <a:pPr algn="l"/>
                      <a:r>
                        <a:rPr lang="en-US" sz="900" b="1" i="0" dirty="0">
                          <a:latin typeface="MULISH BOLD ROMAN" pitchFamily="2" charset="77"/>
                        </a:rPr>
                        <a:t>Total opinions released</a:t>
                      </a:r>
                    </a:p>
                  </a:txBody>
                  <a:tcPr marL="45720" marR="0" marT="0" marB="0" anchor="ctr">
                    <a:lnL>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US"/>
                    </a:p>
                  </a:txBody>
                  <a:tcPr marL="45720" marR="0" marT="0" marB="0" anchor="ctr">
                    <a:lnL>
                      <a:noFill/>
                    </a:lnL>
                  </a:tcPr>
                </a:tc>
                <a:tc hMerge="1">
                  <a:txBody>
                    <a:bodyPr/>
                    <a:lstStyle/>
                    <a:p>
                      <a:endParaRPr lang="en-US"/>
                    </a:p>
                  </a:txBody>
                  <a:tcPr marL="45720" marR="0" marT="0" marB="0" anchor="ctr"/>
                </a:tc>
                <a:extLst>
                  <a:ext uri="{0D108BD9-81ED-4DB2-BD59-A6C34878D82A}">
                    <a16:rowId xmlns:a16="http://schemas.microsoft.com/office/drawing/2014/main" val="10030"/>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Zuch</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Barrett</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8-1</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52d</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R</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CA3</a:t>
                      </a:r>
                    </a:p>
                  </a:txBody>
                  <a:tcPr marL="45720" marR="0" marT="0" marB="0" anchor="ctr"/>
                </a:tc>
                <a:tc>
                  <a:txBody>
                    <a:bodyPr/>
                    <a:lstStyle/>
                    <a:p>
                      <a:pPr marL="0" algn="l" rtl="0" eaLnBrk="1" fontAlgn="auto" latinLnBrk="0" hangingPunct="1">
                        <a:spcBef>
                          <a:spcPts val="0"/>
                        </a:spcBef>
                        <a:spcAft>
                          <a:spcPts val="0"/>
                        </a:spcAft>
                      </a:pPr>
                      <a:r>
                        <a:rPr lang="en-US" sz="900" i="1" dirty="0">
                          <a:effectLst/>
                          <a:latin typeface="MULISH REGULAR ROMAN" pitchFamily="2" charset="77"/>
                        </a:rPr>
                        <a:t>Trump v. J.G.G.</a:t>
                      </a:r>
                    </a:p>
                  </a:txBody>
                  <a:tcPr marL="45720" marR="0" marT="0" marB="0" anchor="ctr"/>
                </a:tc>
                <a:tc>
                  <a:txBody>
                    <a:bodyPr/>
                    <a:lstStyle/>
                    <a:p>
                      <a:pPr marL="0" algn="l" rtl="0" eaLnBrk="1" fontAlgn="auto" latinLnBrk="0" hangingPunct="1">
                        <a:spcBef>
                          <a:spcPts val="0"/>
                        </a:spcBef>
                        <a:spcAft>
                          <a:spcPts val="0"/>
                        </a:spcAft>
                      </a:pPr>
                      <a:r>
                        <a:rPr lang="en-US" sz="900" i="1" dirty="0">
                          <a:effectLst/>
                          <a:latin typeface="MULISH REGULAR ROMAN" pitchFamily="2" charset="77"/>
                        </a:rPr>
                        <a:t>PC</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6-3</a:t>
                      </a: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G</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DCDC</a:t>
                      </a:r>
                    </a:p>
                  </a:txBody>
                  <a:tcPr marL="45720" marR="0" marT="0" marB="0" anchor="ctr"/>
                </a:tc>
                <a:tc gridSpan="3">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lnR w="12700" cap="flat" cmpd="sng" algn="ctr">
                      <a:noFill/>
                      <a:prstDash val="solid"/>
                      <a:round/>
                      <a:headEnd type="none" w="med" len="med"/>
                      <a:tailEnd type="none" w="med" len="med"/>
                    </a:lnR>
                  </a:tcPr>
                </a:tc>
                <a:tc hMerge="1">
                  <a:txBody>
                    <a:bodyPr/>
                    <a:lstStyle/>
                    <a:p>
                      <a:endParaRPr lang="en-US"/>
                    </a:p>
                  </a:txBody>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900" b="1" i="0" kern="1200" dirty="0">
                          <a:effectLst/>
                          <a:latin typeface="MULISH BOLD ROMAN" pitchFamily="2" charset="77"/>
                        </a:rPr>
                        <a:t>43</a:t>
                      </a:r>
                    </a:p>
                  </a:txBody>
                  <a:tcPr marL="45720" marR="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sz="900" b="1" i="0" kern="1200" dirty="0">
                        <a:effectLst/>
                        <a:latin typeface="MULISH BOLD ROMAN" pitchFamily="2" charset="77"/>
                      </a:endParaRPr>
                    </a:p>
                  </a:txBody>
                  <a:tcPr marL="4572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gridSpan="3">
                  <a:txBody>
                    <a:bodyPr/>
                    <a:lstStyle/>
                    <a:p>
                      <a:pPr algn="l"/>
                      <a:endParaRPr lang="en-US" sz="900" b="1" i="0" dirty="0">
                        <a:latin typeface="MULISH BOLD ROMAN" pitchFamily="2" charset="77"/>
                      </a:endParaRPr>
                    </a:p>
                  </a:txBody>
                  <a:tcPr marL="4572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US"/>
                    </a:p>
                  </a:txBody>
                  <a:tcPr marL="45720" marR="0" marT="0" marB="0" anchor="ctr">
                    <a:lnL w="12700" cap="flat" cmpd="sng" algn="ctr">
                      <a:solidFill>
                        <a:schemeClr val="tx1"/>
                      </a:solidFill>
                      <a:prstDash val="solid"/>
                      <a:round/>
                      <a:headEnd type="none" w="med" len="med"/>
                      <a:tailEnd type="none" w="med" len="med"/>
                    </a:lnL>
                  </a:tcPr>
                </a:tc>
                <a:tc hMerge="1">
                  <a:txBody>
                    <a:bodyPr/>
                    <a:lstStyle/>
                    <a:p>
                      <a:endParaRPr lang="en-US"/>
                    </a:p>
                  </a:txBody>
                  <a:tcPr marL="45720" marR="0" marT="0" marB="0" anchor="ctr"/>
                </a:tc>
                <a:extLst>
                  <a:ext uri="{0D108BD9-81ED-4DB2-BD59-A6C34878D82A}">
                    <a16:rowId xmlns:a16="http://schemas.microsoft.com/office/drawing/2014/main" val="10031"/>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Diamond</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Kavanaugh</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7-2</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59d</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R</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CADC</a:t>
                      </a:r>
                    </a:p>
                  </a:txBody>
                  <a:tcPr marL="45720" marR="0" marT="0" marB="0" anchor="ctr"/>
                </a:tc>
                <a:tc>
                  <a:txBody>
                    <a:bodyPr/>
                    <a:lstStyle/>
                    <a:p>
                      <a:pPr marL="0" algn="l" rtl="0" eaLnBrk="1" fontAlgn="auto" latinLnBrk="0" hangingPunct="1">
                        <a:spcBef>
                          <a:spcPts val="0"/>
                        </a:spcBef>
                        <a:spcAft>
                          <a:spcPts val="0"/>
                        </a:spcAft>
                      </a:pPr>
                      <a:r>
                        <a:rPr lang="en-US" sz="900" i="1" dirty="0">
                          <a:effectLst/>
                          <a:latin typeface="MULISH REGULAR ROMAN" pitchFamily="2" charset="77"/>
                        </a:rPr>
                        <a:t>A.A.R.P v. Trump</a:t>
                      </a:r>
                    </a:p>
                  </a:txBody>
                  <a:tcPr marL="45720" marR="0" marT="0" marB="0" anchor="ctr"/>
                </a:tc>
                <a:tc>
                  <a:txBody>
                    <a:bodyPr/>
                    <a:lstStyle/>
                    <a:p>
                      <a:pPr marL="0" algn="l" rtl="0" eaLnBrk="1" fontAlgn="auto" latinLnBrk="0" hangingPunct="1">
                        <a:spcBef>
                          <a:spcPts val="0"/>
                        </a:spcBef>
                        <a:spcAft>
                          <a:spcPts val="0"/>
                        </a:spcAft>
                      </a:pPr>
                      <a:r>
                        <a:rPr lang="en-US" sz="900" i="1" dirty="0">
                          <a:effectLst/>
                          <a:latin typeface="MULISH REGULAR ROMAN" pitchFamily="2" charset="77"/>
                        </a:rPr>
                        <a:t>PC</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7-2</a:t>
                      </a: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G</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CA5</a:t>
                      </a:r>
                    </a:p>
                  </a:txBody>
                  <a:tcPr marL="45720" marR="0" marT="0" marB="0" anchor="ctr"/>
                </a:tc>
                <a:tc gridSpan="3">
                  <a:txBody>
                    <a:bodyPr/>
                    <a:lstStyle/>
                    <a:p>
                      <a:pPr marL="0" lvl="0" algn="l" rtl="0">
                        <a:spcBef>
                          <a:spcPts val="0"/>
                        </a:spcBef>
                        <a:spcAft>
                          <a:spcPts val="0"/>
                        </a:spcAft>
                        <a:buNone/>
                      </a:pPr>
                      <a:r>
                        <a:rPr lang="en-US" sz="900" dirty="0">
                          <a:effectLst/>
                          <a:latin typeface="MULISH REGULAR ROMAN" pitchFamily="2" charset="77"/>
                        </a:rPr>
                        <a:t>Cases Granted for Argument</a:t>
                      </a:r>
                    </a:p>
                  </a:txBody>
                  <a:tcPr marL="45720" marR="0" marT="0" marB="0" anchor="ctr"/>
                </a:tc>
                <a:tc hMerge="1">
                  <a:txBody>
                    <a:bodyPr/>
                    <a:lstStyle/>
                    <a:p>
                      <a:endParaRPr lang="en-US"/>
                    </a:p>
                  </a:txBody>
                  <a:tcP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+62</a:t>
                      </a:r>
                    </a:p>
                  </a:txBody>
                  <a:tcPr marL="45720" marR="0" marT="0" marB="0" anchor="ctr">
                    <a:lnT w="12700" cap="flat" cmpd="sng" algn="ctr">
                      <a:solidFill>
                        <a:schemeClr val="tx1"/>
                      </a:solidFill>
                      <a:prstDash val="solid"/>
                      <a:round/>
                      <a:headEnd type="none" w="med" len="med"/>
                      <a:tailEnd type="none" w="med" len="med"/>
                    </a:lnT>
                  </a:tcPr>
                </a:tc>
                <a:tc gridSpan="4">
                  <a:txBody>
                    <a:bodyPr/>
                    <a:lstStyle/>
                    <a:p>
                      <a:pPr algn="l"/>
                      <a:r>
                        <a:rPr lang="en-US" sz="900" dirty="0">
                          <a:effectLst/>
                          <a:latin typeface="MULISH REGULAR ROMAN" pitchFamily="2" charset="77"/>
                        </a:rPr>
                        <a:t>62</a:t>
                      </a:r>
                      <a:endParaRPr lang="en-US" dirty="0"/>
                    </a:p>
                  </a:txBody>
                  <a:tcPr marL="45720" marR="0" marT="0" marB="0" anchor="ctr">
                    <a:lnT w="12700" cap="flat" cmpd="sng" algn="ctr">
                      <a:noFill/>
                      <a:prstDash val="solid"/>
                      <a:round/>
                      <a:headEnd type="none" w="med" len="med"/>
                      <a:tailEnd type="none" w="med" len="med"/>
                    </a:lnT>
                    <a:lnB w="12700" cap="flat" cmpd="sng" algn="ctr">
                      <a:noFill/>
                      <a:prstDash val="solid"/>
                      <a:round/>
                      <a:headEnd type="none" w="med" len="med"/>
                      <a:tailEnd type="none" w="med" len="med"/>
                    </a:lnB>
                  </a:tcPr>
                </a:tc>
                <a:tc hMerge="1">
                  <a:txBody>
                    <a:bodyPr/>
                    <a:lstStyle/>
                    <a:p>
                      <a:endParaRPr lang="en-US"/>
                    </a:p>
                  </a:txBody>
                  <a:tcPr/>
                </a:tc>
                <a:tc hMerge="1">
                  <a:txBody>
                    <a:bodyPr/>
                    <a:lstStyle/>
                    <a:p>
                      <a:endParaRPr lang="en-US"/>
                    </a:p>
                  </a:txBody>
                  <a:tcPr marL="45720" marR="0" marT="0" marB="0" anchor="ctr"/>
                </a:tc>
                <a:tc hMerge="1">
                  <a:txBody>
                    <a:bodyPr/>
                    <a:lstStyle/>
                    <a:p>
                      <a:endParaRPr lang="en-US"/>
                    </a:p>
                  </a:txBody>
                  <a:tcPr marL="45720" marR="0" marT="0" marB="0" anchor="ctr"/>
                </a:tc>
                <a:extLst>
                  <a:ext uri="{0D108BD9-81ED-4DB2-BD59-A6C34878D82A}">
                    <a16:rowId xmlns:a16="http://schemas.microsoft.com/office/drawing/2014/main" val="2738805768"/>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A.J.T.</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Roberts</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9-0</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46d</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V</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CA8</a:t>
                      </a:r>
                    </a:p>
                  </a:txBody>
                  <a:tcPr marL="45720" marR="0" marT="0" marB="0" anchor="ctr"/>
                </a:tc>
                <a:tc>
                  <a:txBody>
                    <a:bodyPr/>
                    <a:lstStyle/>
                    <a:p>
                      <a:pPr marL="0" algn="l" rtl="0" eaLnBrk="1" fontAlgn="auto"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gridSpan="3">
                  <a:txBody>
                    <a:bodyPr/>
                    <a:lstStyle/>
                    <a:p>
                      <a:pPr marL="0" lvl="0" algn="l" rtl="0">
                        <a:spcBef>
                          <a:spcPts val="0"/>
                        </a:spcBef>
                        <a:spcAft>
                          <a:spcPts val="0"/>
                        </a:spcAft>
                        <a:buNone/>
                      </a:pPr>
                      <a:r>
                        <a:rPr lang="en-US" sz="900" dirty="0">
                          <a:effectLst/>
                          <a:latin typeface="MULISH REGULAR ROMAN" pitchFamily="2" charset="77"/>
                        </a:rPr>
                        <a:t>Cases Decided Without Argument</a:t>
                      </a:r>
                    </a:p>
                  </a:txBody>
                  <a:tcPr marL="45720" marR="0" marT="0" marB="0" anchor="ctr">
                    <a:lnR>
                      <a:noFill/>
                    </a:lnR>
                  </a:tcPr>
                </a:tc>
                <a:tc hMerge="1">
                  <a:txBody>
                    <a:bodyPr/>
                    <a:lstStyle/>
                    <a:p>
                      <a:endParaRPr lang="en-US"/>
                    </a:p>
                  </a:txBody>
                  <a:tcP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+7</a:t>
                      </a:r>
                    </a:p>
                  </a:txBody>
                  <a:tcPr marL="45720" marR="0" marT="0" marB="0" anchor="ctr">
                    <a:lnL>
                      <a:noFill/>
                    </a:lnL>
                  </a:tcPr>
                </a:tc>
                <a:tc>
                  <a:txBody>
                    <a:bodyPr/>
                    <a:lstStyle/>
                    <a:p>
                      <a:pPr marL="0" algn="l" rtl="0" eaLnBrk="1" fontAlgn="auto" latinLnBrk="0" hangingPunct="1">
                        <a:spcBef>
                          <a:spcPts val="0"/>
                        </a:spcBef>
                        <a:spcAft>
                          <a:spcPts val="0"/>
                        </a:spcAft>
                      </a:pPr>
                      <a:r>
                        <a:rPr lang="en-US" sz="900" dirty="0">
                          <a:effectLst/>
                          <a:latin typeface="MULISH REGULAR ROMAN" pitchFamily="2" charset="77"/>
                        </a:rPr>
                        <a:t>5</a:t>
                      </a:r>
                    </a:p>
                  </a:txBody>
                  <a:tcPr marL="45720" marR="0" marT="0" marB="0"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gridSpan="2">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tcPr>
                </a:tc>
                <a:tc hMerge="1">
                  <a:txBody>
                    <a:bodyPr/>
                    <a:lstStyle/>
                    <a:p>
                      <a:endParaRPr lang="en-US"/>
                    </a:p>
                  </a:txBody>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extLst>
                  <a:ext uri="{0D108BD9-81ED-4DB2-BD59-A6C34878D82A}">
                    <a16:rowId xmlns:a16="http://schemas.microsoft.com/office/drawing/2014/main" val="10032"/>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Soto</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Thomas</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9-0</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46d</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R</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CAFED</a:t>
                      </a:r>
                    </a:p>
                  </a:txBody>
                  <a:tcPr marL="45720" marR="0" marT="0" marB="0" anchor="ctr"/>
                </a:tc>
                <a:tc>
                  <a:txBody>
                    <a:bodyPr/>
                    <a:lstStyle/>
                    <a:p>
                      <a:pPr marL="0" algn="l" rtl="0" eaLnBrk="1" fontAlgn="auto"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gridSpan="3">
                  <a:txBody>
                    <a:bodyPr/>
                    <a:lstStyle/>
                    <a:p>
                      <a:pPr marL="0" lvl="0" algn="l" rtl="0">
                        <a:spcBef>
                          <a:spcPts val="0"/>
                        </a:spcBef>
                        <a:spcAft>
                          <a:spcPts val="0"/>
                        </a:spcAft>
                        <a:buNone/>
                      </a:pPr>
                      <a:r>
                        <a:rPr lang="en-US" sz="900" dirty="0">
                          <a:effectLst/>
                          <a:latin typeface="MULISH REGULAR ROMAN" pitchFamily="2" charset="77"/>
                        </a:rPr>
                        <a:t>Cases Postponed Before Argument</a:t>
                      </a:r>
                    </a:p>
                  </a:txBody>
                  <a:tcPr marL="45720" marR="0" marT="0" marB="0" anchor="ctr">
                    <a:lnR>
                      <a:noFill/>
                    </a:lnR>
                  </a:tcPr>
                </a:tc>
                <a:tc hMerge="1">
                  <a:txBody>
                    <a:bodyPr/>
                    <a:lstStyle/>
                    <a:p>
                      <a:endParaRPr lang="en-US"/>
                    </a:p>
                  </a:txBody>
                  <a:tcP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-4</a:t>
                      </a:r>
                    </a:p>
                  </a:txBody>
                  <a:tcPr marL="45720" marR="0" marT="0" marB="0" anchor="ctr">
                    <a:lnL>
                      <a:noFill/>
                    </a:lnL>
                  </a:tcPr>
                </a:tc>
                <a:tc>
                  <a:txBody>
                    <a:bodyPr/>
                    <a:lstStyle/>
                    <a:p>
                      <a:pPr marL="0" algn="l" rtl="0" eaLnBrk="1" fontAlgn="auto" latinLnBrk="0" hangingPunct="1">
                        <a:spcBef>
                          <a:spcPts val="0"/>
                        </a:spcBef>
                        <a:spcAft>
                          <a:spcPts val="0"/>
                        </a:spcAft>
                      </a:pPr>
                      <a:r>
                        <a:rPr lang="en-US" sz="900" dirty="0">
                          <a:effectLst/>
                          <a:latin typeface="MULISH REGULAR ROMAN" pitchFamily="2" charset="77"/>
                        </a:rPr>
                        <a:t>#</a:t>
                      </a: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B>
                      <a:noFill/>
                    </a:lnB>
                    <a:lnTlToBr w="12700" cmpd="sng">
                      <a:noFill/>
                      <a:prstDash val="solid"/>
                    </a:lnTlToBr>
                    <a:lnBlToTr w="12700" cmpd="sng">
                      <a:noFill/>
                      <a:prstDash val="solid"/>
                    </a:lnBlToTr>
                  </a:tcPr>
                </a:tc>
                <a:tc hMerge="1">
                  <a:txBody>
                    <a:bodyPr/>
                    <a:lstStyle/>
                    <a:p>
                      <a:endParaRPr lang="en-US"/>
                    </a:p>
                  </a:txBody>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tcPr>
                </a:tc>
                <a:extLst>
                  <a:ext uri="{0D108BD9-81ED-4DB2-BD59-A6C34878D82A}">
                    <a16:rowId xmlns:a16="http://schemas.microsoft.com/office/drawing/2014/main" val="10033"/>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Martin</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Gorsuch</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9-0</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45d</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V</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CA11</a:t>
                      </a: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gridSpan="3">
                  <a:txBody>
                    <a:bodyPr/>
                    <a:lstStyle/>
                    <a:p>
                      <a:pPr marL="0" lvl="0" algn="l" rtl="0">
                        <a:spcBef>
                          <a:spcPts val="0"/>
                        </a:spcBef>
                        <a:spcAft>
                          <a:spcPts val="0"/>
                        </a:spcAft>
                        <a:buNone/>
                      </a:pPr>
                      <a:r>
                        <a:rPr lang="en-US" sz="900" dirty="0">
                          <a:effectLst/>
                          <a:latin typeface="MULISH REGULAR ROMAN" pitchFamily="2" charset="77"/>
                        </a:rPr>
                        <a:t>Cases Dismissed After Argument</a:t>
                      </a:r>
                    </a:p>
                  </a:txBody>
                  <a:tcPr marL="45720" marR="0" marT="0" marB="0" anchor="ctr">
                    <a:lnB>
                      <a:noFill/>
                    </a:lnB>
                  </a:tcPr>
                </a:tc>
                <a:tc hMerge="1">
                  <a:txBody>
                    <a:bodyPr/>
                    <a:lstStyle/>
                    <a:p>
                      <a:endParaRPr lang="en-US"/>
                    </a:p>
                  </a:txBody>
                  <a:tcP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-1</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3</a:t>
                      </a:r>
                    </a:p>
                  </a:txBody>
                  <a:tcPr marL="45720" marR="0" marT="0" marB="0" anchor="ctr">
                    <a:lnT>
                      <a:noFill/>
                    </a:lnT>
                    <a:lnB w="12700" cap="flat" cmpd="sng" algn="ctr">
                      <a:solidFill>
                        <a:schemeClr val="tx1"/>
                      </a:solidFill>
                      <a:prstDash val="solid"/>
                      <a:round/>
                      <a:headEnd type="none" w="med" len="med"/>
                      <a:tailEnd type="none" w="med" len="med"/>
                    </a:lnB>
                  </a:tcPr>
                </a:tc>
                <a:tc gridSpan="2">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T>
                      <a:noFill/>
                    </a:lnT>
                    <a:lnB w="12700" cap="flat" cmpd="sng" algn="ctr">
                      <a:solidFill>
                        <a:schemeClr val="tx1"/>
                      </a:solidFill>
                      <a:prstDash val="solid"/>
                      <a:round/>
                      <a:headEnd type="none" w="med" len="med"/>
                      <a:tailEnd type="none" w="med" len="med"/>
                    </a:lnB>
                  </a:tcPr>
                </a:tc>
                <a:tc hMerge="1">
                  <a:txBody>
                    <a:bodyPr/>
                    <a:lstStyle/>
                    <a:p>
                      <a:endParaRPr lang="en-US"/>
                    </a:p>
                  </a:txBody>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34"/>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Laboratory Corp.</a:t>
                      </a:r>
                    </a:p>
                  </a:txBody>
                  <a:tcPr marL="45720" marR="0" marT="0" marB="0" anchor="ctr">
                    <a:lnB>
                      <a:noFill/>
                    </a:lnB>
                  </a:tcP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PC</a:t>
                      </a:r>
                    </a:p>
                  </a:txBody>
                  <a:tcPr marL="45720" marR="0" marT="0" marB="0" anchor="ctr">
                    <a:lnB>
                      <a:noFill/>
                    </a:lnB>
                  </a:tcPr>
                </a:tc>
                <a:tc>
                  <a:txBody>
                    <a:bodyPr/>
                    <a:lstStyle/>
                    <a:p>
                      <a:pPr marL="0" algn="l" rtl="0" eaLnBrk="1" fontAlgn="auto" latinLnBrk="0" hangingPunct="1">
                        <a:spcBef>
                          <a:spcPts val="0"/>
                        </a:spcBef>
                        <a:spcAft>
                          <a:spcPts val="0"/>
                        </a:spcAft>
                      </a:pPr>
                      <a:r>
                        <a:rPr lang="en-US" sz="900" dirty="0">
                          <a:effectLst/>
                          <a:latin typeface="MULISH REGULAR ROMAN" pitchFamily="2" charset="77"/>
                        </a:rPr>
                        <a:t>PC</a:t>
                      </a:r>
                    </a:p>
                  </a:txBody>
                  <a:tcPr marL="45720" marR="0" marT="0" marB="0" anchor="ctr">
                    <a:lnB>
                      <a:noFill/>
                    </a:lnB>
                  </a:tcPr>
                </a:tc>
                <a:tc>
                  <a:txBody>
                    <a:bodyPr/>
                    <a:lstStyle/>
                    <a:p>
                      <a:pPr marL="0" algn="l" rtl="0" eaLnBrk="1" fontAlgn="auto" latinLnBrk="0" hangingPunct="1">
                        <a:spcBef>
                          <a:spcPts val="0"/>
                        </a:spcBef>
                        <a:spcAft>
                          <a:spcPts val="0"/>
                        </a:spcAft>
                      </a:pPr>
                      <a:r>
                        <a:rPr lang="en-US" sz="900" dirty="0">
                          <a:effectLst/>
                          <a:latin typeface="MULISH REGULAR ROMAN" pitchFamily="2" charset="77"/>
                        </a:rPr>
                        <a:t>38d</a:t>
                      </a:r>
                    </a:p>
                  </a:txBody>
                  <a:tcPr marL="45720" marR="0" marT="0" marB="0" anchor="ctr">
                    <a:lnB>
                      <a:noFill/>
                    </a:lnB>
                  </a:tcPr>
                </a:tc>
                <a:tc>
                  <a:txBody>
                    <a:bodyPr/>
                    <a:lstStyle/>
                    <a:p>
                      <a:pPr marL="0" algn="l" rtl="0" eaLnBrk="1" fontAlgn="auto" latinLnBrk="0" hangingPunct="1">
                        <a:spcBef>
                          <a:spcPts val="0"/>
                        </a:spcBef>
                        <a:spcAft>
                          <a:spcPts val="0"/>
                        </a:spcAft>
                      </a:pPr>
                      <a:r>
                        <a:rPr lang="en-US" sz="900" dirty="0">
                          <a:effectLst/>
                          <a:latin typeface="MULISH REGULAR ROMAN" pitchFamily="2" charset="77"/>
                        </a:rPr>
                        <a:t>DIG</a:t>
                      </a:r>
                    </a:p>
                  </a:txBody>
                  <a:tcPr marL="45720" marR="0" marT="0" marB="0" anchor="ctr">
                    <a:lnB>
                      <a:noFill/>
                    </a:lnB>
                  </a:tcP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CA9</a:t>
                      </a:r>
                    </a:p>
                  </a:txBody>
                  <a:tcPr marL="45720" marR="0" marT="0" marB="0" anchor="ctr">
                    <a:lnB>
                      <a:noFill/>
                    </a:lnB>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R>
                      <a:noFill/>
                    </a:lnR>
                    <a:lnB>
                      <a:noFill/>
                    </a:lnB>
                  </a:tcPr>
                </a:tc>
                <a:tc gridSpan="3">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lnL>
                      <a:noFill/>
                    </a:lnL>
                    <a:lnR w="12700" cap="flat" cmpd="sng" algn="ctr">
                      <a:solidFill>
                        <a:schemeClr val="tx1"/>
                      </a:solidFill>
                      <a:prstDash val="solid"/>
                      <a:round/>
                      <a:headEnd type="none" w="med" len="med"/>
                      <a:tailEnd type="none" w="med" len="med"/>
                    </a:lnR>
                    <a:lnT>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US"/>
                    </a:p>
                  </a:txBody>
                  <a:tcP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-1</a:t>
                      </a:r>
                    </a:p>
                  </a:txBody>
                  <a:tcPr marL="45720" marR="0" marT="0" marB="0" anchor="ctr">
                    <a:lnL>
                      <a:noFill/>
                    </a:lnL>
                    <a:lnB w="12700" cap="flat" cmpd="sng" algn="ctr">
                      <a:solidFill>
                        <a:schemeClr val="tx1"/>
                      </a:solidFill>
                      <a:prstDash val="solid"/>
                      <a:round/>
                      <a:headEnd type="none" w="med" len="med"/>
                      <a:tailEnd type="none" w="med" len="med"/>
                    </a:lnB>
                  </a:tcPr>
                </a:tc>
                <a:tc>
                  <a:txBody>
                    <a:bodyPr/>
                    <a:lstStyle/>
                    <a:p>
                      <a:pPr marL="0" algn="l" rtl="0" eaLnBrk="1" fontAlgn="auto" latinLnBrk="0" hangingPunct="1">
                        <a:spcBef>
                          <a:spcPts val="0"/>
                        </a:spcBef>
                        <a:spcAft>
                          <a:spcPts val="0"/>
                        </a:spcAft>
                      </a:pPr>
                      <a:r>
                        <a:rPr lang="en-US" sz="900" b="1" i="0" dirty="0">
                          <a:effectLst/>
                          <a:latin typeface="MULISH BOLD ROMAN" pitchFamily="2" charset="77"/>
                        </a:rPr>
                        <a:t># </a:t>
                      </a:r>
                    </a:p>
                  </a:txBody>
                  <a:tcPr marL="45720" marR="0" marT="0" marB="0"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gridSpan="3">
                  <a:txBody>
                    <a:bodyPr/>
                    <a:lstStyle/>
                    <a:p>
                      <a:pPr marL="0" algn="l" rtl="0" eaLnBrk="1" fontAlgn="auto" latinLnBrk="0" hangingPunct="1">
                        <a:spcBef>
                          <a:spcPts val="0"/>
                        </a:spcBef>
                        <a:spcAft>
                          <a:spcPts val="0"/>
                        </a:spcAft>
                      </a:pPr>
                      <a:r>
                        <a:rPr lang="en-US" sz="900" b="1" i="0" dirty="0">
                          <a:effectLst/>
                          <a:latin typeface="MULISH BOLD ROMAN" pitchFamily="2" charset="77"/>
                        </a:rPr>
                        <a:t>Total opinions expected</a:t>
                      </a:r>
                    </a:p>
                  </a:txBody>
                  <a:tcPr marL="45720" marR="0" marT="0" marB="0"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lang="en-US"/>
                    </a:p>
                  </a:txBody>
                  <a:tcPr/>
                </a:tc>
                <a:tc hMerge="1">
                  <a:txBody>
                    <a:bodyPr/>
                    <a:lstStyle/>
                    <a:p>
                      <a:pPr marL="0" algn="l" rtl="0" eaLnBrk="1" fontAlgn="auto" latinLnBrk="0" hangingPunct="1">
                        <a:spcBef>
                          <a:spcPts val="0"/>
                        </a:spcBef>
                        <a:spcAft>
                          <a:spcPts val="0"/>
                        </a:spcAft>
                      </a:pPr>
                      <a:endParaRPr lang="en-US" sz="800" dirty="0">
                        <a:effectLst/>
                        <a:latin typeface="MULISH REGULAR ROMAN" pitchFamily="2" charset="77"/>
                      </a:endParaRPr>
                    </a:p>
                  </a:txBody>
                  <a:tcPr marL="45720" marR="0" marT="0" marB="0"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60772720"/>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Drummond</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a:effectLst/>
                          <a:latin typeface="MULISH REGULAR ROMAN" pitchFamily="2" charset="77"/>
                        </a:rPr>
                        <a:t>PC</a:t>
                      </a:r>
                      <a:endParaRPr lang="en-US" sz="900" i="1"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pitchFamily="2" charset="77"/>
                        </a:rPr>
                        <a:t>4-4</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pitchFamily="2" charset="77"/>
                        </a:rPr>
                        <a:t>22d</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pitchFamily="2" charset="77"/>
                        </a:rPr>
                        <a:t>A</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pitchFamily="2" charset="77"/>
                        </a:rPr>
                        <a:t>SCOK</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gridSpan="3">
                  <a:txBody>
                    <a:bodyPr/>
                    <a:lstStyle/>
                    <a:p>
                      <a:pPr marL="0" lvl="0" algn="l" rtl="0">
                        <a:spcBef>
                          <a:spcPts val="0"/>
                        </a:spcBef>
                        <a:spcAft>
                          <a:spcPts val="0"/>
                        </a:spcAft>
                        <a:buNone/>
                      </a:pPr>
                      <a:endParaRPr lang="en-US" sz="900" b="1" i="0" dirty="0">
                        <a:effectLst/>
                        <a:latin typeface="MULISH BOLD ROMAN" pitchFamily="2" charset="77"/>
                      </a:endParaRPr>
                    </a:p>
                  </a:txBody>
                  <a:tcPr marL="45720" marR="0" marT="0" marB="0" anchor="ctr">
                    <a:lnL>
                      <a:noFill/>
                    </a:lnL>
                    <a:lnR w="12700" cap="flat" cmpd="sng" algn="ctr">
                      <a:noFill/>
                      <a:prstDash val="solid"/>
                      <a:round/>
                      <a:headEnd type="none" w="med" len="med"/>
                      <a:tailEnd type="none" w="med" len="med"/>
                    </a:lnR>
                    <a:lnT>
                      <a:noFill/>
                    </a:lnT>
                    <a:lnB w="12700" cmpd="sng">
                      <a:noFill/>
                    </a:lnB>
                    <a:lnTlToBr w="12700" cmpd="sng">
                      <a:noFill/>
                      <a:prstDash val="solid"/>
                    </a:lnTlToBr>
                    <a:lnBlToTr w="12700" cmpd="sng">
                      <a:noFill/>
                      <a:prstDash val="solid"/>
                    </a:lnBlToTr>
                    <a:solidFill>
                      <a:schemeClr val="bg1"/>
                    </a:solidFill>
                  </a:tcPr>
                </a:tc>
                <a:tc hMerge="1">
                  <a:txBody>
                    <a:bodyPr/>
                    <a:lstStyle/>
                    <a:p>
                      <a:endParaRPr lang="en-US"/>
                    </a:p>
                  </a:txBody>
                  <a:tcPr/>
                </a:tc>
                <a:tc hMerge="1">
                  <a:txBody>
                    <a:bodyPr/>
                    <a:lstStyle/>
                    <a:p>
                      <a:pPr marL="0" algn="l" rtl="0" eaLnBrk="1" fontAlgn="auto" latinLnBrk="0" hangingPunct="1">
                        <a:spcBef>
                          <a:spcPts val="0"/>
                        </a:spcBef>
                        <a:spcAft>
                          <a:spcPts val="0"/>
                        </a:spcAft>
                      </a:pPr>
                      <a:r>
                        <a:rPr lang="en-US" sz="900" b="1" i="0" dirty="0">
                          <a:effectLst/>
                          <a:latin typeface="MULISH BOLD ROMAN" pitchFamily="2" charset="77"/>
                        </a:rPr>
                        <a:t>64</a:t>
                      </a:r>
                    </a:p>
                  </a:txBody>
                  <a:tcPr marL="45720" marR="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b="1" i="0" dirty="0">
                        <a:effectLst/>
                        <a:latin typeface="MULISH BOLD ROMAN" pitchFamily="2" charset="77"/>
                      </a:endParaRPr>
                    </a:p>
                  </a:txBody>
                  <a:tcPr marL="4572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gridSpan="3">
                  <a:txBody>
                    <a:bodyPr/>
                    <a:lstStyle/>
                    <a:p>
                      <a:pPr marL="0" algn="l" rtl="0" eaLnBrk="1" fontAlgn="auto" latinLnBrk="0" hangingPunct="1">
                        <a:spcBef>
                          <a:spcPts val="0"/>
                        </a:spcBef>
                        <a:spcAft>
                          <a:spcPts val="0"/>
                        </a:spcAft>
                      </a:pPr>
                      <a:endParaRPr lang="en-US" sz="900" b="1" i="0" dirty="0">
                        <a:effectLst/>
                        <a:latin typeface="MULISH BOLD ROMAN" pitchFamily="2" charset="77"/>
                      </a:endParaRPr>
                    </a:p>
                  </a:txBody>
                  <a:tcPr marL="4572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endParaRPr lang="en-US"/>
                    </a:p>
                  </a:txBody>
                  <a:tcPr>
                    <a:lnL w="12700" cap="flat" cmpd="sng" algn="ctr">
                      <a:solidFill>
                        <a:schemeClr val="tx1"/>
                      </a:solidFill>
                      <a:prstDash val="solid"/>
                      <a:round/>
                      <a:headEnd type="none" w="med" len="med"/>
                      <a:tailEnd type="none" w="med" len="med"/>
                    </a:lnL>
                  </a:tcPr>
                </a:tc>
                <a:tc hMerge="1">
                  <a:txBody>
                    <a:bodyPr/>
                    <a:lstStyle/>
                    <a:p>
                      <a:pPr marL="0" algn="l" rtl="0" eaLnBrk="1" fontAlgn="auto" latinLnBrk="0" hangingPunct="1">
                        <a:spcBef>
                          <a:spcPts val="0"/>
                        </a:spcBef>
                        <a:spcAft>
                          <a:spcPts val="0"/>
                        </a:spcAft>
                      </a:pPr>
                      <a:endParaRPr lang="en-US" sz="800" dirty="0">
                        <a:effectLst/>
                        <a:latin typeface="MULISH REGULAR ROMAN" pitchFamily="2" charset="77"/>
                      </a:endParaRPr>
                    </a:p>
                  </a:txBody>
                  <a:tcPr marL="45720" marR="0" marT="0" marB="0" anchor="ctr"/>
                </a:tc>
                <a:extLst>
                  <a:ext uri="{0D108BD9-81ED-4DB2-BD59-A6C34878D82A}">
                    <a16:rowId xmlns:a16="http://schemas.microsoft.com/office/drawing/2014/main" val="3067803215"/>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Trump v. CASA</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endParaRPr lang="en-US" dirty="0"/>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CA4</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gridSpan="3">
                  <a:txBody>
                    <a:bodyPr/>
                    <a:lstStyle/>
                    <a:p>
                      <a:pPr marL="0" lvl="0" algn="l" rtl="0">
                        <a:spcBef>
                          <a:spcPts val="0"/>
                        </a:spcBef>
                        <a:spcAft>
                          <a:spcPts val="0"/>
                        </a:spcAft>
                        <a:buNone/>
                      </a:pPr>
                      <a:endParaRPr lang="en-US" sz="900" b="1" i="0" dirty="0">
                        <a:effectLst/>
                        <a:latin typeface="MULISH BOLD ROMAN" pitchFamily="2" charset="77"/>
                      </a:endParaRPr>
                    </a:p>
                  </a:txBody>
                  <a:tcPr marL="45720" marR="0" marT="0" marB="0" anchor="ctr">
                    <a:lnL>
                      <a:noFill/>
                    </a:lnL>
                    <a:lnR w="12700" cap="flat" cmpd="sng" algn="ctr">
                      <a:noFill/>
                      <a:prstDash val="solid"/>
                      <a:round/>
                      <a:headEnd type="none" w="med" len="med"/>
                      <a:tailEnd type="none" w="med" len="med"/>
                    </a:lnR>
                    <a:lnT>
                      <a:noFill/>
                    </a:lnT>
                    <a:lnB w="12700" cmpd="sng">
                      <a:noFill/>
                    </a:lnB>
                    <a:lnTlToBr w="12700" cmpd="sng">
                      <a:noFill/>
                      <a:prstDash val="solid"/>
                    </a:lnTlToBr>
                    <a:lnBlToTr w="12700" cmpd="sng">
                      <a:noFill/>
                      <a:prstDash val="solid"/>
                    </a:lnBlToTr>
                    <a:solidFill>
                      <a:schemeClr val="bg1"/>
                    </a:solidFill>
                  </a:tcPr>
                </a:tc>
                <a:tc hMerge="1">
                  <a:txBody>
                    <a:bodyPr/>
                    <a:lstStyle/>
                    <a:p>
                      <a:endParaRPr lang="en-US"/>
                    </a:p>
                  </a:txBody>
                  <a:tcPr/>
                </a:tc>
                <a:tc hMerge="1">
                  <a:txBody>
                    <a:bodyPr/>
                    <a:lstStyle/>
                    <a:p>
                      <a:endParaRPr lang="en-US"/>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tcPr>
                </a:tc>
                <a:tc>
                  <a:txBody>
                    <a:bodyPr/>
                    <a:lstStyle/>
                    <a:p>
                      <a:pPr marL="0" algn="l" rtl="0" eaLnBrk="1" fontAlgn="auto" latinLnBrk="0" hangingPunct="1">
                        <a:spcBef>
                          <a:spcPts val="0"/>
                        </a:spcBef>
                        <a:spcAft>
                          <a:spcPts val="0"/>
                        </a:spcAft>
                      </a:pPr>
                      <a:endParaRPr lang="en-US" sz="900" b="1" i="0" dirty="0">
                        <a:effectLst/>
                        <a:latin typeface="MULISH BOLD ROMAN" pitchFamily="2" charset="77"/>
                      </a:endParaRPr>
                    </a:p>
                  </a:txBody>
                  <a:tcPr marL="4572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gridSpan="3">
                  <a:txBody>
                    <a:bodyPr/>
                    <a:lstStyle/>
                    <a:p>
                      <a:pPr marL="0" algn="l" rtl="0" eaLnBrk="1" fontAlgn="auto" latinLnBrk="0" hangingPunct="1">
                        <a:spcBef>
                          <a:spcPts val="0"/>
                        </a:spcBef>
                        <a:spcAft>
                          <a:spcPts val="0"/>
                        </a:spcAft>
                      </a:pPr>
                      <a:endParaRPr lang="en-US" sz="900" b="1" i="0" dirty="0">
                        <a:effectLst/>
                        <a:latin typeface="MULISH BOLD ROMAN" pitchFamily="2" charset="77"/>
                      </a:endParaRPr>
                    </a:p>
                  </a:txBody>
                  <a:tcPr marL="4572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502371092"/>
                  </a:ext>
                </a:extLst>
              </a:tr>
            </a:tbl>
          </a:graphicData>
        </a:graphic>
      </p:graphicFrame>
      <p:sp>
        <p:nvSpPr>
          <p:cNvPr id="10" name="Title 9">
            <a:extLst>
              <a:ext uri="{FF2B5EF4-FFF2-40B4-BE49-F238E27FC236}">
                <a16:creationId xmlns:a16="http://schemas.microsoft.com/office/drawing/2014/main" id="{65291775-D77D-C7ED-3718-F50DBA74F251}"/>
              </a:ext>
            </a:extLst>
          </p:cNvPr>
          <p:cNvSpPr txBox="1">
            <a:spLocks/>
          </p:cNvSpPr>
          <p:nvPr/>
        </p:nvSpPr>
        <p:spPr>
          <a:xfrm>
            <a:off x="304800" y="19551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TERM INDEX</a:t>
            </a:r>
          </a:p>
        </p:txBody>
      </p:sp>
      <p:sp>
        <p:nvSpPr>
          <p:cNvPr id="2" name="TextBox 1">
            <a:extLst>
              <a:ext uri="{FF2B5EF4-FFF2-40B4-BE49-F238E27FC236}">
                <a16:creationId xmlns:a16="http://schemas.microsoft.com/office/drawing/2014/main" id="{9CA8A9C5-D824-8E2D-266A-08ED4664724A}"/>
              </a:ext>
            </a:extLst>
          </p:cNvPr>
          <p:cNvSpPr txBox="1"/>
          <p:nvPr/>
        </p:nvSpPr>
        <p:spPr>
          <a:xfrm>
            <a:off x="2955083" y="264926"/>
            <a:ext cx="8841860" cy="430887"/>
          </a:xfrm>
          <a:prstGeom prst="rect">
            <a:avLst/>
          </a:prstGeom>
          <a:noFill/>
          <a:ln>
            <a:solidFill>
              <a:schemeClr val="tx1"/>
            </a:solidFill>
          </a:ln>
        </p:spPr>
        <p:txBody>
          <a:bodyPr wrap="square" rtlCol="0" anchor="t">
            <a:spAutoFit/>
          </a:bodyPr>
          <a:lstStyle/>
          <a:p>
            <a:pPr algn="ctr"/>
            <a:r>
              <a:rPr lang="en-US" sz="1100" i="1" dirty="0">
                <a:latin typeface="MULISH ITALIC" pitchFamily="2" charset="77"/>
              </a:rPr>
              <a:t>This Chart Includes Information re: Case Name</a:t>
            </a:r>
            <a:r>
              <a:rPr lang="en-US" sz="1100" i="1">
                <a:latin typeface="MULISH ITALIC" pitchFamily="2" charset="77"/>
              </a:rPr>
              <a:t>, Majority </a:t>
            </a:r>
            <a:r>
              <a:rPr lang="en-US" sz="1100" i="1" dirty="0">
                <a:latin typeface="MULISH ITALIC" pitchFamily="2" charset="77"/>
              </a:rPr>
              <a:t>Opinion Author, Vote, Days Between Arguments and Opinion, Judgement, and Court Below</a:t>
            </a:r>
          </a:p>
          <a:p>
            <a:pPr algn="ctr"/>
            <a:r>
              <a:rPr lang="en-US" sz="1100" b="1" i="1" dirty="0">
                <a:latin typeface="MULISH ITALIC" pitchFamily="2" charset="77"/>
              </a:rPr>
              <a:t>A</a:t>
            </a:r>
            <a:r>
              <a:rPr lang="en-US" sz="1100" i="1" dirty="0">
                <a:latin typeface="MULISH ITALIC" pitchFamily="2" charset="77"/>
              </a:rPr>
              <a:t> = Affirmed	</a:t>
            </a:r>
            <a:r>
              <a:rPr lang="en-US" sz="1100" b="1" i="1" dirty="0">
                <a:latin typeface="MULISH ITALIC" pitchFamily="2" charset="77"/>
              </a:rPr>
              <a:t>V</a:t>
            </a:r>
            <a:r>
              <a:rPr lang="en-US" sz="1100" i="1" dirty="0">
                <a:latin typeface="MULISH ITALIC" pitchFamily="2" charset="77"/>
              </a:rPr>
              <a:t> = Vacated	</a:t>
            </a:r>
            <a:r>
              <a:rPr lang="en-US" sz="1100" b="1" i="1" dirty="0">
                <a:latin typeface="MULISH ITALIC" pitchFamily="2" charset="77"/>
              </a:rPr>
              <a:t>R</a:t>
            </a:r>
            <a:r>
              <a:rPr lang="en-US" sz="1100" i="1" dirty="0">
                <a:latin typeface="MULISH ITALIC" pitchFamily="2" charset="77"/>
              </a:rPr>
              <a:t> = Reversed	</a:t>
            </a:r>
            <a:r>
              <a:rPr lang="en-US" sz="1100" b="1" i="1" dirty="0">
                <a:latin typeface="MULISH ITALIC" pitchFamily="2" charset="77"/>
              </a:rPr>
              <a:t>G</a:t>
            </a:r>
            <a:r>
              <a:rPr lang="en-US" sz="1100" i="1" dirty="0">
                <a:latin typeface="MULISH ITALIC" pitchFamily="2" charset="77"/>
              </a:rPr>
              <a:t> = Granted	</a:t>
            </a:r>
            <a:r>
              <a:rPr lang="en-US" sz="1100" b="1" i="1" dirty="0">
                <a:latin typeface="MULISH ITALIC" pitchFamily="2" charset="77"/>
              </a:rPr>
              <a:t>DIG</a:t>
            </a:r>
            <a:r>
              <a:rPr lang="en-US" sz="1100" i="1" dirty="0">
                <a:latin typeface="MULISH ITALIC" pitchFamily="2" charset="77"/>
              </a:rPr>
              <a:t> = Dismissed as Improvidently Granted       </a:t>
            </a:r>
            <a:r>
              <a:rPr lang="en-US" sz="1100" b="1" i="1" dirty="0">
                <a:latin typeface="MULISH ITALIC" pitchFamily="2" charset="77"/>
              </a:rPr>
              <a:t>PC</a:t>
            </a:r>
            <a:r>
              <a:rPr lang="en-US" sz="1100" i="1" dirty="0">
                <a:latin typeface="MULISH ITALIC" pitchFamily="2" charset="77"/>
              </a:rPr>
              <a:t> </a:t>
            </a:r>
            <a:r>
              <a:rPr lang="en-US" sz="1100" i="1">
                <a:latin typeface="MULISH ITALIC" pitchFamily="2" charset="77"/>
              </a:rPr>
              <a:t>= Per Curiam</a:t>
            </a:r>
            <a:endParaRPr lang="en-US" sz="1100" i="1" dirty="0">
              <a:latin typeface="MULISH ITALIC" pitchFamily="2" charset="77"/>
            </a:endParaRPr>
          </a:p>
        </p:txBody>
      </p:sp>
      <p:sp>
        <p:nvSpPr>
          <p:cNvPr id="5" name="Slide Number Placeholder 4">
            <a:extLst>
              <a:ext uri="{FF2B5EF4-FFF2-40B4-BE49-F238E27FC236}">
                <a16:creationId xmlns:a16="http://schemas.microsoft.com/office/drawing/2014/main" id="{3B9ADC86-F6CF-1245-415F-213F8787392C}"/>
              </a:ext>
            </a:extLst>
          </p:cNvPr>
          <p:cNvSpPr>
            <a:spLocks noGrp="1"/>
          </p:cNvSpPr>
          <p:nvPr>
            <p:ph type="sldNum" sz="quarter" idx="12"/>
          </p:nvPr>
        </p:nvSpPr>
        <p:spPr/>
        <p:txBody>
          <a:bodyPr/>
          <a:lstStyle/>
          <a:p>
            <a:fld id="{5E212BD6-99D2-4430-8307-3DFF6CB1AF68}" type="slidenum">
              <a:rPr lang="en-US" smtClean="0"/>
              <a:t>29</a:t>
            </a:fld>
            <a:endParaRPr lang="en-US" dirty="0"/>
          </a:p>
        </p:txBody>
      </p:sp>
    </p:spTree>
    <p:extLst>
      <p:ext uri="{BB962C8B-B14F-4D97-AF65-F5344CB8AC3E}">
        <p14:creationId xmlns:p14="http://schemas.microsoft.com/office/powerpoint/2010/main" val="25080639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30697</TotalTime>
  <Words>4526</Words>
  <Application>Microsoft Office PowerPoint</Application>
  <PresentationFormat>Widescreen</PresentationFormat>
  <Paragraphs>1713</Paragraphs>
  <Slides>29</Slides>
  <Notes>14</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29</vt:i4>
      </vt:variant>
    </vt:vector>
  </HeadingPairs>
  <TitlesOfParts>
    <vt:vector size="40" baseType="lpstr">
      <vt:lpstr>Aptos</vt:lpstr>
      <vt:lpstr>Arial</vt:lpstr>
      <vt:lpstr>Calibri</vt:lpstr>
      <vt:lpstr>Calibri Light</vt:lpstr>
      <vt:lpstr>MULISH BLACK ROMAN</vt:lpstr>
      <vt:lpstr>MULISH BOLD ROMAN</vt:lpstr>
      <vt:lpstr>MULISH EXTRABOLD ROMAN</vt:lpstr>
      <vt:lpstr>MULISH ITALIC</vt:lpstr>
      <vt:lpstr>MULISH REGULAR ROMAN</vt:lpstr>
      <vt:lpstr>MULISH SEMIBOLD ROMAN</vt:lpstr>
      <vt:lpstr>Office Theme</vt:lpstr>
      <vt:lpstr>Final Stat Pack for the 2024-25 term  June .., 2025  UPDATED June 23, 2025</vt:lpstr>
      <vt:lpstr>TABLE OF CONTENTS</vt:lpstr>
      <vt:lpstr>INTRODUCTION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VOTING ALIGNMENT</vt:lpstr>
      <vt:lpstr>VOTING ALIGNMENT</vt:lpstr>
      <vt:lpstr>VOTING ALIGNMENT</vt:lpstr>
      <vt:lpstr>VOTING ALIGNMENT</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adam</dc:creator>
  <cp:lastModifiedBy>Truscott, Jake</cp:lastModifiedBy>
  <cp:revision>388</cp:revision>
  <cp:lastPrinted>2019-06-28T21:02:00Z</cp:lastPrinted>
  <dcterms:created xsi:type="dcterms:W3CDTF">2019-02-07T19:44:00Z</dcterms:created>
  <dcterms:modified xsi:type="dcterms:W3CDTF">2025-06-23T23:27:35Z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1033-11.2.0.9431</vt:lpwstr>
  </property>
</Properties>
</file>